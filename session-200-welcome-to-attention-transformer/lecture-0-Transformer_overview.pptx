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9"/>
  </p:notesMasterIdLst>
  <p:sldIdLst>
    <p:sldId id="403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2" r:id="rId15"/>
    <p:sldId id="293" r:id="rId16"/>
    <p:sldId id="294" r:id="rId17"/>
    <p:sldId id="295" r:id="rId18"/>
    <p:sldId id="297" r:id="rId19"/>
    <p:sldId id="303" r:id="rId20"/>
    <p:sldId id="304" r:id="rId21"/>
    <p:sldId id="298" r:id="rId22"/>
    <p:sldId id="299" r:id="rId23"/>
    <p:sldId id="301" r:id="rId24"/>
    <p:sldId id="306" r:id="rId25"/>
    <p:sldId id="307" r:id="rId26"/>
    <p:sldId id="308" r:id="rId27"/>
    <p:sldId id="309" r:id="rId28"/>
    <p:sldId id="314" r:id="rId29"/>
    <p:sldId id="310" r:id="rId30"/>
    <p:sldId id="320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31" r:id="rId39"/>
    <p:sldId id="394" r:id="rId40"/>
    <p:sldId id="333" r:id="rId41"/>
    <p:sldId id="334" r:id="rId42"/>
    <p:sldId id="338" r:id="rId43"/>
    <p:sldId id="336" r:id="rId44"/>
    <p:sldId id="340" r:id="rId45"/>
    <p:sldId id="341" r:id="rId46"/>
    <p:sldId id="342" r:id="rId47"/>
    <p:sldId id="344" r:id="rId48"/>
    <p:sldId id="345" r:id="rId49"/>
    <p:sldId id="346" r:id="rId50"/>
    <p:sldId id="404" r:id="rId51"/>
    <p:sldId id="347" r:id="rId52"/>
    <p:sldId id="348" r:id="rId53"/>
    <p:sldId id="349" r:id="rId54"/>
    <p:sldId id="471" r:id="rId55"/>
    <p:sldId id="409" r:id="rId56"/>
    <p:sldId id="415" r:id="rId57"/>
    <p:sldId id="414" r:id="rId58"/>
    <p:sldId id="417" r:id="rId59"/>
    <p:sldId id="472" r:id="rId60"/>
    <p:sldId id="473" r:id="rId61"/>
    <p:sldId id="388" r:id="rId62"/>
    <p:sldId id="354" r:id="rId63"/>
    <p:sldId id="355" r:id="rId64"/>
    <p:sldId id="391" r:id="rId65"/>
    <p:sldId id="356" r:id="rId66"/>
    <p:sldId id="392" r:id="rId67"/>
    <p:sldId id="390" r:id="rId68"/>
    <p:sldId id="358" r:id="rId69"/>
    <p:sldId id="359" r:id="rId70"/>
    <p:sldId id="360" r:id="rId71"/>
    <p:sldId id="361" r:id="rId72"/>
    <p:sldId id="363" r:id="rId73"/>
    <p:sldId id="365" r:id="rId74"/>
    <p:sldId id="362" r:id="rId75"/>
    <p:sldId id="364" r:id="rId76"/>
    <p:sldId id="366" r:id="rId77"/>
    <p:sldId id="367" r:id="rId78"/>
    <p:sldId id="368" r:id="rId79"/>
    <p:sldId id="369" r:id="rId80"/>
    <p:sldId id="371" r:id="rId81"/>
    <p:sldId id="370" r:id="rId82"/>
    <p:sldId id="373" r:id="rId83"/>
    <p:sldId id="374" r:id="rId84"/>
    <p:sldId id="375" r:id="rId85"/>
    <p:sldId id="377" r:id="rId86"/>
    <p:sldId id="376" r:id="rId87"/>
    <p:sldId id="378" r:id="rId88"/>
    <p:sldId id="395" r:id="rId89"/>
    <p:sldId id="396" r:id="rId90"/>
    <p:sldId id="397" r:id="rId91"/>
    <p:sldId id="380" r:id="rId92"/>
    <p:sldId id="381" r:id="rId93"/>
    <p:sldId id="384" r:id="rId94"/>
    <p:sldId id="386" r:id="rId95"/>
    <p:sldId id="385" r:id="rId96"/>
    <p:sldId id="387" r:id="rId97"/>
    <p:sldId id="393" r:id="rId9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8397B1"/>
    <a:srgbClr val="E4ACB5"/>
    <a:srgbClr val="88AE89"/>
    <a:srgbClr val="00FDFF"/>
    <a:srgbClr val="7030A0"/>
    <a:srgbClr val="AB7942"/>
    <a:srgbClr val="DCDFF0"/>
    <a:srgbClr val="F3F4C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27"/>
    <p:restoredTop sz="96093"/>
  </p:normalViewPr>
  <p:slideViewPr>
    <p:cSldViewPr snapToGrid="0">
      <p:cViewPr varScale="1">
        <p:scale>
          <a:sx n="114" d="100"/>
          <a:sy n="114" d="100"/>
        </p:scale>
        <p:origin x="184" y="496"/>
      </p:cViewPr>
      <p:guideLst/>
    </p:cSldViewPr>
  </p:slideViewPr>
  <p:outlineViewPr>
    <p:cViewPr>
      <p:scale>
        <a:sx n="33" d="100"/>
        <a:sy n="33" d="100"/>
      </p:scale>
      <p:origin x="0" y="-95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80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A0D1B-B6B6-9E4A-AD73-6ACF12B9226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6BE48-A303-BE4B-8F7B-A45C6102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21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EF256-46D9-BF45-958F-11C2B1FE46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10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72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76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66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68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29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69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39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80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15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34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41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39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99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42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54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182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61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786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69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678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57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888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504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928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677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00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20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482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83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826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883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355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46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072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080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205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475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513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242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792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378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454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4089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050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543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599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999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297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397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80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978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943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79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402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6542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2227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523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878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620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2301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4188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988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6187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1788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8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4569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6BE48-A303-BE4B-8F7B-A45C610268CF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2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2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5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4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2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86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2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9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8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91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0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718-FCEC-764D-AFB1-111FC8AFC37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8CC8A-87F3-6246-A52C-E22820DF6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8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0.png"/><Relationship Id="rId4" Type="http://schemas.openxmlformats.org/officeDocument/2006/relationships/image" Target="../media/image210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0.png"/><Relationship Id="rId4" Type="http://schemas.openxmlformats.org/officeDocument/2006/relationships/image" Target="../media/image210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0.png"/><Relationship Id="rId4" Type="http://schemas.openxmlformats.org/officeDocument/2006/relationships/image" Target="../media/image210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0.png"/><Relationship Id="rId4" Type="http://schemas.openxmlformats.org/officeDocument/2006/relationships/image" Target="../media/image210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0.png"/><Relationship Id="rId4" Type="http://schemas.openxmlformats.org/officeDocument/2006/relationships/image" Target="../media/image21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0.png"/><Relationship Id="rId4" Type="http://schemas.openxmlformats.org/officeDocument/2006/relationships/image" Target="../media/image21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0.png"/><Relationship Id="rId4" Type="http://schemas.openxmlformats.org/officeDocument/2006/relationships/image" Target="../media/image21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0.png"/><Relationship Id="rId4" Type="http://schemas.openxmlformats.org/officeDocument/2006/relationships/image" Target="../media/image21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0.png"/><Relationship Id="rId4" Type="http://schemas.openxmlformats.org/officeDocument/2006/relationships/image" Target="../media/image210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4.png"/><Relationship Id="rId7" Type="http://schemas.openxmlformats.org/officeDocument/2006/relationships/image" Target="../media/image8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7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10.png"/><Relationship Id="rId10" Type="http://schemas.openxmlformats.org/officeDocument/2006/relationships/image" Target="../media/image9.png"/><Relationship Id="rId4" Type="http://schemas.openxmlformats.org/officeDocument/2006/relationships/image" Target="../media/image810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7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10.png"/><Relationship Id="rId10" Type="http://schemas.openxmlformats.org/officeDocument/2006/relationships/image" Target="../media/image9.png"/><Relationship Id="rId4" Type="http://schemas.openxmlformats.org/officeDocument/2006/relationships/image" Target="../media/image810.png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5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0.png"/><Relationship Id="rId5" Type="http://schemas.openxmlformats.org/officeDocument/2006/relationships/image" Target="../media/image8.png"/><Relationship Id="rId15" Type="http://schemas.openxmlformats.org/officeDocument/2006/relationships/image" Target="../media/image2311.pn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16.png"/><Relationship Id="rId3" Type="http://schemas.openxmlformats.org/officeDocument/2006/relationships/image" Target="../media/image15.png"/><Relationship Id="rId12" Type="http://schemas.openxmlformats.org/officeDocument/2006/relationships/image" Target="../media/image21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8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7.png"/><Relationship Id="rId19" Type="http://schemas.openxmlformats.org/officeDocument/2006/relationships/image" Target="../media/image19.png"/><Relationship Id="rId9" Type="http://schemas.openxmlformats.org/officeDocument/2006/relationships/image" Target="../media/image2310.png"/><Relationship Id="rId1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9.png"/><Relationship Id="rId18" Type="http://schemas.openxmlformats.org/officeDocument/2006/relationships/image" Target="../media/image25.png"/><Relationship Id="rId3" Type="http://schemas.openxmlformats.org/officeDocument/2006/relationships/image" Target="../media/image2511.png"/><Relationship Id="rId7" Type="http://schemas.openxmlformats.org/officeDocument/2006/relationships/image" Target="../media/image29.png"/><Relationship Id="rId12" Type="http://schemas.openxmlformats.org/officeDocument/2006/relationships/image" Target="../media/image13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3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9.png"/><Relationship Id="rId5" Type="http://schemas.openxmlformats.org/officeDocument/2006/relationships/image" Target="../media/image27.png"/><Relationship Id="rId15" Type="http://schemas.openxmlformats.org/officeDocument/2006/relationships/image" Target="../media/image2311.png"/><Relationship Id="rId10" Type="http://schemas.openxmlformats.org/officeDocument/2006/relationships/image" Target="../media/image8.png"/><Relationship Id="rId19" Type="http://schemas.openxmlformats.org/officeDocument/2006/relationships/image" Target="../media/image26.png"/><Relationship Id="rId4" Type="http://schemas.openxmlformats.org/officeDocument/2006/relationships/image" Target="../media/image2611.png"/><Relationship Id="rId9" Type="http://schemas.openxmlformats.org/officeDocument/2006/relationships/image" Target="../media/image7.png"/><Relationship Id="rId1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9.png"/><Relationship Id="rId18" Type="http://schemas.openxmlformats.org/officeDocument/2006/relationships/image" Target="../media/image25.png"/><Relationship Id="rId3" Type="http://schemas.openxmlformats.org/officeDocument/2006/relationships/image" Target="../media/image2511.png"/><Relationship Id="rId7" Type="http://schemas.openxmlformats.org/officeDocument/2006/relationships/image" Target="../media/image29.png"/><Relationship Id="rId12" Type="http://schemas.openxmlformats.org/officeDocument/2006/relationships/image" Target="../media/image13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3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9.png"/><Relationship Id="rId5" Type="http://schemas.openxmlformats.org/officeDocument/2006/relationships/image" Target="../media/image27.png"/><Relationship Id="rId15" Type="http://schemas.openxmlformats.org/officeDocument/2006/relationships/image" Target="../media/image2311.png"/><Relationship Id="rId10" Type="http://schemas.openxmlformats.org/officeDocument/2006/relationships/image" Target="../media/image8.png"/><Relationship Id="rId19" Type="http://schemas.openxmlformats.org/officeDocument/2006/relationships/image" Target="../media/image26.png"/><Relationship Id="rId4" Type="http://schemas.openxmlformats.org/officeDocument/2006/relationships/image" Target="../media/image2611.png"/><Relationship Id="rId9" Type="http://schemas.openxmlformats.org/officeDocument/2006/relationships/image" Target="../media/image7.png"/><Relationship Id="rId1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0.png"/><Relationship Id="rId3" Type="http://schemas.openxmlformats.org/officeDocument/2006/relationships/image" Target="../media/image2510.png"/><Relationship Id="rId7" Type="http://schemas.openxmlformats.org/officeDocument/2006/relationships/image" Target="../media/image29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0.png"/><Relationship Id="rId5" Type="http://schemas.openxmlformats.org/officeDocument/2006/relationships/image" Target="../media/image2710.png"/><Relationship Id="rId4" Type="http://schemas.openxmlformats.org/officeDocument/2006/relationships/image" Target="../media/image2610.png"/><Relationship Id="rId9" Type="http://schemas.openxmlformats.org/officeDocument/2006/relationships/image" Target="../media/image31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0.png"/><Relationship Id="rId3" Type="http://schemas.openxmlformats.org/officeDocument/2006/relationships/image" Target="../media/image2510.png"/><Relationship Id="rId7" Type="http://schemas.openxmlformats.org/officeDocument/2006/relationships/image" Target="../media/image29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0.png"/><Relationship Id="rId5" Type="http://schemas.openxmlformats.org/officeDocument/2006/relationships/image" Target="../media/image2710.png"/><Relationship Id="rId4" Type="http://schemas.openxmlformats.org/officeDocument/2006/relationships/image" Target="../media/image2610.png"/><Relationship Id="rId9" Type="http://schemas.openxmlformats.org/officeDocument/2006/relationships/image" Target="../media/image31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png"/><Relationship Id="rId18" Type="http://schemas.openxmlformats.org/officeDocument/2006/relationships/image" Target="../media/image106.png"/><Relationship Id="rId26" Type="http://schemas.openxmlformats.org/officeDocument/2006/relationships/image" Target="../media/image114.png"/><Relationship Id="rId21" Type="http://schemas.openxmlformats.org/officeDocument/2006/relationships/image" Target="../media/image109.png"/><Relationship Id="rId34" Type="http://schemas.openxmlformats.org/officeDocument/2006/relationships/image" Target="../media/image122.png"/><Relationship Id="rId7" Type="http://schemas.openxmlformats.org/officeDocument/2006/relationships/image" Target="../media/image47.png"/><Relationship Id="rId12" Type="http://schemas.openxmlformats.org/officeDocument/2006/relationships/image" Target="../media/image104.png"/><Relationship Id="rId17" Type="http://schemas.openxmlformats.org/officeDocument/2006/relationships/image" Target="../media/image105.png"/><Relationship Id="rId25" Type="http://schemas.openxmlformats.org/officeDocument/2006/relationships/image" Target="../media/image113.png"/><Relationship Id="rId33" Type="http://schemas.openxmlformats.org/officeDocument/2006/relationships/image" Target="../media/image121.png"/><Relationship Id="rId38" Type="http://schemas.openxmlformats.org/officeDocument/2006/relationships/image" Target="../media/image126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85.png"/><Relationship Id="rId20" Type="http://schemas.openxmlformats.org/officeDocument/2006/relationships/image" Target="../media/image108.png"/><Relationship Id="rId29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103.png"/><Relationship Id="rId24" Type="http://schemas.openxmlformats.org/officeDocument/2006/relationships/image" Target="../media/image112.png"/><Relationship Id="rId32" Type="http://schemas.openxmlformats.org/officeDocument/2006/relationships/image" Target="../media/image120.png"/><Relationship Id="rId37" Type="http://schemas.openxmlformats.org/officeDocument/2006/relationships/image" Target="../media/image125.png"/><Relationship Id="rId5" Type="http://schemas.openxmlformats.org/officeDocument/2006/relationships/image" Target="../media/image45.png"/><Relationship Id="rId15" Type="http://schemas.openxmlformats.org/officeDocument/2006/relationships/image" Target="../media/image84.png"/><Relationship Id="rId23" Type="http://schemas.openxmlformats.org/officeDocument/2006/relationships/image" Target="../media/image111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10" Type="http://schemas.openxmlformats.org/officeDocument/2006/relationships/image" Target="../media/image102.png"/><Relationship Id="rId19" Type="http://schemas.openxmlformats.org/officeDocument/2006/relationships/image" Target="../media/image107.png"/><Relationship Id="rId31" Type="http://schemas.openxmlformats.org/officeDocument/2006/relationships/image" Target="../media/image119.png"/><Relationship Id="rId4" Type="http://schemas.openxmlformats.org/officeDocument/2006/relationships/image" Target="../media/image44.png"/><Relationship Id="rId9" Type="http://schemas.openxmlformats.org/officeDocument/2006/relationships/image" Target="../media/image101.png"/><Relationship Id="rId14" Type="http://schemas.openxmlformats.org/officeDocument/2006/relationships/image" Target="../media/image79.png"/><Relationship Id="rId22" Type="http://schemas.openxmlformats.org/officeDocument/2006/relationships/image" Target="../media/image110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8" Type="http://schemas.openxmlformats.org/officeDocument/2006/relationships/image" Target="../media/image100.png"/><Relationship Id="rId3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83.png"/><Relationship Id="rId26" Type="http://schemas.openxmlformats.org/officeDocument/2006/relationships/image" Target="../media/image109.png"/><Relationship Id="rId39" Type="http://schemas.openxmlformats.org/officeDocument/2006/relationships/image" Target="../media/image122.png"/><Relationship Id="rId21" Type="http://schemas.openxmlformats.org/officeDocument/2006/relationships/image" Target="../media/image85.png"/><Relationship Id="rId34" Type="http://schemas.openxmlformats.org/officeDocument/2006/relationships/image" Target="../media/image117.png"/><Relationship Id="rId42" Type="http://schemas.openxmlformats.org/officeDocument/2006/relationships/image" Target="../media/image134.png"/><Relationship Id="rId47" Type="http://schemas.openxmlformats.org/officeDocument/2006/relationships/image" Target="../media/image125.png"/><Relationship Id="rId50" Type="http://schemas.openxmlformats.org/officeDocument/2006/relationships/image" Target="../media/image138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03.png"/><Relationship Id="rId29" Type="http://schemas.openxmlformats.org/officeDocument/2006/relationships/image" Target="../media/image112.png"/><Relationship Id="rId11" Type="http://schemas.openxmlformats.org/officeDocument/2006/relationships/image" Target="../media/image46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32.png"/><Relationship Id="rId45" Type="http://schemas.openxmlformats.org/officeDocument/2006/relationships/image" Target="../media/image123.png"/><Relationship Id="rId5" Type="http://schemas.openxmlformats.org/officeDocument/2006/relationships/image" Target="../media/image129.png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49" Type="http://schemas.openxmlformats.org/officeDocument/2006/relationships/image" Target="../media/image137.png"/><Relationship Id="rId10" Type="http://schemas.openxmlformats.org/officeDocument/2006/relationships/image" Target="../media/image45.png"/><Relationship Id="rId19" Type="http://schemas.openxmlformats.org/officeDocument/2006/relationships/image" Target="../media/image79.png"/><Relationship Id="rId31" Type="http://schemas.openxmlformats.org/officeDocument/2006/relationships/image" Target="../media/image114.png"/><Relationship Id="rId44" Type="http://schemas.openxmlformats.org/officeDocument/2006/relationships/image" Target="../media/image136.png"/><Relationship Id="rId4" Type="http://schemas.openxmlformats.org/officeDocument/2006/relationships/image" Target="../media/image128.png"/><Relationship Id="rId9" Type="http://schemas.openxmlformats.org/officeDocument/2006/relationships/image" Target="../media/image44.png"/><Relationship Id="rId14" Type="http://schemas.openxmlformats.org/officeDocument/2006/relationships/image" Target="../media/image101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43" Type="http://schemas.openxmlformats.org/officeDocument/2006/relationships/image" Target="../media/image135.png"/><Relationship Id="rId48" Type="http://schemas.openxmlformats.org/officeDocument/2006/relationships/image" Target="../media/image126.png"/><Relationship Id="rId8" Type="http://schemas.openxmlformats.org/officeDocument/2006/relationships/image" Target="../media/image43.png"/><Relationship Id="rId3" Type="http://schemas.openxmlformats.org/officeDocument/2006/relationships/image" Target="../media/image127.png"/><Relationship Id="rId12" Type="http://schemas.openxmlformats.org/officeDocument/2006/relationships/image" Target="../media/image47.png"/><Relationship Id="rId17" Type="http://schemas.openxmlformats.org/officeDocument/2006/relationships/image" Target="../media/image104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46" Type="http://schemas.openxmlformats.org/officeDocument/2006/relationships/image" Target="../media/image124.png"/><Relationship Id="rId20" Type="http://schemas.openxmlformats.org/officeDocument/2006/relationships/image" Target="../media/image84.png"/><Relationship Id="rId41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9.png"/><Relationship Id="rId21" Type="http://schemas.openxmlformats.org/officeDocument/2006/relationships/image" Target="../media/image85.png"/><Relationship Id="rId34" Type="http://schemas.openxmlformats.org/officeDocument/2006/relationships/image" Target="../media/image117.png"/><Relationship Id="rId42" Type="http://schemas.openxmlformats.org/officeDocument/2006/relationships/image" Target="../media/image133.png"/><Relationship Id="rId47" Type="http://schemas.openxmlformats.org/officeDocument/2006/relationships/image" Target="../media/image136.png"/><Relationship Id="rId50" Type="http://schemas.openxmlformats.org/officeDocument/2006/relationships/image" Target="../media/image34.png"/><Relationship Id="rId55" Type="http://schemas.openxmlformats.org/officeDocument/2006/relationships/image" Target="../media/image51.png"/><Relationship Id="rId63" Type="http://schemas.openxmlformats.org/officeDocument/2006/relationships/image" Target="../media/image126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03.png"/><Relationship Id="rId29" Type="http://schemas.openxmlformats.org/officeDocument/2006/relationships/image" Target="../media/image112.png"/><Relationship Id="rId11" Type="http://schemas.openxmlformats.org/officeDocument/2006/relationships/image" Target="../media/image46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32.png"/><Relationship Id="rId45" Type="http://schemas.openxmlformats.org/officeDocument/2006/relationships/image" Target="../media/image135.png"/><Relationship Id="rId53" Type="http://schemas.openxmlformats.org/officeDocument/2006/relationships/image" Target="../media/image49.png"/><Relationship Id="rId58" Type="http://schemas.openxmlformats.org/officeDocument/2006/relationships/image" Target="../media/image54.png"/><Relationship Id="rId5" Type="http://schemas.openxmlformats.org/officeDocument/2006/relationships/image" Target="../media/image129.png"/><Relationship Id="rId61" Type="http://schemas.openxmlformats.org/officeDocument/2006/relationships/image" Target="../media/image124.png"/><Relationship Id="rId19" Type="http://schemas.openxmlformats.org/officeDocument/2006/relationships/image" Target="../media/image79.png"/><Relationship Id="rId14" Type="http://schemas.openxmlformats.org/officeDocument/2006/relationships/image" Target="../media/image101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43" Type="http://schemas.openxmlformats.org/officeDocument/2006/relationships/image" Target="../media/image134.png"/><Relationship Id="rId48" Type="http://schemas.openxmlformats.org/officeDocument/2006/relationships/image" Target="../media/image142.png"/><Relationship Id="rId56" Type="http://schemas.openxmlformats.org/officeDocument/2006/relationships/image" Target="../media/image52.png"/><Relationship Id="rId64" Type="http://schemas.openxmlformats.org/officeDocument/2006/relationships/image" Target="../media/image137.png"/><Relationship Id="rId8" Type="http://schemas.openxmlformats.org/officeDocument/2006/relationships/image" Target="../media/image43.png"/><Relationship Id="rId51" Type="http://schemas.openxmlformats.org/officeDocument/2006/relationships/image" Target="../media/image35.png"/><Relationship Id="rId3" Type="http://schemas.openxmlformats.org/officeDocument/2006/relationships/image" Target="../media/image127.png"/><Relationship Id="rId12" Type="http://schemas.openxmlformats.org/officeDocument/2006/relationships/image" Target="../media/image47.png"/><Relationship Id="rId17" Type="http://schemas.openxmlformats.org/officeDocument/2006/relationships/image" Target="../media/image104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46" Type="http://schemas.openxmlformats.org/officeDocument/2006/relationships/image" Target="../media/image141.png"/><Relationship Id="rId59" Type="http://schemas.openxmlformats.org/officeDocument/2006/relationships/image" Target="../media/image55.png"/><Relationship Id="rId20" Type="http://schemas.openxmlformats.org/officeDocument/2006/relationships/image" Target="../media/image84.png"/><Relationship Id="rId41" Type="http://schemas.openxmlformats.org/officeDocument/2006/relationships/image" Target="../media/image139.png"/><Relationship Id="rId54" Type="http://schemas.openxmlformats.org/officeDocument/2006/relationships/image" Target="../media/image50.png"/><Relationship Id="rId6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49" Type="http://schemas.openxmlformats.org/officeDocument/2006/relationships/image" Target="../media/image33.png"/><Relationship Id="rId57" Type="http://schemas.openxmlformats.org/officeDocument/2006/relationships/image" Target="../media/image53.png"/><Relationship Id="rId10" Type="http://schemas.openxmlformats.org/officeDocument/2006/relationships/image" Target="../media/image45.png"/><Relationship Id="rId31" Type="http://schemas.openxmlformats.org/officeDocument/2006/relationships/image" Target="../media/image114.png"/><Relationship Id="rId44" Type="http://schemas.openxmlformats.org/officeDocument/2006/relationships/image" Target="../media/image140.png"/><Relationship Id="rId52" Type="http://schemas.openxmlformats.org/officeDocument/2006/relationships/image" Target="../media/image48.png"/><Relationship Id="rId60" Type="http://schemas.openxmlformats.org/officeDocument/2006/relationships/image" Target="../media/image123.png"/><Relationship Id="rId65" Type="http://schemas.openxmlformats.org/officeDocument/2006/relationships/image" Target="../media/image138.png"/><Relationship Id="rId4" Type="http://schemas.openxmlformats.org/officeDocument/2006/relationships/image" Target="../media/image128.png"/><Relationship Id="rId9" Type="http://schemas.openxmlformats.org/officeDocument/2006/relationships/image" Target="../media/image44.png"/><Relationship Id="rId13" Type="http://schemas.openxmlformats.org/officeDocument/2006/relationships/image" Target="../media/image100.png"/><Relationship Id="rId18" Type="http://schemas.openxmlformats.org/officeDocument/2006/relationships/image" Target="../media/image83.png"/><Relationship Id="rId39" Type="http://schemas.openxmlformats.org/officeDocument/2006/relationships/image" Target="../media/image122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8.png"/><Relationship Id="rId18" Type="http://schemas.openxmlformats.org/officeDocument/2006/relationships/image" Target="../media/image107.png"/><Relationship Id="rId26" Type="http://schemas.openxmlformats.org/officeDocument/2006/relationships/image" Target="../media/image116.png"/><Relationship Id="rId39" Type="http://schemas.openxmlformats.org/officeDocument/2006/relationships/image" Target="../media/image133.png"/><Relationship Id="rId21" Type="http://schemas.openxmlformats.org/officeDocument/2006/relationships/image" Target="../media/image110.png"/><Relationship Id="rId34" Type="http://schemas.openxmlformats.org/officeDocument/2006/relationships/image" Target="../media/image189.png"/><Relationship Id="rId42" Type="http://schemas.openxmlformats.org/officeDocument/2006/relationships/image" Target="../media/image136.png"/><Relationship Id="rId47" Type="http://schemas.openxmlformats.org/officeDocument/2006/relationships/image" Target="../media/image125.png"/><Relationship Id="rId50" Type="http://schemas.openxmlformats.org/officeDocument/2006/relationships/image" Target="../media/image138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81.png"/><Relationship Id="rId29" Type="http://schemas.openxmlformats.org/officeDocument/2006/relationships/image" Target="../media/image184.png"/><Relationship Id="rId11" Type="http://schemas.openxmlformats.org/officeDocument/2006/relationships/image" Target="../media/image46.png"/><Relationship Id="rId24" Type="http://schemas.openxmlformats.org/officeDocument/2006/relationships/image" Target="../media/image114.png"/><Relationship Id="rId32" Type="http://schemas.openxmlformats.org/officeDocument/2006/relationships/image" Target="../media/image187.png"/><Relationship Id="rId37" Type="http://schemas.openxmlformats.org/officeDocument/2006/relationships/image" Target="../media/image192.png"/><Relationship Id="rId40" Type="http://schemas.openxmlformats.org/officeDocument/2006/relationships/image" Target="../media/image134.png"/><Relationship Id="rId45" Type="http://schemas.openxmlformats.org/officeDocument/2006/relationships/image" Target="../media/image123.png"/><Relationship Id="rId5" Type="http://schemas.openxmlformats.org/officeDocument/2006/relationships/image" Target="../media/image129.png"/><Relationship Id="rId15" Type="http://schemas.openxmlformats.org/officeDocument/2006/relationships/image" Target="../media/image180.png"/><Relationship Id="rId23" Type="http://schemas.openxmlformats.org/officeDocument/2006/relationships/image" Target="../media/image112.png"/><Relationship Id="rId28" Type="http://schemas.openxmlformats.org/officeDocument/2006/relationships/image" Target="../media/image183.png"/><Relationship Id="rId36" Type="http://schemas.openxmlformats.org/officeDocument/2006/relationships/image" Target="../media/image191.png"/><Relationship Id="rId49" Type="http://schemas.openxmlformats.org/officeDocument/2006/relationships/image" Target="../media/image137.png"/><Relationship Id="rId10" Type="http://schemas.openxmlformats.org/officeDocument/2006/relationships/image" Target="../media/image45.png"/><Relationship Id="rId19" Type="http://schemas.openxmlformats.org/officeDocument/2006/relationships/image" Target="../media/image108.png"/><Relationship Id="rId31" Type="http://schemas.openxmlformats.org/officeDocument/2006/relationships/image" Target="../media/image186.png"/><Relationship Id="rId44" Type="http://schemas.openxmlformats.org/officeDocument/2006/relationships/image" Target="../media/image194.png"/><Relationship Id="rId4" Type="http://schemas.openxmlformats.org/officeDocument/2006/relationships/image" Target="../media/image128.png"/><Relationship Id="rId9" Type="http://schemas.openxmlformats.org/officeDocument/2006/relationships/image" Target="../media/image44.png"/><Relationship Id="rId14" Type="http://schemas.openxmlformats.org/officeDocument/2006/relationships/image" Target="../media/image179.png"/><Relationship Id="rId22" Type="http://schemas.openxmlformats.org/officeDocument/2006/relationships/image" Target="../media/image111.png"/><Relationship Id="rId27" Type="http://schemas.openxmlformats.org/officeDocument/2006/relationships/image" Target="../media/image117.png"/><Relationship Id="rId30" Type="http://schemas.openxmlformats.org/officeDocument/2006/relationships/image" Target="../media/image185.png"/><Relationship Id="rId35" Type="http://schemas.openxmlformats.org/officeDocument/2006/relationships/image" Target="../media/image190.png"/><Relationship Id="rId43" Type="http://schemas.openxmlformats.org/officeDocument/2006/relationships/image" Target="../media/image193.png"/><Relationship Id="rId48" Type="http://schemas.openxmlformats.org/officeDocument/2006/relationships/image" Target="../media/image126.png"/><Relationship Id="rId8" Type="http://schemas.openxmlformats.org/officeDocument/2006/relationships/image" Target="../media/image43.png"/><Relationship Id="rId3" Type="http://schemas.openxmlformats.org/officeDocument/2006/relationships/image" Target="../media/image127.png"/><Relationship Id="rId12" Type="http://schemas.openxmlformats.org/officeDocument/2006/relationships/image" Target="../media/image47.png"/><Relationship Id="rId17" Type="http://schemas.openxmlformats.org/officeDocument/2006/relationships/image" Target="../media/image182.png"/><Relationship Id="rId25" Type="http://schemas.openxmlformats.org/officeDocument/2006/relationships/image" Target="../media/image115.png"/><Relationship Id="rId33" Type="http://schemas.openxmlformats.org/officeDocument/2006/relationships/image" Target="../media/image188.png"/><Relationship Id="rId38" Type="http://schemas.openxmlformats.org/officeDocument/2006/relationships/image" Target="../media/image132.png"/><Relationship Id="rId46" Type="http://schemas.openxmlformats.org/officeDocument/2006/relationships/image" Target="../media/image124.png"/><Relationship Id="rId20" Type="http://schemas.openxmlformats.org/officeDocument/2006/relationships/image" Target="../media/image109.png"/><Relationship Id="rId41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8.png"/><Relationship Id="rId18" Type="http://schemas.openxmlformats.org/officeDocument/2006/relationships/image" Target="../media/image107.png"/><Relationship Id="rId26" Type="http://schemas.openxmlformats.org/officeDocument/2006/relationships/image" Target="../media/image116.png"/><Relationship Id="rId39" Type="http://schemas.openxmlformats.org/officeDocument/2006/relationships/image" Target="../media/image133.png"/><Relationship Id="rId21" Type="http://schemas.openxmlformats.org/officeDocument/2006/relationships/image" Target="../media/image110.png"/><Relationship Id="rId34" Type="http://schemas.openxmlformats.org/officeDocument/2006/relationships/image" Target="../media/image189.png"/><Relationship Id="rId42" Type="http://schemas.openxmlformats.org/officeDocument/2006/relationships/image" Target="../media/image136.png"/><Relationship Id="rId47" Type="http://schemas.openxmlformats.org/officeDocument/2006/relationships/image" Target="../media/image197.png"/><Relationship Id="rId50" Type="http://schemas.openxmlformats.org/officeDocument/2006/relationships/image" Target="../media/image200.png"/><Relationship Id="rId55" Type="http://schemas.openxmlformats.org/officeDocument/2006/relationships/image" Target="../media/image123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81.png"/><Relationship Id="rId29" Type="http://schemas.openxmlformats.org/officeDocument/2006/relationships/image" Target="../media/image184.png"/><Relationship Id="rId11" Type="http://schemas.openxmlformats.org/officeDocument/2006/relationships/image" Target="../media/image46.png"/><Relationship Id="rId24" Type="http://schemas.openxmlformats.org/officeDocument/2006/relationships/image" Target="../media/image114.png"/><Relationship Id="rId32" Type="http://schemas.openxmlformats.org/officeDocument/2006/relationships/image" Target="../media/image187.png"/><Relationship Id="rId37" Type="http://schemas.openxmlformats.org/officeDocument/2006/relationships/image" Target="../media/image192.png"/><Relationship Id="rId40" Type="http://schemas.openxmlformats.org/officeDocument/2006/relationships/image" Target="../media/image134.png"/><Relationship Id="rId45" Type="http://schemas.openxmlformats.org/officeDocument/2006/relationships/image" Target="../media/image195.png"/><Relationship Id="rId53" Type="http://schemas.openxmlformats.org/officeDocument/2006/relationships/image" Target="../media/image203.png"/><Relationship Id="rId58" Type="http://schemas.openxmlformats.org/officeDocument/2006/relationships/image" Target="../media/image126.png"/><Relationship Id="rId5" Type="http://schemas.openxmlformats.org/officeDocument/2006/relationships/image" Target="../media/image129.png"/><Relationship Id="rId19" Type="http://schemas.openxmlformats.org/officeDocument/2006/relationships/image" Target="../media/image108.png"/><Relationship Id="rId4" Type="http://schemas.openxmlformats.org/officeDocument/2006/relationships/image" Target="../media/image128.png"/><Relationship Id="rId9" Type="http://schemas.openxmlformats.org/officeDocument/2006/relationships/image" Target="../media/image44.png"/><Relationship Id="rId14" Type="http://schemas.openxmlformats.org/officeDocument/2006/relationships/image" Target="../media/image179.png"/><Relationship Id="rId22" Type="http://schemas.openxmlformats.org/officeDocument/2006/relationships/image" Target="../media/image111.png"/><Relationship Id="rId27" Type="http://schemas.openxmlformats.org/officeDocument/2006/relationships/image" Target="../media/image117.png"/><Relationship Id="rId30" Type="http://schemas.openxmlformats.org/officeDocument/2006/relationships/image" Target="../media/image185.png"/><Relationship Id="rId35" Type="http://schemas.openxmlformats.org/officeDocument/2006/relationships/image" Target="../media/image190.png"/><Relationship Id="rId43" Type="http://schemas.openxmlformats.org/officeDocument/2006/relationships/image" Target="../media/image193.png"/><Relationship Id="rId48" Type="http://schemas.openxmlformats.org/officeDocument/2006/relationships/image" Target="../media/image198.png"/><Relationship Id="rId56" Type="http://schemas.openxmlformats.org/officeDocument/2006/relationships/image" Target="../media/image124.png"/><Relationship Id="rId8" Type="http://schemas.openxmlformats.org/officeDocument/2006/relationships/image" Target="../media/image43.png"/><Relationship Id="rId51" Type="http://schemas.openxmlformats.org/officeDocument/2006/relationships/image" Target="../media/image201.png"/><Relationship Id="rId3" Type="http://schemas.openxmlformats.org/officeDocument/2006/relationships/image" Target="../media/image127.png"/><Relationship Id="rId12" Type="http://schemas.openxmlformats.org/officeDocument/2006/relationships/image" Target="../media/image47.png"/><Relationship Id="rId17" Type="http://schemas.openxmlformats.org/officeDocument/2006/relationships/image" Target="../media/image182.png"/><Relationship Id="rId25" Type="http://schemas.openxmlformats.org/officeDocument/2006/relationships/image" Target="../media/image115.png"/><Relationship Id="rId33" Type="http://schemas.openxmlformats.org/officeDocument/2006/relationships/image" Target="../media/image188.png"/><Relationship Id="rId38" Type="http://schemas.openxmlformats.org/officeDocument/2006/relationships/image" Target="../media/image132.png"/><Relationship Id="rId46" Type="http://schemas.openxmlformats.org/officeDocument/2006/relationships/image" Target="../media/image196.png"/><Relationship Id="rId59" Type="http://schemas.openxmlformats.org/officeDocument/2006/relationships/image" Target="../media/image137.png"/><Relationship Id="rId20" Type="http://schemas.openxmlformats.org/officeDocument/2006/relationships/image" Target="../media/image109.png"/><Relationship Id="rId41" Type="http://schemas.openxmlformats.org/officeDocument/2006/relationships/image" Target="../media/image135.png"/><Relationship Id="rId54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5" Type="http://schemas.openxmlformats.org/officeDocument/2006/relationships/image" Target="../media/image180.png"/><Relationship Id="rId23" Type="http://schemas.openxmlformats.org/officeDocument/2006/relationships/image" Target="../media/image112.png"/><Relationship Id="rId28" Type="http://schemas.openxmlformats.org/officeDocument/2006/relationships/image" Target="../media/image183.png"/><Relationship Id="rId36" Type="http://schemas.openxmlformats.org/officeDocument/2006/relationships/image" Target="../media/image191.png"/><Relationship Id="rId49" Type="http://schemas.openxmlformats.org/officeDocument/2006/relationships/image" Target="../media/image199.png"/><Relationship Id="rId57" Type="http://schemas.openxmlformats.org/officeDocument/2006/relationships/image" Target="../media/image125.png"/><Relationship Id="rId10" Type="http://schemas.openxmlformats.org/officeDocument/2006/relationships/image" Target="../media/image45.png"/><Relationship Id="rId31" Type="http://schemas.openxmlformats.org/officeDocument/2006/relationships/image" Target="../media/image186.png"/><Relationship Id="rId44" Type="http://schemas.openxmlformats.org/officeDocument/2006/relationships/image" Target="../media/image194.png"/><Relationship Id="rId52" Type="http://schemas.openxmlformats.org/officeDocument/2006/relationships/image" Target="../media/image202.png"/><Relationship Id="rId60" Type="http://schemas.openxmlformats.org/officeDocument/2006/relationships/image" Target="../media/image138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6.png"/><Relationship Id="rId21" Type="http://schemas.openxmlformats.org/officeDocument/2006/relationships/image" Target="../media/image110.png"/><Relationship Id="rId34" Type="http://schemas.openxmlformats.org/officeDocument/2006/relationships/image" Target="../media/image189.png"/><Relationship Id="rId42" Type="http://schemas.openxmlformats.org/officeDocument/2006/relationships/image" Target="../media/image134.png"/><Relationship Id="rId47" Type="http://schemas.openxmlformats.org/officeDocument/2006/relationships/image" Target="../media/image136.png"/><Relationship Id="rId50" Type="http://schemas.openxmlformats.org/officeDocument/2006/relationships/image" Target="../media/image57.png"/><Relationship Id="rId55" Type="http://schemas.openxmlformats.org/officeDocument/2006/relationships/image" Target="../media/image62.png"/><Relationship Id="rId63" Type="http://schemas.openxmlformats.org/officeDocument/2006/relationships/image" Target="../media/image124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81.png"/><Relationship Id="rId29" Type="http://schemas.openxmlformats.org/officeDocument/2006/relationships/image" Target="../media/image184.png"/><Relationship Id="rId11" Type="http://schemas.openxmlformats.org/officeDocument/2006/relationships/image" Target="../media/image46.png"/><Relationship Id="rId24" Type="http://schemas.openxmlformats.org/officeDocument/2006/relationships/image" Target="../media/image114.png"/><Relationship Id="rId32" Type="http://schemas.openxmlformats.org/officeDocument/2006/relationships/image" Target="../media/image187.png"/><Relationship Id="rId37" Type="http://schemas.openxmlformats.org/officeDocument/2006/relationships/image" Target="../media/image192.png"/><Relationship Id="rId40" Type="http://schemas.openxmlformats.org/officeDocument/2006/relationships/image" Target="../media/image133.png"/><Relationship Id="rId45" Type="http://schemas.openxmlformats.org/officeDocument/2006/relationships/image" Target="../media/image135.png"/><Relationship Id="rId53" Type="http://schemas.openxmlformats.org/officeDocument/2006/relationships/image" Target="../media/image60.png"/><Relationship Id="rId58" Type="http://schemas.openxmlformats.org/officeDocument/2006/relationships/image" Target="../media/image65.png"/><Relationship Id="rId66" Type="http://schemas.openxmlformats.org/officeDocument/2006/relationships/image" Target="../media/image137.png"/><Relationship Id="rId5" Type="http://schemas.openxmlformats.org/officeDocument/2006/relationships/image" Target="../media/image129.png"/><Relationship Id="rId61" Type="http://schemas.openxmlformats.org/officeDocument/2006/relationships/image" Target="../media/image194.png"/><Relationship Id="rId19" Type="http://schemas.openxmlformats.org/officeDocument/2006/relationships/image" Target="../media/image108.png"/><Relationship Id="rId43" Type="http://schemas.openxmlformats.org/officeDocument/2006/relationships/image" Target="../media/image207.png"/><Relationship Id="rId14" Type="http://schemas.openxmlformats.org/officeDocument/2006/relationships/image" Target="../media/image179.png"/><Relationship Id="rId22" Type="http://schemas.openxmlformats.org/officeDocument/2006/relationships/image" Target="../media/image111.png"/><Relationship Id="rId27" Type="http://schemas.openxmlformats.org/officeDocument/2006/relationships/image" Target="../media/image117.png"/><Relationship Id="rId30" Type="http://schemas.openxmlformats.org/officeDocument/2006/relationships/image" Target="../media/image185.png"/><Relationship Id="rId35" Type="http://schemas.openxmlformats.org/officeDocument/2006/relationships/image" Target="../media/image190.png"/><Relationship Id="rId48" Type="http://schemas.openxmlformats.org/officeDocument/2006/relationships/image" Target="../media/image209.png"/><Relationship Id="rId56" Type="http://schemas.openxmlformats.org/officeDocument/2006/relationships/image" Target="../media/image63.png"/><Relationship Id="rId64" Type="http://schemas.openxmlformats.org/officeDocument/2006/relationships/image" Target="../media/image125.png"/><Relationship Id="rId8" Type="http://schemas.openxmlformats.org/officeDocument/2006/relationships/image" Target="../media/image43.png"/><Relationship Id="rId51" Type="http://schemas.openxmlformats.org/officeDocument/2006/relationships/image" Target="../media/image58.png"/><Relationship Id="rId12" Type="http://schemas.openxmlformats.org/officeDocument/2006/relationships/image" Target="../media/image47.png"/><Relationship Id="rId17" Type="http://schemas.openxmlformats.org/officeDocument/2006/relationships/image" Target="../media/image182.png"/><Relationship Id="rId25" Type="http://schemas.openxmlformats.org/officeDocument/2006/relationships/image" Target="../media/image115.png"/><Relationship Id="rId33" Type="http://schemas.openxmlformats.org/officeDocument/2006/relationships/image" Target="../media/image188.png"/><Relationship Id="rId38" Type="http://schemas.openxmlformats.org/officeDocument/2006/relationships/image" Target="../media/image132.png"/><Relationship Id="rId46" Type="http://schemas.openxmlformats.org/officeDocument/2006/relationships/image" Target="../media/image208.png"/><Relationship Id="rId59" Type="http://schemas.openxmlformats.org/officeDocument/2006/relationships/image" Target="../media/image66.png"/><Relationship Id="rId67" Type="http://schemas.openxmlformats.org/officeDocument/2006/relationships/image" Target="../media/image138.png"/><Relationship Id="rId20" Type="http://schemas.openxmlformats.org/officeDocument/2006/relationships/image" Target="../media/image109.png"/><Relationship Id="rId41" Type="http://schemas.openxmlformats.org/officeDocument/2006/relationships/image" Target="../media/image206.png"/><Relationship Id="rId54" Type="http://schemas.openxmlformats.org/officeDocument/2006/relationships/image" Target="../media/image61.png"/><Relationship Id="rId6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5" Type="http://schemas.openxmlformats.org/officeDocument/2006/relationships/image" Target="../media/image180.png"/><Relationship Id="rId23" Type="http://schemas.openxmlformats.org/officeDocument/2006/relationships/image" Target="../media/image112.png"/><Relationship Id="rId28" Type="http://schemas.openxmlformats.org/officeDocument/2006/relationships/image" Target="../media/image183.png"/><Relationship Id="rId36" Type="http://schemas.openxmlformats.org/officeDocument/2006/relationships/image" Target="../media/image191.png"/><Relationship Id="rId49" Type="http://schemas.openxmlformats.org/officeDocument/2006/relationships/image" Target="../media/image56.png"/><Relationship Id="rId57" Type="http://schemas.openxmlformats.org/officeDocument/2006/relationships/image" Target="../media/image64.png"/><Relationship Id="rId44" Type="http://schemas.openxmlformats.org/officeDocument/2006/relationships/image" Target="../media/image127.png"/><Relationship Id="rId10" Type="http://schemas.openxmlformats.org/officeDocument/2006/relationships/image" Target="../media/image45.png"/><Relationship Id="rId31" Type="http://schemas.openxmlformats.org/officeDocument/2006/relationships/image" Target="../media/image186.png"/><Relationship Id="rId52" Type="http://schemas.openxmlformats.org/officeDocument/2006/relationships/image" Target="../media/image59.png"/><Relationship Id="rId60" Type="http://schemas.openxmlformats.org/officeDocument/2006/relationships/image" Target="../media/image193.png"/><Relationship Id="rId65" Type="http://schemas.openxmlformats.org/officeDocument/2006/relationships/image" Target="../media/image126.png"/><Relationship Id="rId4" Type="http://schemas.openxmlformats.org/officeDocument/2006/relationships/image" Target="../media/image128.png"/><Relationship Id="rId9" Type="http://schemas.openxmlformats.org/officeDocument/2006/relationships/image" Target="../media/image44.png"/><Relationship Id="rId13" Type="http://schemas.openxmlformats.org/officeDocument/2006/relationships/image" Target="../media/image178.png"/><Relationship Id="rId18" Type="http://schemas.openxmlformats.org/officeDocument/2006/relationships/image" Target="../media/image107.png"/><Relationship Id="rId39" Type="http://schemas.openxmlformats.org/officeDocument/2006/relationships/image" Target="../media/image2050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26" Type="http://schemas.openxmlformats.org/officeDocument/2006/relationships/image" Target="../media/image135.png"/><Relationship Id="rId39" Type="http://schemas.openxmlformats.org/officeDocument/2006/relationships/image" Target="../media/image230.png"/><Relationship Id="rId21" Type="http://schemas.openxmlformats.org/officeDocument/2006/relationships/image" Target="../media/image116.png"/><Relationship Id="rId34" Type="http://schemas.openxmlformats.org/officeDocument/2006/relationships/image" Target="../media/image225.png"/><Relationship Id="rId42" Type="http://schemas.openxmlformats.org/officeDocument/2006/relationships/image" Target="../media/image233.png"/><Relationship Id="rId47" Type="http://schemas.openxmlformats.org/officeDocument/2006/relationships/image" Target="../media/image238.png"/><Relationship Id="rId50" Type="http://schemas.openxmlformats.org/officeDocument/2006/relationships/image" Target="../media/image241.png"/><Relationship Id="rId55" Type="http://schemas.openxmlformats.org/officeDocument/2006/relationships/image" Target="../media/image246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10.png"/><Relationship Id="rId29" Type="http://schemas.openxmlformats.org/officeDocument/2006/relationships/image" Target="../media/image194.png"/><Relationship Id="rId11" Type="http://schemas.openxmlformats.org/officeDocument/2006/relationships/image" Target="../media/image46.png"/><Relationship Id="rId24" Type="http://schemas.openxmlformats.org/officeDocument/2006/relationships/image" Target="../media/image133.png"/><Relationship Id="rId32" Type="http://schemas.openxmlformats.org/officeDocument/2006/relationships/image" Target="../media/image223.png"/><Relationship Id="rId37" Type="http://schemas.openxmlformats.org/officeDocument/2006/relationships/image" Target="../media/image228.png"/><Relationship Id="rId40" Type="http://schemas.openxmlformats.org/officeDocument/2006/relationships/image" Target="../media/image231.png"/><Relationship Id="rId45" Type="http://schemas.openxmlformats.org/officeDocument/2006/relationships/image" Target="../media/image236.png"/><Relationship Id="rId53" Type="http://schemas.openxmlformats.org/officeDocument/2006/relationships/image" Target="../media/image244.png"/><Relationship Id="rId5" Type="http://schemas.openxmlformats.org/officeDocument/2006/relationships/image" Target="../media/image129.png"/><Relationship Id="rId10" Type="http://schemas.openxmlformats.org/officeDocument/2006/relationships/image" Target="../media/image45.png"/><Relationship Id="rId19" Type="http://schemas.openxmlformats.org/officeDocument/2006/relationships/image" Target="../media/image114.png"/><Relationship Id="rId31" Type="http://schemas.openxmlformats.org/officeDocument/2006/relationships/image" Target="../media/image222.png"/><Relationship Id="rId44" Type="http://schemas.openxmlformats.org/officeDocument/2006/relationships/image" Target="../media/image235.png"/><Relationship Id="rId52" Type="http://schemas.openxmlformats.org/officeDocument/2006/relationships/image" Target="../media/image243.png"/><Relationship Id="rId4" Type="http://schemas.openxmlformats.org/officeDocument/2006/relationships/image" Target="../media/image128.png"/><Relationship Id="rId9" Type="http://schemas.openxmlformats.org/officeDocument/2006/relationships/image" Target="../media/image44.png"/><Relationship Id="rId14" Type="http://schemas.openxmlformats.org/officeDocument/2006/relationships/image" Target="../media/image108.png"/><Relationship Id="rId22" Type="http://schemas.openxmlformats.org/officeDocument/2006/relationships/image" Target="../media/image117.png"/><Relationship Id="rId27" Type="http://schemas.openxmlformats.org/officeDocument/2006/relationships/image" Target="../media/image136.png"/><Relationship Id="rId30" Type="http://schemas.openxmlformats.org/officeDocument/2006/relationships/image" Target="../media/image221.png"/><Relationship Id="rId35" Type="http://schemas.openxmlformats.org/officeDocument/2006/relationships/image" Target="../media/image226.png"/><Relationship Id="rId43" Type="http://schemas.openxmlformats.org/officeDocument/2006/relationships/image" Target="../media/image234.png"/><Relationship Id="rId48" Type="http://schemas.openxmlformats.org/officeDocument/2006/relationships/image" Target="../media/image239.png"/><Relationship Id="rId8" Type="http://schemas.openxmlformats.org/officeDocument/2006/relationships/image" Target="../media/image43.png"/><Relationship Id="rId51" Type="http://schemas.openxmlformats.org/officeDocument/2006/relationships/image" Target="../media/image242.png"/><Relationship Id="rId3" Type="http://schemas.openxmlformats.org/officeDocument/2006/relationships/image" Target="../media/image127.png"/><Relationship Id="rId12" Type="http://schemas.openxmlformats.org/officeDocument/2006/relationships/image" Target="../media/image47.png"/><Relationship Id="rId17" Type="http://schemas.openxmlformats.org/officeDocument/2006/relationships/image" Target="../media/image111.png"/><Relationship Id="rId25" Type="http://schemas.openxmlformats.org/officeDocument/2006/relationships/image" Target="../media/image134.png"/><Relationship Id="rId33" Type="http://schemas.openxmlformats.org/officeDocument/2006/relationships/image" Target="../media/image224.png"/><Relationship Id="rId38" Type="http://schemas.openxmlformats.org/officeDocument/2006/relationships/image" Target="../media/image229.png"/><Relationship Id="rId46" Type="http://schemas.openxmlformats.org/officeDocument/2006/relationships/image" Target="../media/image237.png"/><Relationship Id="rId20" Type="http://schemas.openxmlformats.org/officeDocument/2006/relationships/image" Target="../media/image115.png"/><Relationship Id="rId41" Type="http://schemas.openxmlformats.org/officeDocument/2006/relationships/image" Target="../media/image232.png"/><Relationship Id="rId54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5" Type="http://schemas.openxmlformats.org/officeDocument/2006/relationships/image" Target="../media/image109.png"/><Relationship Id="rId23" Type="http://schemas.openxmlformats.org/officeDocument/2006/relationships/image" Target="../media/image132.png"/><Relationship Id="rId28" Type="http://schemas.openxmlformats.org/officeDocument/2006/relationships/image" Target="../media/image193.png"/><Relationship Id="rId36" Type="http://schemas.openxmlformats.org/officeDocument/2006/relationships/image" Target="../media/image227.png"/><Relationship Id="rId49" Type="http://schemas.openxmlformats.org/officeDocument/2006/relationships/image" Target="../media/image240.png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4.png"/><Relationship Id="rId21" Type="http://schemas.openxmlformats.org/officeDocument/2006/relationships/image" Target="../media/image115.png"/><Relationship Id="rId42" Type="http://schemas.openxmlformats.org/officeDocument/2006/relationships/image" Target="../media/image251.png"/><Relationship Id="rId47" Type="http://schemas.openxmlformats.org/officeDocument/2006/relationships/image" Target="../media/image256.png"/><Relationship Id="rId63" Type="http://schemas.openxmlformats.org/officeDocument/2006/relationships/image" Target="../media/image272.png"/><Relationship Id="rId68" Type="http://schemas.openxmlformats.org/officeDocument/2006/relationships/image" Target="../media/image277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109.png"/><Relationship Id="rId29" Type="http://schemas.openxmlformats.org/officeDocument/2006/relationships/image" Target="../media/image193.png"/><Relationship Id="rId11" Type="http://schemas.openxmlformats.org/officeDocument/2006/relationships/image" Target="../media/image45.png"/><Relationship Id="rId24" Type="http://schemas.openxmlformats.org/officeDocument/2006/relationships/image" Target="../media/image132.png"/><Relationship Id="rId32" Type="http://schemas.openxmlformats.org/officeDocument/2006/relationships/image" Target="../media/image222.png"/><Relationship Id="rId37" Type="http://schemas.openxmlformats.org/officeDocument/2006/relationships/image" Target="../media/image227.png"/><Relationship Id="rId40" Type="http://schemas.openxmlformats.org/officeDocument/2006/relationships/image" Target="../media/image249.png"/><Relationship Id="rId45" Type="http://schemas.openxmlformats.org/officeDocument/2006/relationships/image" Target="../media/image254.png"/><Relationship Id="rId53" Type="http://schemas.openxmlformats.org/officeDocument/2006/relationships/image" Target="../media/image262.png"/><Relationship Id="rId58" Type="http://schemas.openxmlformats.org/officeDocument/2006/relationships/image" Target="../media/image267.png"/><Relationship Id="rId66" Type="http://schemas.openxmlformats.org/officeDocument/2006/relationships/image" Target="../media/image275.png"/><Relationship Id="rId74" Type="http://schemas.openxmlformats.org/officeDocument/2006/relationships/image" Target="../media/image283.png"/><Relationship Id="rId5" Type="http://schemas.openxmlformats.org/officeDocument/2006/relationships/image" Target="../media/image128.png"/><Relationship Id="rId61" Type="http://schemas.openxmlformats.org/officeDocument/2006/relationships/image" Target="../media/image270.png"/><Relationship Id="rId19" Type="http://schemas.openxmlformats.org/officeDocument/2006/relationships/image" Target="../media/image112.png"/><Relationship Id="rId14" Type="http://schemas.openxmlformats.org/officeDocument/2006/relationships/image" Target="../media/image107.png"/><Relationship Id="rId22" Type="http://schemas.openxmlformats.org/officeDocument/2006/relationships/image" Target="../media/image116.png"/><Relationship Id="rId27" Type="http://schemas.openxmlformats.org/officeDocument/2006/relationships/image" Target="../media/image135.png"/><Relationship Id="rId30" Type="http://schemas.openxmlformats.org/officeDocument/2006/relationships/image" Target="../media/image194.png"/><Relationship Id="rId35" Type="http://schemas.openxmlformats.org/officeDocument/2006/relationships/image" Target="../media/image225.png"/><Relationship Id="rId43" Type="http://schemas.openxmlformats.org/officeDocument/2006/relationships/image" Target="../media/image252.png"/><Relationship Id="rId48" Type="http://schemas.openxmlformats.org/officeDocument/2006/relationships/image" Target="../media/image257.png"/><Relationship Id="rId56" Type="http://schemas.openxmlformats.org/officeDocument/2006/relationships/image" Target="../media/image265.png"/><Relationship Id="rId64" Type="http://schemas.openxmlformats.org/officeDocument/2006/relationships/image" Target="../media/image273.png"/><Relationship Id="rId69" Type="http://schemas.openxmlformats.org/officeDocument/2006/relationships/image" Target="../media/image278.png"/><Relationship Id="rId8" Type="http://schemas.openxmlformats.org/officeDocument/2006/relationships/image" Target="../media/image131.png"/><Relationship Id="rId51" Type="http://schemas.openxmlformats.org/officeDocument/2006/relationships/image" Target="../media/image260.png"/><Relationship Id="rId72" Type="http://schemas.openxmlformats.org/officeDocument/2006/relationships/image" Target="../media/image281.png"/><Relationship Id="rId3" Type="http://schemas.openxmlformats.org/officeDocument/2006/relationships/image" Target="../media/image247.png"/><Relationship Id="rId12" Type="http://schemas.openxmlformats.org/officeDocument/2006/relationships/image" Target="../media/image46.png"/><Relationship Id="rId17" Type="http://schemas.openxmlformats.org/officeDocument/2006/relationships/image" Target="../media/image110.png"/><Relationship Id="rId25" Type="http://schemas.openxmlformats.org/officeDocument/2006/relationships/image" Target="../media/image133.png"/><Relationship Id="rId33" Type="http://schemas.openxmlformats.org/officeDocument/2006/relationships/image" Target="../media/image223.png"/><Relationship Id="rId38" Type="http://schemas.openxmlformats.org/officeDocument/2006/relationships/image" Target="../media/image228.png"/><Relationship Id="rId46" Type="http://schemas.openxmlformats.org/officeDocument/2006/relationships/image" Target="../media/image255.png"/><Relationship Id="rId59" Type="http://schemas.openxmlformats.org/officeDocument/2006/relationships/image" Target="../media/image268.png"/><Relationship Id="rId67" Type="http://schemas.openxmlformats.org/officeDocument/2006/relationships/image" Target="../media/image276.png"/><Relationship Id="rId20" Type="http://schemas.openxmlformats.org/officeDocument/2006/relationships/image" Target="../media/image114.png"/><Relationship Id="rId41" Type="http://schemas.openxmlformats.org/officeDocument/2006/relationships/image" Target="../media/image250.png"/><Relationship Id="rId54" Type="http://schemas.openxmlformats.org/officeDocument/2006/relationships/image" Target="../media/image263.png"/><Relationship Id="rId62" Type="http://schemas.openxmlformats.org/officeDocument/2006/relationships/image" Target="../media/image271.png"/><Relationship Id="rId70" Type="http://schemas.openxmlformats.org/officeDocument/2006/relationships/image" Target="../media/image279.png"/><Relationship Id="rId75" Type="http://schemas.openxmlformats.org/officeDocument/2006/relationships/image" Target="../media/image2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5" Type="http://schemas.openxmlformats.org/officeDocument/2006/relationships/image" Target="../media/image108.png"/><Relationship Id="rId23" Type="http://schemas.openxmlformats.org/officeDocument/2006/relationships/image" Target="../media/image117.png"/><Relationship Id="rId28" Type="http://schemas.openxmlformats.org/officeDocument/2006/relationships/image" Target="../media/image136.png"/><Relationship Id="rId36" Type="http://schemas.openxmlformats.org/officeDocument/2006/relationships/image" Target="../media/image226.png"/><Relationship Id="rId49" Type="http://schemas.openxmlformats.org/officeDocument/2006/relationships/image" Target="../media/image258.png"/><Relationship Id="rId57" Type="http://schemas.openxmlformats.org/officeDocument/2006/relationships/image" Target="../media/image266.png"/><Relationship Id="rId10" Type="http://schemas.openxmlformats.org/officeDocument/2006/relationships/image" Target="../media/image44.png"/><Relationship Id="rId31" Type="http://schemas.openxmlformats.org/officeDocument/2006/relationships/image" Target="../media/image221.png"/><Relationship Id="rId44" Type="http://schemas.openxmlformats.org/officeDocument/2006/relationships/image" Target="../media/image253.png"/><Relationship Id="rId52" Type="http://schemas.openxmlformats.org/officeDocument/2006/relationships/image" Target="../media/image261.png"/><Relationship Id="rId60" Type="http://schemas.openxmlformats.org/officeDocument/2006/relationships/image" Target="../media/image269.png"/><Relationship Id="rId65" Type="http://schemas.openxmlformats.org/officeDocument/2006/relationships/image" Target="../media/image274.png"/><Relationship Id="rId73" Type="http://schemas.openxmlformats.org/officeDocument/2006/relationships/image" Target="../media/image282.png"/><Relationship Id="rId4" Type="http://schemas.openxmlformats.org/officeDocument/2006/relationships/image" Target="../media/image127.png"/><Relationship Id="rId9" Type="http://schemas.openxmlformats.org/officeDocument/2006/relationships/image" Target="../media/image43.png"/><Relationship Id="rId13" Type="http://schemas.openxmlformats.org/officeDocument/2006/relationships/image" Target="../media/image47.png"/><Relationship Id="rId18" Type="http://schemas.openxmlformats.org/officeDocument/2006/relationships/image" Target="../media/image111.png"/><Relationship Id="rId39" Type="http://schemas.openxmlformats.org/officeDocument/2006/relationships/image" Target="../media/image248.png"/><Relationship Id="rId34" Type="http://schemas.openxmlformats.org/officeDocument/2006/relationships/image" Target="../media/image224.png"/><Relationship Id="rId50" Type="http://schemas.openxmlformats.org/officeDocument/2006/relationships/image" Target="../media/image259.png"/><Relationship Id="rId55" Type="http://schemas.openxmlformats.org/officeDocument/2006/relationships/image" Target="../media/image264.png"/><Relationship Id="rId76" Type="http://schemas.openxmlformats.org/officeDocument/2006/relationships/image" Target="../media/image285.png"/><Relationship Id="rId7" Type="http://schemas.openxmlformats.org/officeDocument/2006/relationships/image" Target="../media/image130.png"/><Relationship Id="rId71" Type="http://schemas.openxmlformats.org/officeDocument/2006/relationships/image" Target="../media/image280.png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2.png"/><Relationship Id="rId21" Type="http://schemas.openxmlformats.org/officeDocument/2006/relationships/image" Target="../media/image112.png"/><Relationship Id="rId42" Type="http://schemas.openxmlformats.org/officeDocument/2006/relationships/image" Target="../media/image249.png"/><Relationship Id="rId47" Type="http://schemas.openxmlformats.org/officeDocument/2006/relationships/image" Target="../media/image254.png"/><Relationship Id="rId63" Type="http://schemas.openxmlformats.org/officeDocument/2006/relationships/image" Target="../media/image270.png"/><Relationship Id="rId68" Type="http://schemas.openxmlformats.org/officeDocument/2006/relationships/image" Target="../media/image275.png"/><Relationship Id="rId84" Type="http://schemas.openxmlformats.org/officeDocument/2006/relationships/image" Target="../media/image293.png"/><Relationship Id="rId89" Type="http://schemas.openxmlformats.org/officeDocument/2006/relationships/image" Target="../media/image298.png"/><Relationship Id="rId16" Type="http://schemas.openxmlformats.org/officeDocument/2006/relationships/image" Target="../media/image107.png"/><Relationship Id="rId11" Type="http://schemas.openxmlformats.org/officeDocument/2006/relationships/image" Target="../media/image43.png"/><Relationship Id="rId32" Type="http://schemas.openxmlformats.org/officeDocument/2006/relationships/image" Target="../media/image194.png"/><Relationship Id="rId37" Type="http://schemas.openxmlformats.org/officeDocument/2006/relationships/image" Target="../media/image225.png"/><Relationship Id="rId53" Type="http://schemas.openxmlformats.org/officeDocument/2006/relationships/image" Target="../media/image260.png"/><Relationship Id="rId58" Type="http://schemas.openxmlformats.org/officeDocument/2006/relationships/image" Target="../media/image265.png"/><Relationship Id="rId74" Type="http://schemas.openxmlformats.org/officeDocument/2006/relationships/image" Target="../media/image281.png"/><Relationship Id="rId79" Type="http://schemas.openxmlformats.org/officeDocument/2006/relationships/image" Target="../media/image288.png"/><Relationship Id="rId102" Type="http://schemas.openxmlformats.org/officeDocument/2006/relationships/image" Target="../media/image311.png"/><Relationship Id="rId5" Type="http://schemas.openxmlformats.org/officeDocument/2006/relationships/image" Target="../media/image247.png"/><Relationship Id="rId90" Type="http://schemas.openxmlformats.org/officeDocument/2006/relationships/image" Target="../media/image299.png"/><Relationship Id="rId95" Type="http://schemas.openxmlformats.org/officeDocument/2006/relationships/image" Target="../media/image304.png"/><Relationship Id="rId22" Type="http://schemas.openxmlformats.org/officeDocument/2006/relationships/image" Target="../media/image114.png"/><Relationship Id="rId27" Type="http://schemas.openxmlformats.org/officeDocument/2006/relationships/image" Target="../media/image133.png"/><Relationship Id="rId43" Type="http://schemas.openxmlformats.org/officeDocument/2006/relationships/image" Target="../media/image250.png"/><Relationship Id="rId48" Type="http://schemas.openxmlformats.org/officeDocument/2006/relationships/image" Target="../media/image255.png"/><Relationship Id="rId64" Type="http://schemas.openxmlformats.org/officeDocument/2006/relationships/image" Target="../media/image271.png"/><Relationship Id="rId69" Type="http://schemas.openxmlformats.org/officeDocument/2006/relationships/image" Target="../media/image276.png"/><Relationship Id="rId80" Type="http://schemas.openxmlformats.org/officeDocument/2006/relationships/image" Target="../media/image289.png"/><Relationship Id="rId85" Type="http://schemas.openxmlformats.org/officeDocument/2006/relationships/image" Target="../media/image294.png"/><Relationship Id="rId12" Type="http://schemas.openxmlformats.org/officeDocument/2006/relationships/image" Target="../media/image44.png"/><Relationship Id="rId17" Type="http://schemas.openxmlformats.org/officeDocument/2006/relationships/image" Target="../media/image108.png"/><Relationship Id="rId33" Type="http://schemas.openxmlformats.org/officeDocument/2006/relationships/image" Target="../media/image221.png"/><Relationship Id="rId38" Type="http://schemas.openxmlformats.org/officeDocument/2006/relationships/image" Target="../media/image226.png"/><Relationship Id="rId59" Type="http://schemas.openxmlformats.org/officeDocument/2006/relationships/image" Target="../media/image266.png"/><Relationship Id="rId103" Type="http://schemas.openxmlformats.org/officeDocument/2006/relationships/image" Target="../media/image312.png"/><Relationship Id="rId20" Type="http://schemas.openxmlformats.org/officeDocument/2006/relationships/image" Target="../media/image111.png"/><Relationship Id="rId41" Type="http://schemas.openxmlformats.org/officeDocument/2006/relationships/image" Target="../media/image248.png"/><Relationship Id="rId54" Type="http://schemas.openxmlformats.org/officeDocument/2006/relationships/image" Target="../media/image261.png"/><Relationship Id="rId62" Type="http://schemas.openxmlformats.org/officeDocument/2006/relationships/image" Target="../media/image269.png"/><Relationship Id="rId70" Type="http://schemas.openxmlformats.org/officeDocument/2006/relationships/image" Target="../media/image277.png"/><Relationship Id="rId75" Type="http://schemas.openxmlformats.org/officeDocument/2006/relationships/image" Target="../media/image282.png"/><Relationship Id="rId83" Type="http://schemas.openxmlformats.org/officeDocument/2006/relationships/image" Target="../media/image292.png"/><Relationship Id="rId88" Type="http://schemas.openxmlformats.org/officeDocument/2006/relationships/image" Target="../media/image297.png"/><Relationship Id="rId91" Type="http://schemas.openxmlformats.org/officeDocument/2006/relationships/image" Target="../media/image300.png"/><Relationship Id="rId96" Type="http://schemas.openxmlformats.org/officeDocument/2006/relationships/image" Target="../media/image3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15" Type="http://schemas.openxmlformats.org/officeDocument/2006/relationships/image" Target="../media/image47.png"/><Relationship Id="rId23" Type="http://schemas.openxmlformats.org/officeDocument/2006/relationships/image" Target="../media/image115.png"/><Relationship Id="rId28" Type="http://schemas.openxmlformats.org/officeDocument/2006/relationships/image" Target="../media/image134.png"/><Relationship Id="rId36" Type="http://schemas.openxmlformats.org/officeDocument/2006/relationships/image" Target="../media/image224.png"/><Relationship Id="rId49" Type="http://schemas.openxmlformats.org/officeDocument/2006/relationships/image" Target="../media/image256.png"/><Relationship Id="rId57" Type="http://schemas.openxmlformats.org/officeDocument/2006/relationships/image" Target="../media/image264.png"/><Relationship Id="rId10" Type="http://schemas.openxmlformats.org/officeDocument/2006/relationships/image" Target="../media/image131.png"/><Relationship Id="rId31" Type="http://schemas.openxmlformats.org/officeDocument/2006/relationships/image" Target="../media/image193.png"/><Relationship Id="rId44" Type="http://schemas.openxmlformats.org/officeDocument/2006/relationships/image" Target="../media/image251.png"/><Relationship Id="rId52" Type="http://schemas.openxmlformats.org/officeDocument/2006/relationships/image" Target="../media/image259.png"/><Relationship Id="rId60" Type="http://schemas.openxmlformats.org/officeDocument/2006/relationships/image" Target="../media/image267.png"/><Relationship Id="rId65" Type="http://schemas.openxmlformats.org/officeDocument/2006/relationships/image" Target="../media/image272.png"/><Relationship Id="rId73" Type="http://schemas.openxmlformats.org/officeDocument/2006/relationships/image" Target="../media/image280.png"/><Relationship Id="rId78" Type="http://schemas.openxmlformats.org/officeDocument/2006/relationships/image" Target="../media/image285.png"/><Relationship Id="rId81" Type="http://schemas.openxmlformats.org/officeDocument/2006/relationships/image" Target="../media/image290.png"/><Relationship Id="rId86" Type="http://schemas.openxmlformats.org/officeDocument/2006/relationships/image" Target="../media/image295.png"/><Relationship Id="rId94" Type="http://schemas.openxmlformats.org/officeDocument/2006/relationships/image" Target="../media/image303.png"/><Relationship Id="rId99" Type="http://schemas.openxmlformats.org/officeDocument/2006/relationships/image" Target="../media/image308.png"/><Relationship Id="rId101" Type="http://schemas.openxmlformats.org/officeDocument/2006/relationships/image" Target="../media/image310.png"/><Relationship Id="rId4" Type="http://schemas.openxmlformats.org/officeDocument/2006/relationships/image" Target="../media/image286.png"/><Relationship Id="rId9" Type="http://schemas.openxmlformats.org/officeDocument/2006/relationships/image" Target="../media/image130.png"/><Relationship Id="rId13" Type="http://schemas.openxmlformats.org/officeDocument/2006/relationships/image" Target="../media/image45.png"/><Relationship Id="rId18" Type="http://schemas.openxmlformats.org/officeDocument/2006/relationships/image" Target="../media/image109.png"/><Relationship Id="rId39" Type="http://schemas.openxmlformats.org/officeDocument/2006/relationships/image" Target="../media/image227.png"/><Relationship Id="rId34" Type="http://schemas.openxmlformats.org/officeDocument/2006/relationships/image" Target="../media/image222.png"/><Relationship Id="rId50" Type="http://schemas.openxmlformats.org/officeDocument/2006/relationships/image" Target="../media/image257.png"/><Relationship Id="rId55" Type="http://schemas.openxmlformats.org/officeDocument/2006/relationships/image" Target="../media/image262.png"/><Relationship Id="rId76" Type="http://schemas.openxmlformats.org/officeDocument/2006/relationships/image" Target="../media/image283.png"/><Relationship Id="rId97" Type="http://schemas.openxmlformats.org/officeDocument/2006/relationships/image" Target="../media/image306.png"/><Relationship Id="rId104" Type="http://schemas.openxmlformats.org/officeDocument/2006/relationships/image" Target="../media/image313.png"/><Relationship Id="rId7" Type="http://schemas.openxmlformats.org/officeDocument/2006/relationships/image" Target="../media/image128.png"/><Relationship Id="rId71" Type="http://schemas.openxmlformats.org/officeDocument/2006/relationships/image" Target="../media/image278.png"/><Relationship Id="rId92" Type="http://schemas.openxmlformats.org/officeDocument/2006/relationships/image" Target="../media/image301.png"/><Relationship Id="rId2" Type="http://schemas.openxmlformats.org/officeDocument/2006/relationships/notesSlide" Target="../notesSlides/notesSlide38.xml"/><Relationship Id="rId29" Type="http://schemas.openxmlformats.org/officeDocument/2006/relationships/image" Target="../media/image135.png"/><Relationship Id="rId24" Type="http://schemas.openxmlformats.org/officeDocument/2006/relationships/image" Target="../media/image116.png"/><Relationship Id="rId40" Type="http://schemas.openxmlformats.org/officeDocument/2006/relationships/image" Target="../media/image228.png"/><Relationship Id="rId45" Type="http://schemas.openxmlformats.org/officeDocument/2006/relationships/image" Target="../media/image252.png"/><Relationship Id="rId66" Type="http://schemas.openxmlformats.org/officeDocument/2006/relationships/image" Target="../media/image273.png"/><Relationship Id="rId87" Type="http://schemas.openxmlformats.org/officeDocument/2006/relationships/image" Target="../media/image296.png"/><Relationship Id="rId61" Type="http://schemas.openxmlformats.org/officeDocument/2006/relationships/image" Target="../media/image268.png"/><Relationship Id="rId82" Type="http://schemas.openxmlformats.org/officeDocument/2006/relationships/image" Target="../media/image291.png"/><Relationship Id="rId19" Type="http://schemas.openxmlformats.org/officeDocument/2006/relationships/image" Target="../media/image110.png"/><Relationship Id="rId14" Type="http://schemas.openxmlformats.org/officeDocument/2006/relationships/image" Target="../media/image46.png"/><Relationship Id="rId30" Type="http://schemas.openxmlformats.org/officeDocument/2006/relationships/image" Target="../media/image136.png"/><Relationship Id="rId35" Type="http://schemas.openxmlformats.org/officeDocument/2006/relationships/image" Target="../media/image223.png"/><Relationship Id="rId56" Type="http://schemas.openxmlformats.org/officeDocument/2006/relationships/image" Target="../media/image263.png"/><Relationship Id="rId77" Type="http://schemas.openxmlformats.org/officeDocument/2006/relationships/image" Target="../media/image284.png"/><Relationship Id="rId100" Type="http://schemas.openxmlformats.org/officeDocument/2006/relationships/image" Target="../media/image309.png"/><Relationship Id="rId105" Type="http://schemas.openxmlformats.org/officeDocument/2006/relationships/image" Target="../media/image314.png"/><Relationship Id="rId8" Type="http://schemas.openxmlformats.org/officeDocument/2006/relationships/image" Target="../media/image129.png"/><Relationship Id="rId51" Type="http://schemas.openxmlformats.org/officeDocument/2006/relationships/image" Target="../media/image258.png"/><Relationship Id="rId72" Type="http://schemas.openxmlformats.org/officeDocument/2006/relationships/image" Target="../media/image279.png"/><Relationship Id="rId93" Type="http://schemas.openxmlformats.org/officeDocument/2006/relationships/image" Target="../media/image302.png"/><Relationship Id="rId98" Type="http://schemas.openxmlformats.org/officeDocument/2006/relationships/image" Target="../media/image307.png"/><Relationship Id="rId3" Type="http://schemas.openxmlformats.org/officeDocument/2006/relationships/image" Target="../media/image219.png"/><Relationship Id="rId25" Type="http://schemas.openxmlformats.org/officeDocument/2006/relationships/image" Target="../media/image117.png"/><Relationship Id="rId46" Type="http://schemas.openxmlformats.org/officeDocument/2006/relationships/image" Target="../media/image253.png"/><Relationship Id="rId67" Type="http://schemas.openxmlformats.org/officeDocument/2006/relationships/image" Target="../media/image274.png"/></Relationships>
</file>

<file path=ppt/slides/_rels/slide3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2.png"/><Relationship Id="rId21" Type="http://schemas.openxmlformats.org/officeDocument/2006/relationships/image" Target="../media/image112.png"/><Relationship Id="rId42" Type="http://schemas.openxmlformats.org/officeDocument/2006/relationships/image" Target="../media/image249.png"/><Relationship Id="rId47" Type="http://schemas.openxmlformats.org/officeDocument/2006/relationships/image" Target="../media/image254.png"/><Relationship Id="rId63" Type="http://schemas.openxmlformats.org/officeDocument/2006/relationships/image" Target="../media/image270.png"/><Relationship Id="rId68" Type="http://schemas.openxmlformats.org/officeDocument/2006/relationships/image" Target="../media/image275.png"/><Relationship Id="rId84" Type="http://schemas.openxmlformats.org/officeDocument/2006/relationships/image" Target="../media/image293.png"/><Relationship Id="rId89" Type="http://schemas.openxmlformats.org/officeDocument/2006/relationships/image" Target="../media/image298.png"/><Relationship Id="rId16" Type="http://schemas.openxmlformats.org/officeDocument/2006/relationships/image" Target="../media/image107.png"/><Relationship Id="rId107" Type="http://schemas.openxmlformats.org/officeDocument/2006/relationships/image" Target="../media/image315.png"/><Relationship Id="rId11" Type="http://schemas.openxmlformats.org/officeDocument/2006/relationships/image" Target="../media/image43.png"/><Relationship Id="rId32" Type="http://schemas.openxmlformats.org/officeDocument/2006/relationships/image" Target="../media/image194.png"/><Relationship Id="rId37" Type="http://schemas.openxmlformats.org/officeDocument/2006/relationships/image" Target="../media/image225.png"/><Relationship Id="rId53" Type="http://schemas.openxmlformats.org/officeDocument/2006/relationships/image" Target="../media/image260.png"/><Relationship Id="rId58" Type="http://schemas.openxmlformats.org/officeDocument/2006/relationships/image" Target="../media/image265.png"/><Relationship Id="rId74" Type="http://schemas.openxmlformats.org/officeDocument/2006/relationships/image" Target="../media/image281.png"/><Relationship Id="rId79" Type="http://schemas.openxmlformats.org/officeDocument/2006/relationships/image" Target="../media/image288.png"/><Relationship Id="rId102" Type="http://schemas.openxmlformats.org/officeDocument/2006/relationships/image" Target="../media/image311.png"/><Relationship Id="rId5" Type="http://schemas.openxmlformats.org/officeDocument/2006/relationships/image" Target="../media/image247.png"/><Relationship Id="rId90" Type="http://schemas.openxmlformats.org/officeDocument/2006/relationships/image" Target="../media/image299.png"/><Relationship Id="rId95" Type="http://schemas.openxmlformats.org/officeDocument/2006/relationships/image" Target="../media/image304.png"/><Relationship Id="rId22" Type="http://schemas.openxmlformats.org/officeDocument/2006/relationships/image" Target="../media/image114.png"/><Relationship Id="rId27" Type="http://schemas.openxmlformats.org/officeDocument/2006/relationships/image" Target="../media/image133.png"/><Relationship Id="rId43" Type="http://schemas.openxmlformats.org/officeDocument/2006/relationships/image" Target="../media/image250.png"/><Relationship Id="rId48" Type="http://schemas.openxmlformats.org/officeDocument/2006/relationships/image" Target="../media/image255.png"/><Relationship Id="rId64" Type="http://schemas.openxmlformats.org/officeDocument/2006/relationships/image" Target="../media/image271.png"/><Relationship Id="rId69" Type="http://schemas.openxmlformats.org/officeDocument/2006/relationships/image" Target="../media/image276.png"/><Relationship Id="rId80" Type="http://schemas.openxmlformats.org/officeDocument/2006/relationships/image" Target="../media/image289.png"/><Relationship Id="rId85" Type="http://schemas.openxmlformats.org/officeDocument/2006/relationships/image" Target="../media/image294.png"/><Relationship Id="rId12" Type="http://schemas.openxmlformats.org/officeDocument/2006/relationships/image" Target="../media/image44.png"/><Relationship Id="rId17" Type="http://schemas.openxmlformats.org/officeDocument/2006/relationships/image" Target="../media/image108.png"/><Relationship Id="rId33" Type="http://schemas.openxmlformats.org/officeDocument/2006/relationships/image" Target="../media/image221.png"/><Relationship Id="rId38" Type="http://schemas.openxmlformats.org/officeDocument/2006/relationships/image" Target="../media/image226.png"/><Relationship Id="rId59" Type="http://schemas.openxmlformats.org/officeDocument/2006/relationships/image" Target="../media/image266.png"/><Relationship Id="rId103" Type="http://schemas.openxmlformats.org/officeDocument/2006/relationships/image" Target="../media/image312.png"/><Relationship Id="rId108" Type="http://schemas.openxmlformats.org/officeDocument/2006/relationships/image" Target="../media/image316.png"/><Relationship Id="rId54" Type="http://schemas.openxmlformats.org/officeDocument/2006/relationships/image" Target="../media/image261.png"/><Relationship Id="rId70" Type="http://schemas.openxmlformats.org/officeDocument/2006/relationships/image" Target="../media/image277.png"/><Relationship Id="rId75" Type="http://schemas.openxmlformats.org/officeDocument/2006/relationships/image" Target="../media/image282.png"/><Relationship Id="rId91" Type="http://schemas.openxmlformats.org/officeDocument/2006/relationships/image" Target="../media/image300.png"/><Relationship Id="rId96" Type="http://schemas.openxmlformats.org/officeDocument/2006/relationships/image" Target="../media/image3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15" Type="http://schemas.openxmlformats.org/officeDocument/2006/relationships/image" Target="../media/image47.png"/><Relationship Id="rId23" Type="http://schemas.openxmlformats.org/officeDocument/2006/relationships/image" Target="../media/image115.png"/><Relationship Id="rId28" Type="http://schemas.openxmlformats.org/officeDocument/2006/relationships/image" Target="../media/image134.png"/><Relationship Id="rId36" Type="http://schemas.openxmlformats.org/officeDocument/2006/relationships/image" Target="../media/image224.png"/><Relationship Id="rId49" Type="http://schemas.openxmlformats.org/officeDocument/2006/relationships/image" Target="../media/image256.png"/><Relationship Id="rId57" Type="http://schemas.openxmlformats.org/officeDocument/2006/relationships/image" Target="../media/image264.png"/><Relationship Id="rId106" Type="http://schemas.openxmlformats.org/officeDocument/2006/relationships/image" Target="../media/image287.png"/><Relationship Id="rId10" Type="http://schemas.openxmlformats.org/officeDocument/2006/relationships/image" Target="../media/image131.png"/><Relationship Id="rId31" Type="http://schemas.openxmlformats.org/officeDocument/2006/relationships/image" Target="../media/image193.png"/><Relationship Id="rId44" Type="http://schemas.openxmlformats.org/officeDocument/2006/relationships/image" Target="../media/image251.png"/><Relationship Id="rId52" Type="http://schemas.openxmlformats.org/officeDocument/2006/relationships/image" Target="../media/image259.png"/><Relationship Id="rId60" Type="http://schemas.openxmlformats.org/officeDocument/2006/relationships/image" Target="../media/image267.png"/><Relationship Id="rId65" Type="http://schemas.openxmlformats.org/officeDocument/2006/relationships/image" Target="../media/image272.png"/><Relationship Id="rId73" Type="http://schemas.openxmlformats.org/officeDocument/2006/relationships/image" Target="../media/image280.png"/><Relationship Id="rId78" Type="http://schemas.openxmlformats.org/officeDocument/2006/relationships/image" Target="../media/image285.png"/><Relationship Id="rId81" Type="http://schemas.openxmlformats.org/officeDocument/2006/relationships/image" Target="../media/image290.png"/><Relationship Id="rId86" Type="http://schemas.openxmlformats.org/officeDocument/2006/relationships/image" Target="../media/image295.png"/><Relationship Id="rId94" Type="http://schemas.openxmlformats.org/officeDocument/2006/relationships/image" Target="../media/image303.png"/><Relationship Id="rId99" Type="http://schemas.openxmlformats.org/officeDocument/2006/relationships/image" Target="../media/image308.png"/><Relationship Id="rId101" Type="http://schemas.openxmlformats.org/officeDocument/2006/relationships/image" Target="../media/image310.png"/><Relationship Id="rId4" Type="http://schemas.openxmlformats.org/officeDocument/2006/relationships/image" Target="../media/image286.png"/><Relationship Id="rId9" Type="http://schemas.openxmlformats.org/officeDocument/2006/relationships/image" Target="../media/image130.png"/><Relationship Id="rId13" Type="http://schemas.openxmlformats.org/officeDocument/2006/relationships/image" Target="../media/image45.png"/><Relationship Id="rId18" Type="http://schemas.openxmlformats.org/officeDocument/2006/relationships/image" Target="../media/image109.png"/><Relationship Id="rId39" Type="http://schemas.openxmlformats.org/officeDocument/2006/relationships/image" Target="../media/image227.png"/><Relationship Id="rId109" Type="http://schemas.openxmlformats.org/officeDocument/2006/relationships/image" Target="../media/image317.png"/><Relationship Id="rId34" Type="http://schemas.openxmlformats.org/officeDocument/2006/relationships/image" Target="../media/image222.png"/><Relationship Id="rId50" Type="http://schemas.openxmlformats.org/officeDocument/2006/relationships/image" Target="../media/image257.png"/><Relationship Id="rId55" Type="http://schemas.openxmlformats.org/officeDocument/2006/relationships/image" Target="../media/image262.png"/><Relationship Id="rId76" Type="http://schemas.openxmlformats.org/officeDocument/2006/relationships/image" Target="../media/image283.png"/><Relationship Id="rId97" Type="http://schemas.openxmlformats.org/officeDocument/2006/relationships/image" Target="../media/image306.png"/><Relationship Id="rId104" Type="http://schemas.openxmlformats.org/officeDocument/2006/relationships/image" Target="../media/image313.png"/><Relationship Id="rId7" Type="http://schemas.openxmlformats.org/officeDocument/2006/relationships/image" Target="../media/image128.png"/><Relationship Id="rId71" Type="http://schemas.openxmlformats.org/officeDocument/2006/relationships/image" Target="../media/image278.png"/><Relationship Id="rId92" Type="http://schemas.openxmlformats.org/officeDocument/2006/relationships/image" Target="../media/image301.png"/><Relationship Id="rId2" Type="http://schemas.openxmlformats.org/officeDocument/2006/relationships/notesSlide" Target="../notesSlides/notesSlide39.xml"/><Relationship Id="rId29" Type="http://schemas.openxmlformats.org/officeDocument/2006/relationships/image" Target="../media/image135.png"/><Relationship Id="rId24" Type="http://schemas.openxmlformats.org/officeDocument/2006/relationships/image" Target="../media/image116.png"/><Relationship Id="rId40" Type="http://schemas.openxmlformats.org/officeDocument/2006/relationships/image" Target="../media/image228.png"/><Relationship Id="rId45" Type="http://schemas.openxmlformats.org/officeDocument/2006/relationships/image" Target="../media/image252.png"/><Relationship Id="rId66" Type="http://schemas.openxmlformats.org/officeDocument/2006/relationships/image" Target="../media/image273.png"/><Relationship Id="rId87" Type="http://schemas.openxmlformats.org/officeDocument/2006/relationships/image" Target="../media/image296.png"/><Relationship Id="rId110" Type="http://schemas.openxmlformats.org/officeDocument/2006/relationships/image" Target="../media/image318.png"/><Relationship Id="rId61" Type="http://schemas.openxmlformats.org/officeDocument/2006/relationships/image" Target="../media/image268.png"/><Relationship Id="rId82" Type="http://schemas.openxmlformats.org/officeDocument/2006/relationships/image" Target="../media/image291.png"/><Relationship Id="rId19" Type="http://schemas.openxmlformats.org/officeDocument/2006/relationships/image" Target="../media/image110.png"/><Relationship Id="rId14" Type="http://schemas.openxmlformats.org/officeDocument/2006/relationships/image" Target="../media/image46.png"/><Relationship Id="rId30" Type="http://schemas.openxmlformats.org/officeDocument/2006/relationships/image" Target="../media/image136.png"/><Relationship Id="rId35" Type="http://schemas.openxmlformats.org/officeDocument/2006/relationships/image" Target="../media/image223.png"/><Relationship Id="rId56" Type="http://schemas.openxmlformats.org/officeDocument/2006/relationships/image" Target="../media/image263.png"/><Relationship Id="rId77" Type="http://schemas.openxmlformats.org/officeDocument/2006/relationships/image" Target="../media/image284.png"/><Relationship Id="rId100" Type="http://schemas.openxmlformats.org/officeDocument/2006/relationships/image" Target="../media/image309.png"/><Relationship Id="rId105" Type="http://schemas.openxmlformats.org/officeDocument/2006/relationships/image" Target="../media/image314.png"/><Relationship Id="rId8" Type="http://schemas.openxmlformats.org/officeDocument/2006/relationships/image" Target="../media/image129.png"/><Relationship Id="rId51" Type="http://schemas.openxmlformats.org/officeDocument/2006/relationships/image" Target="../media/image258.png"/><Relationship Id="rId72" Type="http://schemas.openxmlformats.org/officeDocument/2006/relationships/image" Target="../media/image279.png"/><Relationship Id="rId93" Type="http://schemas.openxmlformats.org/officeDocument/2006/relationships/image" Target="../media/image302.png"/><Relationship Id="rId98" Type="http://schemas.openxmlformats.org/officeDocument/2006/relationships/image" Target="../media/image307.png"/><Relationship Id="rId3" Type="http://schemas.openxmlformats.org/officeDocument/2006/relationships/image" Target="../media/image219.png"/><Relationship Id="rId25" Type="http://schemas.openxmlformats.org/officeDocument/2006/relationships/image" Target="../media/image117.png"/><Relationship Id="rId46" Type="http://schemas.openxmlformats.org/officeDocument/2006/relationships/image" Target="../media/image253.png"/><Relationship Id="rId67" Type="http://schemas.openxmlformats.org/officeDocument/2006/relationships/image" Target="../media/image274.png"/><Relationship Id="rId20" Type="http://schemas.openxmlformats.org/officeDocument/2006/relationships/image" Target="../media/image111.png"/><Relationship Id="rId41" Type="http://schemas.openxmlformats.org/officeDocument/2006/relationships/image" Target="../media/image248.png"/><Relationship Id="rId62" Type="http://schemas.openxmlformats.org/officeDocument/2006/relationships/image" Target="../media/image269.png"/><Relationship Id="rId83" Type="http://schemas.openxmlformats.org/officeDocument/2006/relationships/image" Target="../media/image292.png"/><Relationship Id="rId88" Type="http://schemas.openxmlformats.org/officeDocument/2006/relationships/image" Target="../media/image297.png"/></Relationships>
</file>

<file path=ppt/slides/_rels/slide4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2.png"/><Relationship Id="rId21" Type="http://schemas.openxmlformats.org/officeDocument/2006/relationships/image" Target="../media/image112.png"/><Relationship Id="rId42" Type="http://schemas.openxmlformats.org/officeDocument/2006/relationships/image" Target="../media/image249.png"/><Relationship Id="rId47" Type="http://schemas.openxmlformats.org/officeDocument/2006/relationships/image" Target="../media/image254.png"/><Relationship Id="rId63" Type="http://schemas.openxmlformats.org/officeDocument/2006/relationships/image" Target="../media/image270.png"/><Relationship Id="rId68" Type="http://schemas.openxmlformats.org/officeDocument/2006/relationships/image" Target="../media/image275.png"/><Relationship Id="rId84" Type="http://schemas.openxmlformats.org/officeDocument/2006/relationships/image" Target="../media/image293.png"/><Relationship Id="rId89" Type="http://schemas.openxmlformats.org/officeDocument/2006/relationships/image" Target="../media/image298.png"/><Relationship Id="rId16" Type="http://schemas.openxmlformats.org/officeDocument/2006/relationships/image" Target="../media/image107.png"/><Relationship Id="rId107" Type="http://schemas.openxmlformats.org/officeDocument/2006/relationships/image" Target="../media/image3170.png"/><Relationship Id="rId11" Type="http://schemas.openxmlformats.org/officeDocument/2006/relationships/image" Target="../media/image43.png"/><Relationship Id="rId32" Type="http://schemas.openxmlformats.org/officeDocument/2006/relationships/image" Target="../media/image194.png"/><Relationship Id="rId37" Type="http://schemas.openxmlformats.org/officeDocument/2006/relationships/image" Target="../media/image225.png"/><Relationship Id="rId53" Type="http://schemas.openxmlformats.org/officeDocument/2006/relationships/image" Target="../media/image260.png"/><Relationship Id="rId58" Type="http://schemas.openxmlformats.org/officeDocument/2006/relationships/image" Target="../media/image265.png"/><Relationship Id="rId74" Type="http://schemas.openxmlformats.org/officeDocument/2006/relationships/image" Target="../media/image281.png"/><Relationship Id="rId79" Type="http://schemas.openxmlformats.org/officeDocument/2006/relationships/image" Target="../media/image288.png"/><Relationship Id="rId102" Type="http://schemas.openxmlformats.org/officeDocument/2006/relationships/image" Target="../media/image311.png"/><Relationship Id="rId5" Type="http://schemas.openxmlformats.org/officeDocument/2006/relationships/image" Target="../media/image247.png"/><Relationship Id="rId90" Type="http://schemas.openxmlformats.org/officeDocument/2006/relationships/image" Target="../media/image299.png"/><Relationship Id="rId95" Type="http://schemas.openxmlformats.org/officeDocument/2006/relationships/image" Target="../media/image304.png"/><Relationship Id="rId22" Type="http://schemas.openxmlformats.org/officeDocument/2006/relationships/image" Target="../media/image114.png"/><Relationship Id="rId27" Type="http://schemas.openxmlformats.org/officeDocument/2006/relationships/image" Target="../media/image133.png"/><Relationship Id="rId43" Type="http://schemas.openxmlformats.org/officeDocument/2006/relationships/image" Target="../media/image250.png"/><Relationship Id="rId48" Type="http://schemas.openxmlformats.org/officeDocument/2006/relationships/image" Target="../media/image255.png"/><Relationship Id="rId64" Type="http://schemas.openxmlformats.org/officeDocument/2006/relationships/image" Target="../media/image271.png"/><Relationship Id="rId69" Type="http://schemas.openxmlformats.org/officeDocument/2006/relationships/image" Target="../media/image276.png"/><Relationship Id="rId80" Type="http://schemas.openxmlformats.org/officeDocument/2006/relationships/image" Target="../media/image289.png"/><Relationship Id="rId85" Type="http://schemas.openxmlformats.org/officeDocument/2006/relationships/image" Target="../media/image294.png"/><Relationship Id="rId12" Type="http://schemas.openxmlformats.org/officeDocument/2006/relationships/image" Target="../media/image44.png"/><Relationship Id="rId17" Type="http://schemas.openxmlformats.org/officeDocument/2006/relationships/image" Target="../media/image108.png"/><Relationship Id="rId33" Type="http://schemas.openxmlformats.org/officeDocument/2006/relationships/image" Target="../media/image221.png"/><Relationship Id="rId38" Type="http://schemas.openxmlformats.org/officeDocument/2006/relationships/image" Target="../media/image226.png"/><Relationship Id="rId59" Type="http://schemas.openxmlformats.org/officeDocument/2006/relationships/image" Target="../media/image266.png"/><Relationship Id="rId103" Type="http://schemas.openxmlformats.org/officeDocument/2006/relationships/image" Target="../media/image312.png"/><Relationship Id="rId108" Type="http://schemas.openxmlformats.org/officeDocument/2006/relationships/image" Target="../media/image3180.png"/><Relationship Id="rId54" Type="http://schemas.openxmlformats.org/officeDocument/2006/relationships/image" Target="../media/image261.png"/><Relationship Id="rId70" Type="http://schemas.openxmlformats.org/officeDocument/2006/relationships/image" Target="../media/image277.png"/><Relationship Id="rId75" Type="http://schemas.openxmlformats.org/officeDocument/2006/relationships/image" Target="../media/image282.png"/><Relationship Id="rId91" Type="http://schemas.openxmlformats.org/officeDocument/2006/relationships/image" Target="../media/image300.png"/><Relationship Id="rId96" Type="http://schemas.openxmlformats.org/officeDocument/2006/relationships/image" Target="../media/image3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15" Type="http://schemas.openxmlformats.org/officeDocument/2006/relationships/image" Target="../media/image47.png"/><Relationship Id="rId23" Type="http://schemas.openxmlformats.org/officeDocument/2006/relationships/image" Target="../media/image115.png"/><Relationship Id="rId28" Type="http://schemas.openxmlformats.org/officeDocument/2006/relationships/image" Target="../media/image134.png"/><Relationship Id="rId36" Type="http://schemas.openxmlformats.org/officeDocument/2006/relationships/image" Target="../media/image224.png"/><Relationship Id="rId49" Type="http://schemas.openxmlformats.org/officeDocument/2006/relationships/image" Target="../media/image256.png"/><Relationship Id="rId57" Type="http://schemas.openxmlformats.org/officeDocument/2006/relationships/image" Target="../media/image264.png"/><Relationship Id="rId106" Type="http://schemas.openxmlformats.org/officeDocument/2006/relationships/image" Target="../media/image3160.png"/><Relationship Id="rId10" Type="http://schemas.openxmlformats.org/officeDocument/2006/relationships/image" Target="../media/image131.png"/><Relationship Id="rId31" Type="http://schemas.openxmlformats.org/officeDocument/2006/relationships/image" Target="../media/image193.png"/><Relationship Id="rId44" Type="http://schemas.openxmlformats.org/officeDocument/2006/relationships/image" Target="../media/image251.png"/><Relationship Id="rId52" Type="http://schemas.openxmlformats.org/officeDocument/2006/relationships/image" Target="../media/image259.png"/><Relationship Id="rId60" Type="http://schemas.openxmlformats.org/officeDocument/2006/relationships/image" Target="../media/image267.png"/><Relationship Id="rId65" Type="http://schemas.openxmlformats.org/officeDocument/2006/relationships/image" Target="../media/image272.png"/><Relationship Id="rId73" Type="http://schemas.openxmlformats.org/officeDocument/2006/relationships/image" Target="../media/image280.png"/><Relationship Id="rId78" Type="http://schemas.openxmlformats.org/officeDocument/2006/relationships/image" Target="../media/image285.png"/><Relationship Id="rId81" Type="http://schemas.openxmlformats.org/officeDocument/2006/relationships/image" Target="../media/image290.png"/><Relationship Id="rId86" Type="http://schemas.openxmlformats.org/officeDocument/2006/relationships/image" Target="../media/image295.png"/><Relationship Id="rId94" Type="http://schemas.openxmlformats.org/officeDocument/2006/relationships/image" Target="../media/image303.png"/><Relationship Id="rId99" Type="http://schemas.openxmlformats.org/officeDocument/2006/relationships/image" Target="../media/image308.png"/><Relationship Id="rId101" Type="http://schemas.openxmlformats.org/officeDocument/2006/relationships/image" Target="../media/image310.png"/><Relationship Id="rId4" Type="http://schemas.openxmlformats.org/officeDocument/2006/relationships/image" Target="../media/image286.png"/><Relationship Id="rId9" Type="http://schemas.openxmlformats.org/officeDocument/2006/relationships/image" Target="../media/image130.png"/><Relationship Id="rId13" Type="http://schemas.openxmlformats.org/officeDocument/2006/relationships/image" Target="../media/image45.png"/><Relationship Id="rId18" Type="http://schemas.openxmlformats.org/officeDocument/2006/relationships/image" Target="../media/image109.png"/><Relationship Id="rId39" Type="http://schemas.openxmlformats.org/officeDocument/2006/relationships/image" Target="../media/image227.png"/><Relationship Id="rId109" Type="http://schemas.openxmlformats.org/officeDocument/2006/relationships/image" Target="../media/image314.png"/><Relationship Id="rId34" Type="http://schemas.openxmlformats.org/officeDocument/2006/relationships/image" Target="../media/image222.png"/><Relationship Id="rId50" Type="http://schemas.openxmlformats.org/officeDocument/2006/relationships/image" Target="../media/image257.png"/><Relationship Id="rId55" Type="http://schemas.openxmlformats.org/officeDocument/2006/relationships/image" Target="../media/image262.png"/><Relationship Id="rId76" Type="http://schemas.openxmlformats.org/officeDocument/2006/relationships/image" Target="../media/image283.png"/><Relationship Id="rId97" Type="http://schemas.openxmlformats.org/officeDocument/2006/relationships/image" Target="../media/image306.png"/><Relationship Id="rId104" Type="http://schemas.openxmlformats.org/officeDocument/2006/relationships/image" Target="../media/image313.png"/><Relationship Id="rId7" Type="http://schemas.openxmlformats.org/officeDocument/2006/relationships/image" Target="../media/image128.png"/><Relationship Id="rId71" Type="http://schemas.openxmlformats.org/officeDocument/2006/relationships/image" Target="../media/image278.png"/><Relationship Id="rId92" Type="http://schemas.openxmlformats.org/officeDocument/2006/relationships/image" Target="../media/image301.png"/><Relationship Id="rId2" Type="http://schemas.openxmlformats.org/officeDocument/2006/relationships/notesSlide" Target="../notesSlides/notesSlide40.xml"/><Relationship Id="rId29" Type="http://schemas.openxmlformats.org/officeDocument/2006/relationships/image" Target="../media/image135.png"/><Relationship Id="rId24" Type="http://schemas.openxmlformats.org/officeDocument/2006/relationships/image" Target="../media/image116.png"/><Relationship Id="rId40" Type="http://schemas.openxmlformats.org/officeDocument/2006/relationships/image" Target="../media/image228.png"/><Relationship Id="rId45" Type="http://schemas.openxmlformats.org/officeDocument/2006/relationships/image" Target="../media/image252.png"/><Relationship Id="rId66" Type="http://schemas.openxmlformats.org/officeDocument/2006/relationships/image" Target="../media/image273.png"/><Relationship Id="rId87" Type="http://schemas.openxmlformats.org/officeDocument/2006/relationships/image" Target="../media/image296.png"/><Relationship Id="rId61" Type="http://schemas.openxmlformats.org/officeDocument/2006/relationships/image" Target="../media/image268.png"/><Relationship Id="rId82" Type="http://schemas.openxmlformats.org/officeDocument/2006/relationships/image" Target="../media/image291.png"/><Relationship Id="rId19" Type="http://schemas.openxmlformats.org/officeDocument/2006/relationships/image" Target="../media/image110.png"/><Relationship Id="rId14" Type="http://schemas.openxmlformats.org/officeDocument/2006/relationships/image" Target="../media/image46.png"/><Relationship Id="rId30" Type="http://schemas.openxmlformats.org/officeDocument/2006/relationships/image" Target="../media/image136.png"/><Relationship Id="rId35" Type="http://schemas.openxmlformats.org/officeDocument/2006/relationships/image" Target="../media/image223.png"/><Relationship Id="rId56" Type="http://schemas.openxmlformats.org/officeDocument/2006/relationships/image" Target="../media/image263.png"/><Relationship Id="rId77" Type="http://schemas.openxmlformats.org/officeDocument/2006/relationships/image" Target="../media/image284.png"/><Relationship Id="rId100" Type="http://schemas.openxmlformats.org/officeDocument/2006/relationships/image" Target="../media/image309.png"/><Relationship Id="rId105" Type="http://schemas.openxmlformats.org/officeDocument/2006/relationships/image" Target="../media/image3150.png"/><Relationship Id="rId8" Type="http://schemas.openxmlformats.org/officeDocument/2006/relationships/image" Target="../media/image129.png"/><Relationship Id="rId51" Type="http://schemas.openxmlformats.org/officeDocument/2006/relationships/image" Target="../media/image258.png"/><Relationship Id="rId72" Type="http://schemas.openxmlformats.org/officeDocument/2006/relationships/image" Target="../media/image279.png"/><Relationship Id="rId93" Type="http://schemas.openxmlformats.org/officeDocument/2006/relationships/image" Target="../media/image302.png"/><Relationship Id="rId98" Type="http://schemas.openxmlformats.org/officeDocument/2006/relationships/image" Target="../media/image307.png"/><Relationship Id="rId3" Type="http://schemas.openxmlformats.org/officeDocument/2006/relationships/image" Target="../media/image219.png"/><Relationship Id="rId25" Type="http://schemas.openxmlformats.org/officeDocument/2006/relationships/image" Target="../media/image117.png"/><Relationship Id="rId46" Type="http://schemas.openxmlformats.org/officeDocument/2006/relationships/image" Target="../media/image253.png"/><Relationship Id="rId67" Type="http://schemas.openxmlformats.org/officeDocument/2006/relationships/image" Target="../media/image274.png"/><Relationship Id="rId20" Type="http://schemas.openxmlformats.org/officeDocument/2006/relationships/image" Target="../media/image111.png"/><Relationship Id="rId41" Type="http://schemas.openxmlformats.org/officeDocument/2006/relationships/image" Target="../media/image248.png"/><Relationship Id="rId62" Type="http://schemas.openxmlformats.org/officeDocument/2006/relationships/image" Target="../media/image269.png"/><Relationship Id="rId83" Type="http://schemas.openxmlformats.org/officeDocument/2006/relationships/image" Target="../media/image292.png"/><Relationship Id="rId88" Type="http://schemas.openxmlformats.org/officeDocument/2006/relationships/image" Target="../media/image297.png"/></Relationships>
</file>

<file path=ppt/slides/_rels/slide4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3.png"/><Relationship Id="rId21" Type="http://schemas.openxmlformats.org/officeDocument/2006/relationships/image" Target="../media/image112.png"/><Relationship Id="rId42" Type="http://schemas.openxmlformats.org/officeDocument/2006/relationships/image" Target="../media/image323.png"/><Relationship Id="rId63" Type="http://schemas.openxmlformats.org/officeDocument/2006/relationships/image" Target="../media/image270.png"/><Relationship Id="rId84" Type="http://schemas.openxmlformats.org/officeDocument/2006/relationships/image" Target="../media/image353.png"/><Relationship Id="rId138" Type="http://schemas.openxmlformats.org/officeDocument/2006/relationships/image" Target="../media/image404.png"/><Relationship Id="rId107" Type="http://schemas.openxmlformats.org/officeDocument/2006/relationships/image" Target="../media/image3170.png"/><Relationship Id="rId11" Type="http://schemas.openxmlformats.org/officeDocument/2006/relationships/image" Target="../media/image43.png"/><Relationship Id="rId32" Type="http://schemas.openxmlformats.org/officeDocument/2006/relationships/image" Target="../media/image194.png"/><Relationship Id="rId53" Type="http://schemas.openxmlformats.org/officeDocument/2006/relationships/image" Target="../media/image328.png"/><Relationship Id="rId74" Type="http://schemas.openxmlformats.org/officeDocument/2006/relationships/image" Target="../media/image344.png"/><Relationship Id="rId128" Type="http://schemas.openxmlformats.org/officeDocument/2006/relationships/image" Target="../media/image394.png"/><Relationship Id="rId149" Type="http://schemas.openxmlformats.org/officeDocument/2006/relationships/image" Target="../media/image415.png"/><Relationship Id="rId5" Type="http://schemas.openxmlformats.org/officeDocument/2006/relationships/image" Target="../media/image321.png"/><Relationship Id="rId95" Type="http://schemas.openxmlformats.org/officeDocument/2006/relationships/image" Target="../media/image364.png"/><Relationship Id="rId22" Type="http://schemas.openxmlformats.org/officeDocument/2006/relationships/image" Target="../media/image114.png"/><Relationship Id="rId27" Type="http://schemas.openxmlformats.org/officeDocument/2006/relationships/image" Target="../media/image133.png"/><Relationship Id="rId43" Type="http://schemas.openxmlformats.org/officeDocument/2006/relationships/image" Target="../media/image250.png"/><Relationship Id="rId48" Type="http://schemas.openxmlformats.org/officeDocument/2006/relationships/image" Target="../media/image325.png"/><Relationship Id="rId64" Type="http://schemas.openxmlformats.org/officeDocument/2006/relationships/image" Target="../media/image271.png"/><Relationship Id="rId69" Type="http://schemas.openxmlformats.org/officeDocument/2006/relationships/image" Target="../media/image339.png"/><Relationship Id="rId113" Type="http://schemas.openxmlformats.org/officeDocument/2006/relationships/image" Target="../media/image379.png"/><Relationship Id="rId118" Type="http://schemas.openxmlformats.org/officeDocument/2006/relationships/image" Target="../media/image384.png"/><Relationship Id="rId134" Type="http://schemas.openxmlformats.org/officeDocument/2006/relationships/image" Target="../media/image400.png"/><Relationship Id="rId139" Type="http://schemas.openxmlformats.org/officeDocument/2006/relationships/image" Target="../media/image405.png"/><Relationship Id="rId80" Type="http://schemas.openxmlformats.org/officeDocument/2006/relationships/image" Target="../media/image349.png"/><Relationship Id="rId85" Type="http://schemas.openxmlformats.org/officeDocument/2006/relationships/image" Target="../media/image354.png"/><Relationship Id="rId150" Type="http://schemas.openxmlformats.org/officeDocument/2006/relationships/image" Target="../media/image416.png"/><Relationship Id="rId12" Type="http://schemas.openxmlformats.org/officeDocument/2006/relationships/image" Target="../media/image44.png"/><Relationship Id="rId17" Type="http://schemas.openxmlformats.org/officeDocument/2006/relationships/image" Target="../media/image108.png"/><Relationship Id="rId33" Type="http://schemas.openxmlformats.org/officeDocument/2006/relationships/image" Target="../media/image221.png"/><Relationship Id="rId38" Type="http://schemas.openxmlformats.org/officeDocument/2006/relationships/image" Target="../media/image226.png"/><Relationship Id="rId59" Type="http://schemas.openxmlformats.org/officeDocument/2006/relationships/image" Target="../media/image334.png"/><Relationship Id="rId103" Type="http://schemas.openxmlformats.org/officeDocument/2006/relationships/image" Target="../media/image372.png"/><Relationship Id="rId108" Type="http://schemas.openxmlformats.org/officeDocument/2006/relationships/image" Target="../media/image3180.png"/><Relationship Id="rId124" Type="http://schemas.openxmlformats.org/officeDocument/2006/relationships/image" Target="../media/image390.png"/><Relationship Id="rId129" Type="http://schemas.openxmlformats.org/officeDocument/2006/relationships/image" Target="../media/image395.png"/><Relationship Id="rId54" Type="http://schemas.openxmlformats.org/officeDocument/2006/relationships/image" Target="../media/image329.png"/><Relationship Id="rId70" Type="http://schemas.openxmlformats.org/officeDocument/2006/relationships/image" Target="../media/image340.png"/><Relationship Id="rId75" Type="http://schemas.openxmlformats.org/officeDocument/2006/relationships/image" Target="../media/image345.png"/><Relationship Id="rId91" Type="http://schemas.openxmlformats.org/officeDocument/2006/relationships/image" Target="../media/image360.png"/><Relationship Id="rId96" Type="http://schemas.openxmlformats.org/officeDocument/2006/relationships/image" Target="../media/image365.png"/><Relationship Id="rId140" Type="http://schemas.openxmlformats.org/officeDocument/2006/relationships/image" Target="../media/image406.png"/><Relationship Id="rId145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23" Type="http://schemas.openxmlformats.org/officeDocument/2006/relationships/image" Target="../media/image115.png"/><Relationship Id="rId28" Type="http://schemas.openxmlformats.org/officeDocument/2006/relationships/image" Target="../media/image134.png"/><Relationship Id="rId49" Type="http://schemas.openxmlformats.org/officeDocument/2006/relationships/image" Target="../media/image237.png"/><Relationship Id="rId114" Type="http://schemas.openxmlformats.org/officeDocument/2006/relationships/image" Target="../media/image380.png"/><Relationship Id="rId119" Type="http://schemas.openxmlformats.org/officeDocument/2006/relationships/image" Target="../media/image385.png"/><Relationship Id="rId44" Type="http://schemas.openxmlformats.org/officeDocument/2006/relationships/image" Target="../media/image251.png"/><Relationship Id="rId60" Type="http://schemas.openxmlformats.org/officeDocument/2006/relationships/image" Target="../media/image267.png"/><Relationship Id="rId65" Type="http://schemas.openxmlformats.org/officeDocument/2006/relationships/image" Target="../media/image335.png"/><Relationship Id="rId81" Type="http://schemas.openxmlformats.org/officeDocument/2006/relationships/image" Target="../media/image350.png"/><Relationship Id="rId86" Type="http://schemas.openxmlformats.org/officeDocument/2006/relationships/image" Target="../media/image355.png"/><Relationship Id="rId130" Type="http://schemas.openxmlformats.org/officeDocument/2006/relationships/image" Target="../media/image396.png"/><Relationship Id="rId135" Type="http://schemas.openxmlformats.org/officeDocument/2006/relationships/image" Target="../media/image401.png"/><Relationship Id="rId151" Type="http://schemas.openxmlformats.org/officeDocument/2006/relationships/image" Target="../media/image417.png"/><Relationship Id="rId13" Type="http://schemas.openxmlformats.org/officeDocument/2006/relationships/image" Target="../media/image45.png"/><Relationship Id="rId18" Type="http://schemas.openxmlformats.org/officeDocument/2006/relationships/image" Target="../media/image109.png"/><Relationship Id="rId39" Type="http://schemas.openxmlformats.org/officeDocument/2006/relationships/image" Target="../media/image227.png"/><Relationship Id="rId109" Type="http://schemas.openxmlformats.org/officeDocument/2006/relationships/image" Target="../media/image375.png"/><Relationship Id="rId34" Type="http://schemas.openxmlformats.org/officeDocument/2006/relationships/image" Target="../media/image222.png"/><Relationship Id="rId50" Type="http://schemas.openxmlformats.org/officeDocument/2006/relationships/image" Target="../media/image326.png"/><Relationship Id="rId55" Type="http://schemas.openxmlformats.org/officeDocument/2006/relationships/image" Target="../media/image330.png"/><Relationship Id="rId76" Type="http://schemas.openxmlformats.org/officeDocument/2006/relationships/image" Target="../media/image346.png"/><Relationship Id="rId97" Type="http://schemas.openxmlformats.org/officeDocument/2006/relationships/image" Target="../media/image366.png"/><Relationship Id="rId104" Type="http://schemas.openxmlformats.org/officeDocument/2006/relationships/image" Target="../media/image373.png"/><Relationship Id="rId120" Type="http://schemas.openxmlformats.org/officeDocument/2006/relationships/image" Target="../media/image386.png"/><Relationship Id="rId125" Type="http://schemas.openxmlformats.org/officeDocument/2006/relationships/image" Target="../media/image391.png"/><Relationship Id="rId141" Type="http://schemas.openxmlformats.org/officeDocument/2006/relationships/image" Target="../media/image407.png"/><Relationship Id="rId146" Type="http://schemas.openxmlformats.org/officeDocument/2006/relationships/image" Target="../media/image412.png"/><Relationship Id="rId7" Type="http://schemas.openxmlformats.org/officeDocument/2006/relationships/image" Target="../media/image128.png"/><Relationship Id="rId71" Type="http://schemas.openxmlformats.org/officeDocument/2006/relationships/image" Target="../media/image341.png"/><Relationship Id="rId92" Type="http://schemas.openxmlformats.org/officeDocument/2006/relationships/image" Target="../media/image361.png"/><Relationship Id="rId2" Type="http://schemas.openxmlformats.org/officeDocument/2006/relationships/notesSlide" Target="../notesSlides/notesSlide41.xml"/><Relationship Id="rId29" Type="http://schemas.openxmlformats.org/officeDocument/2006/relationships/image" Target="../media/image135.png"/><Relationship Id="rId24" Type="http://schemas.openxmlformats.org/officeDocument/2006/relationships/image" Target="../media/image116.png"/><Relationship Id="rId40" Type="http://schemas.openxmlformats.org/officeDocument/2006/relationships/image" Target="../media/image228.png"/><Relationship Id="rId45" Type="http://schemas.openxmlformats.org/officeDocument/2006/relationships/image" Target="../media/image252.png"/><Relationship Id="rId66" Type="http://schemas.openxmlformats.org/officeDocument/2006/relationships/image" Target="../media/image336.png"/><Relationship Id="rId87" Type="http://schemas.openxmlformats.org/officeDocument/2006/relationships/image" Target="../media/image356.png"/><Relationship Id="rId110" Type="http://schemas.openxmlformats.org/officeDocument/2006/relationships/image" Target="../media/image68.png"/><Relationship Id="rId115" Type="http://schemas.openxmlformats.org/officeDocument/2006/relationships/image" Target="../media/image381.png"/><Relationship Id="rId131" Type="http://schemas.openxmlformats.org/officeDocument/2006/relationships/image" Target="../media/image397.png"/><Relationship Id="rId136" Type="http://schemas.openxmlformats.org/officeDocument/2006/relationships/image" Target="../media/image69.png"/><Relationship Id="rId61" Type="http://schemas.openxmlformats.org/officeDocument/2006/relationships/image" Target="../media/image268.png"/><Relationship Id="rId82" Type="http://schemas.openxmlformats.org/officeDocument/2006/relationships/image" Target="../media/image351.png"/><Relationship Id="rId152" Type="http://schemas.openxmlformats.org/officeDocument/2006/relationships/image" Target="../media/image418.png"/><Relationship Id="rId19" Type="http://schemas.openxmlformats.org/officeDocument/2006/relationships/image" Target="../media/image110.png"/><Relationship Id="rId14" Type="http://schemas.openxmlformats.org/officeDocument/2006/relationships/image" Target="../media/image46.png"/><Relationship Id="rId30" Type="http://schemas.openxmlformats.org/officeDocument/2006/relationships/image" Target="../media/image136.png"/><Relationship Id="rId35" Type="http://schemas.openxmlformats.org/officeDocument/2006/relationships/image" Target="../media/image223.png"/><Relationship Id="rId56" Type="http://schemas.openxmlformats.org/officeDocument/2006/relationships/image" Target="../media/image331.png"/><Relationship Id="rId77" Type="http://schemas.openxmlformats.org/officeDocument/2006/relationships/image" Target="../media/image285.png"/><Relationship Id="rId100" Type="http://schemas.openxmlformats.org/officeDocument/2006/relationships/image" Target="../media/image369.png"/><Relationship Id="rId105" Type="http://schemas.openxmlformats.org/officeDocument/2006/relationships/image" Target="../media/image374.png"/><Relationship Id="rId126" Type="http://schemas.openxmlformats.org/officeDocument/2006/relationships/image" Target="../media/image392.png"/><Relationship Id="rId147" Type="http://schemas.openxmlformats.org/officeDocument/2006/relationships/image" Target="../media/image413.png"/><Relationship Id="rId8" Type="http://schemas.openxmlformats.org/officeDocument/2006/relationships/image" Target="../media/image129.png"/><Relationship Id="rId51" Type="http://schemas.openxmlformats.org/officeDocument/2006/relationships/image" Target="../media/image327.png"/><Relationship Id="rId72" Type="http://schemas.openxmlformats.org/officeDocument/2006/relationships/image" Target="../media/image342.png"/><Relationship Id="rId93" Type="http://schemas.openxmlformats.org/officeDocument/2006/relationships/image" Target="../media/image362.png"/><Relationship Id="rId98" Type="http://schemas.openxmlformats.org/officeDocument/2006/relationships/image" Target="../media/image367.png"/><Relationship Id="rId121" Type="http://schemas.openxmlformats.org/officeDocument/2006/relationships/image" Target="../media/image387.png"/><Relationship Id="rId142" Type="http://schemas.openxmlformats.org/officeDocument/2006/relationships/image" Target="../media/image408.png"/><Relationship Id="rId3" Type="http://schemas.openxmlformats.org/officeDocument/2006/relationships/image" Target="../media/image67.png"/><Relationship Id="rId25" Type="http://schemas.openxmlformats.org/officeDocument/2006/relationships/image" Target="../media/image117.png"/><Relationship Id="rId46" Type="http://schemas.openxmlformats.org/officeDocument/2006/relationships/image" Target="../media/image324.png"/><Relationship Id="rId67" Type="http://schemas.openxmlformats.org/officeDocument/2006/relationships/image" Target="../media/image337.png"/><Relationship Id="rId116" Type="http://schemas.openxmlformats.org/officeDocument/2006/relationships/image" Target="../media/image382.png"/><Relationship Id="rId137" Type="http://schemas.openxmlformats.org/officeDocument/2006/relationships/image" Target="../media/image70.png"/><Relationship Id="rId20" Type="http://schemas.openxmlformats.org/officeDocument/2006/relationships/image" Target="../media/image111.png"/><Relationship Id="rId41" Type="http://schemas.openxmlformats.org/officeDocument/2006/relationships/image" Target="../media/image322.png"/><Relationship Id="rId62" Type="http://schemas.openxmlformats.org/officeDocument/2006/relationships/image" Target="../media/image269.png"/><Relationship Id="rId83" Type="http://schemas.openxmlformats.org/officeDocument/2006/relationships/image" Target="../media/image352.png"/><Relationship Id="rId88" Type="http://schemas.openxmlformats.org/officeDocument/2006/relationships/image" Target="../media/image357.png"/><Relationship Id="rId111" Type="http://schemas.openxmlformats.org/officeDocument/2006/relationships/image" Target="../media/image377.png"/><Relationship Id="rId132" Type="http://schemas.openxmlformats.org/officeDocument/2006/relationships/image" Target="../media/image398.png"/><Relationship Id="rId153" Type="http://schemas.openxmlformats.org/officeDocument/2006/relationships/image" Target="../media/image71.png"/><Relationship Id="rId15" Type="http://schemas.openxmlformats.org/officeDocument/2006/relationships/image" Target="../media/image47.png"/><Relationship Id="rId36" Type="http://schemas.openxmlformats.org/officeDocument/2006/relationships/image" Target="../media/image224.png"/><Relationship Id="rId57" Type="http://schemas.openxmlformats.org/officeDocument/2006/relationships/image" Target="../media/image332.png"/><Relationship Id="rId106" Type="http://schemas.openxmlformats.org/officeDocument/2006/relationships/image" Target="../media/image3160.png"/><Relationship Id="rId127" Type="http://schemas.openxmlformats.org/officeDocument/2006/relationships/image" Target="../media/image393.png"/><Relationship Id="rId10" Type="http://schemas.openxmlformats.org/officeDocument/2006/relationships/image" Target="../media/image131.png"/><Relationship Id="rId31" Type="http://schemas.openxmlformats.org/officeDocument/2006/relationships/image" Target="../media/image193.png"/><Relationship Id="rId52" Type="http://schemas.openxmlformats.org/officeDocument/2006/relationships/image" Target="../media/image259.png"/><Relationship Id="rId73" Type="http://schemas.openxmlformats.org/officeDocument/2006/relationships/image" Target="../media/image343.png"/><Relationship Id="rId78" Type="http://schemas.openxmlformats.org/officeDocument/2006/relationships/image" Target="../media/image347.png"/><Relationship Id="rId94" Type="http://schemas.openxmlformats.org/officeDocument/2006/relationships/image" Target="../media/image363.png"/><Relationship Id="rId99" Type="http://schemas.openxmlformats.org/officeDocument/2006/relationships/image" Target="../media/image368.png"/><Relationship Id="rId101" Type="http://schemas.openxmlformats.org/officeDocument/2006/relationships/image" Target="../media/image370.png"/><Relationship Id="rId122" Type="http://schemas.openxmlformats.org/officeDocument/2006/relationships/image" Target="../media/image388.png"/><Relationship Id="rId143" Type="http://schemas.openxmlformats.org/officeDocument/2006/relationships/image" Target="../media/image409.png"/><Relationship Id="rId148" Type="http://schemas.openxmlformats.org/officeDocument/2006/relationships/image" Target="../media/image414.png"/><Relationship Id="rId4" Type="http://schemas.openxmlformats.org/officeDocument/2006/relationships/image" Target="../media/image320.png"/><Relationship Id="rId9" Type="http://schemas.openxmlformats.org/officeDocument/2006/relationships/image" Target="../media/image130.png"/><Relationship Id="rId26" Type="http://schemas.openxmlformats.org/officeDocument/2006/relationships/image" Target="../media/image132.png"/><Relationship Id="rId47" Type="http://schemas.openxmlformats.org/officeDocument/2006/relationships/image" Target="../media/image254.png"/><Relationship Id="rId68" Type="http://schemas.openxmlformats.org/officeDocument/2006/relationships/image" Target="../media/image338.png"/><Relationship Id="rId89" Type="http://schemas.openxmlformats.org/officeDocument/2006/relationships/image" Target="../media/image358.png"/><Relationship Id="rId112" Type="http://schemas.openxmlformats.org/officeDocument/2006/relationships/image" Target="../media/image378.png"/><Relationship Id="rId133" Type="http://schemas.openxmlformats.org/officeDocument/2006/relationships/image" Target="../media/image399.png"/><Relationship Id="rId16" Type="http://schemas.openxmlformats.org/officeDocument/2006/relationships/image" Target="../media/image107.png"/><Relationship Id="rId37" Type="http://schemas.openxmlformats.org/officeDocument/2006/relationships/image" Target="../media/image225.png"/><Relationship Id="rId58" Type="http://schemas.openxmlformats.org/officeDocument/2006/relationships/image" Target="../media/image333.png"/><Relationship Id="rId79" Type="http://schemas.openxmlformats.org/officeDocument/2006/relationships/image" Target="../media/image348.png"/><Relationship Id="rId102" Type="http://schemas.openxmlformats.org/officeDocument/2006/relationships/image" Target="../media/image371.png"/><Relationship Id="rId123" Type="http://schemas.openxmlformats.org/officeDocument/2006/relationships/image" Target="../media/image389.png"/><Relationship Id="rId144" Type="http://schemas.openxmlformats.org/officeDocument/2006/relationships/image" Target="../media/image410.png"/><Relationship Id="rId90" Type="http://schemas.openxmlformats.org/officeDocument/2006/relationships/image" Target="../media/image359.png"/></Relationships>
</file>

<file path=ppt/slides/_rels/slide4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3.png"/><Relationship Id="rId21" Type="http://schemas.openxmlformats.org/officeDocument/2006/relationships/image" Target="../media/image112.png"/><Relationship Id="rId42" Type="http://schemas.openxmlformats.org/officeDocument/2006/relationships/image" Target="../media/image323.png"/><Relationship Id="rId63" Type="http://schemas.openxmlformats.org/officeDocument/2006/relationships/image" Target="../media/image270.png"/><Relationship Id="rId84" Type="http://schemas.openxmlformats.org/officeDocument/2006/relationships/image" Target="../media/image353.png"/><Relationship Id="rId138" Type="http://schemas.openxmlformats.org/officeDocument/2006/relationships/image" Target="../media/image404.png"/><Relationship Id="rId159" Type="http://schemas.openxmlformats.org/officeDocument/2006/relationships/image" Target="../media/image425.png"/><Relationship Id="rId170" Type="http://schemas.openxmlformats.org/officeDocument/2006/relationships/image" Target="../media/image436.png"/><Relationship Id="rId107" Type="http://schemas.openxmlformats.org/officeDocument/2006/relationships/image" Target="../media/image3170.png"/><Relationship Id="rId11" Type="http://schemas.openxmlformats.org/officeDocument/2006/relationships/image" Target="../media/image43.png"/><Relationship Id="rId32" Type="http://schemas.openxmlformats.org/officeDocument/2006/relationships/image" Target="../media/image194.png"/><Relationship Id="rId53" Type="http://schemas.openxmlformats.org/officeDocument/2006/relationships/image" Target="../media/image328.png"/><Relationship Id="rId74" Type="http://schemas.openxmlformats.org/officeDocument/2006/relationships/image" Target="../media/image344.png"/><Relationship Id="rId128" Type="http://schemas.openxmlformats.org/officeDocument/2006/relationships/image" Target="../media/image394.png"/><Relationship Id="rId149" Type="http://schemas.openxmlformats.org/officeDocument/2006/relationships/image" Target="../media/image415.png"/><Relationship Id="rId5" Type="http://schemas.openxmlformats.org/officeDocument/2006/relationships/image" Target="../media/image321.png"/><Relationship Id="rId95" Type="http://schemas.openxmlformats.org/officeDocument/2006/relationships/image" Target="../media/image364.png"/><Relationship Id="rId160" Type="http://schemas.openxmlformats.org/officeDocument/2006/relationships/image" Target="../media/image426.png"/><Relationship Id="rId22" Type="http://schemas.openxmlformats.org/officeDocument/2006/relationships/image" Target="../media/image114.png"/><Relationship Id="rId43" Type="http://schemas.openxmlformats.org/officeDocument/2006/relationships/image" Target="../media/image250.png"/><Relationship Id="rId64" Type="http://schemas.openxmlformats.org/officeDocument/2006/relationships/image" Target="../media/image271.png"/><Relationship Id="rId118" Type="http://schemas.openxmlformats.org/officeDocument/2006/relationships/image" Target="../media/image384.png"/><Relationship Id="rId139" Type="http://schemas.openxmlformats.org/officeDocument/2006/relationships/image" Target="../media/image405.png"/><Relationship Id="rId85" Type="http://schemas.openxmlformats.org/officeDocument/2006/relationships/image" Target="../media/image354.png"/><Relationship Id="rId150" Type="http://schemas.openxmlformats.org/officeDocument/2006/relationships/image" Target="../media/image416.png"/><Relationship Id="rId171" Type="http://schemas.openxmlformats.org/officeDocument/2006/relationships/image" Target="../media/image437.png"/><Relationship Id="rId12" Type="http://schemas.openxmlformats.org/officeDocument/2006/relationships/image" Target="../media/image44.png"/><Relationship Id="rId33" Type="http://schemas.openxmlformats.org/officeDocument/2006/relationships/image" Target="../media/image221.png"/><Relationship Id="rId108" Type="http://schemas.openxmlformats.org/officeDocument/2006/relationships/image" Target="../media/image3180.png"/><Relationship Id="rId129" Type="http://schemas.openxmlformats.org/officeDocument/2006/relationships/image" Target="../media/image395.png"/><Relationship Id="rId54" Type="http://schemas.openxmlformats.org/officeDocument/2006/relationships/image" Target="../media/image329.png"/><Relationship Id="rId75" Type="http://schemas.openxmlformats.org/officeDocument/2006/relationships/image" Target="../media/image345.png"/><Relationship Id="rId96" Type="http://schemas.openxmlformats.org/officeDocument/2006/relationships/image" Target="../media/image365.png"/><Relationship Id="rId140" Type="http://schemas.openxmlformats.org/officeDocument/2006/relationships/image" Target="../media/image406.png"/><Relationship Id="rId161" Type="http://schemas.openxmlformats.org/officeDocument/2006/relationships/image" Target="../media/image427.png"/><Relationship Id="rId6" Type="http://schemas.openxmlformats.org/officeDocument/2006/relationships/image" Target="../media/image127.png"/><Relationship Id="rId23" Type="http://schemas.openxmlformats.org/officeDocument/2006/relationships/image" Target="../media/image115.png"/><Relationship Id="rId28" Type="http://schemas.openxmlformats.org/officeDocument/2006/relationships/image" Target="../media/image134.png"/><Relationship Id="rId49" Type="http://schemas.openxmlformats.org/officeDocument/2006/relationships/image" Target="../media/image237.png"/><Relationship Id="rId114" Type="http://schemas.openxmlformats.org/officeDocument/2006/relationships/image" Target="../media/image380.png"/><Relationship Id="rId119" Type="http://schemas.openxmlformats.org/officeDocument/2006/relationships/image" Target="../media/image385.png"/><Relationship Id="rId44" Type="http://schemas.openxmlformats.org/officeDocument/2006/relationships/image" Target="../media/image251.png"/><Relationship Id="rId60" Type="http://schemas.openxmlformats.org/officeDocument/2006/relationships/image" Target="../media/image267.png"/><Relationship Id="rId65" Type="http://schemas.openxmlformats.org/officeDocument/2006/relationships/image" Target="../media/image335.png"/><Relationship Id="rId81" Type="http://schemas.openxmlformats.org/officeDocument/2006/relationships/image" Target="../media/image350.png"/><Relationship Id="rId86" Type="http://schemas.openxmlformats.org/officeDocument/2006/relationships/image" Target="../media/image355.png"/><Relationship Id="rId130" Type="http://schemas.openxmlformats.org/officeDocument/2006/relationships/image" Target="../media/image396.png"/><Relationship Id="rId135" Type="http://schemas.openxmlformats.org/officeDocument/2006/relationships/image" Target="../media/image401.png"/><Relationship Id="rId151" Type="http://schemas.openxmlformats.org/officeDocument/2006/relationships/image" Target="../media/image417.png"/><Relationship Id="rId156" Type="http://schemas.openxmlformats.org/officeDocument/2006/relationships/image" Target="../media/image422.png"/><Relationship Id="rId177" Type="http://schemas.openxmlformats.org/officeDocument/2006/relationships/image" Target="../media/image443.png"/><Relationship Id="rId172" Type="http://schemas.openxmlformats.org/officeDocument/2006/relationships/image" Target="../media/image438.png"/><Relationship Id="rId13" Type="http://schemas.openxmlformats.org/officeDocument/2006/relationships/image" Target="../media/image45.png"/><Relationship Id="rId18" Type="http://schemas.openxmlformats.org/officeDocument/2006/relationships/image" Target="../media/image109.png"/><Relationship Id="rId39" Type="http://schemas.openxmlformats.org/officeDocument/2006/relationships/image" Target="../media/image227.png"/><Relationship Id="rId109" Type="http://schemas.openxmlformats.org/officeDocument/2006/relationships/image" Target="../media/image375.png"/><Relationship Id="rId34" Type="http://schemas.openxmlformats.org/officeDocument/2006/relationships/image" Target="../media/image222.png"/><Relationship Id="rId50" Type="http://schemas.openxmlformats.org/officeDocument/2006/relationships/image" Target="../media/image326.png"/><Relationship Id="rId55" Type="http://schemas.openxmlformats.org/officeDocument/2006/relationships/image" Target="../media/image330.png"/><Relationship Id="rId76" Type="http://schemas.openxmlformats.org/officeDocument/2006/relationships/image" Target="../media/image346.png"/><Relationship Id="rId97" Type="http://schemas.openxmlformats.org/officeDocument/2006/relationships/image" Target="../media/image366.png"/><Relationship Id="rId104" Type="http://schemas.openxmlformats.org/officeDocument/2006/relationships/image" Target="../media/image373.png"/><Relationship Id="rId120" Type="http://schemas.openxmlformats.org/officeDocument/2006/relationships/image" Target="../media/image386.png"/><Relationship Id="rId125" Type="http://schemas.openxmlformats.org/officeDocument/2006/relationships/image" Target="../media/image391.png"/><Relationship Id="rId141" Type="http://schemas.openxmlformats.org/officeDocument/2006/relationships/image" Target="../media/image407.png"/><Relationship Id="rId146" Type="http://schemas.openxmlformats.org/officeDocument/2006/relationships/image" Target="../media/image412.png"/><Relationship Id="rId167" Type="http://schemas.openxmlformats.org/officeDocument/2006/relationships/image" Target="../media/image433.png"/><Relationship Id="rId7" Type="http://schemas.openxmlformats.org/officeDocument/2006/relationships/image" Target="../media/image128.png"/><Relationship Id="rId71" Type="http://schemas.openxmlformats.org/officeDocument/2006/relationships/image" Target="../media/image341.png"/><Relationship Id="rId92" Type="http://schemas.openxmlformats.org/officeDocument/2006/relationships/image" Target="../media/image361.png"/><Relationship Id="rId162" Type="http://schemas.openxmlformats.org/officeDocument/2006/relationships/image" Target="../media/image428.png"/><Relationship Id="rId2" Type="http://schemas.openxmlformats.org/officeDocument/2006/relationships/notesSlide" Target="../notesSlides/notesSlide42.xml"/><Relationship Id="rId29" Type="http://schemas.openxmlformats.org/officeDocument/2006/relationships/image" Target="../media/image135.png"/><Relationship Id="rId24" Type="http://schemas.openxmlformats.org/officeDocument/2006/relationships/image" Target="../media/image116.png"/><Relationship Id="rId40" Type="http://schemas.openxmlformats.org/officeDocument/2006/relationships/image" Target="../media/image228.png"/><Relationship Id="rId45" Type="http://schemas.openxmlformats.org/officeDocument/2006/relationships/image" Target="../media/image252.png"/><Relationship Id="rId66" Type="http://schemas.openxmlformats.org/officeDocument/2006/relationships/image" Target="../media/image336.png"/><Relationship Id="rId87" Type="http://schemas.openxmlformats.org/officeDocument/2006/relationships/image" Target="../media/image356.png"/><Relationship Id="rId110" Type="http://schemas.openxmlformats.org/officeDocument/2006/relationships/image" Target="../media/image376.png"/><Relationship Id="rId115" Type="http://schemas.openxmlformats.org/officeDocument/2006/relationships/image" Target="../media/image381.png"/><Relationship Id="rId131" Type="http://schemas.openxmlformats.org/officeDocument/2006/relationships/image" Target="../media/image397.png"/><Relationship Id="rId136" Type="http://schemas.openxmlformats.org/officeDocument/2006/relationships/image" Target="../media/image402.png"/><Relationship Id="rId157" Type="http://schemas.openxmlformats.org/officeDocument/2006/relationships/image" Target="../media/image423.png"/><Relationship Id="rId178" Type="http://schemas.openxmlformats.org/officeDocument/2006/relationships/image" Target="../media/image444.png"/><Relationship Id="rId61" Type="http://schemas.openxmlformats.org/officeDocument/2006/relationships/image" Target="../media/image268.png"/><Relationship Id="rId82" Type="http://schemas.openxmlformats.org/officeDocument/2006/relationships/image" Target="../media/image351.png"/><Relationship Id="rId152" Type="http://schemas.openxmlformats.org/officeDocument/2006/relationships/image" Target="../media/image418.png"/><Relationship Id="rId173" Type="http://schemas.openxmlformats.org/officeDocument/2006/relationships/image" Target="../media/image439.png"/><Relationship Id="rId19" Type="http://schemas.openxmlformats.org/officeDocument/2006/relationships/image" Target="../media/image110.png"/><Relationship Id="rId14" Type="http://schemas.openxmlformats.org/officeDocument/2006/relationships/image" Target="../media/image46.png"/><Relationship Id="rId30" Type="http://schemas.openxmlformats.org/officeDocument/2006/relationships/image" Target="../media/image136.png"/><Relationship Id="rId35" Type="http://schemas.openxmlformats.org/officeDocument/2006/relationships/image" Target="../media/image223.png"/><Relationship Id="rId56" Type="http://schemas.openxmlformats.org/officeDocument/2006/relationships/image" Target="../media/image331.png"/><Relationship Id="rId77" Type="http://schemas.openxmlformats.org/officeDocument/2006/relationships/image" Target="../media/image285.png"/><Relationship Id="rId100" Type="http://schemas.openxmlformats.org/officeDocument/2006/relationships/image" Target="../media/image369.png"/><Relationship Id="rId105" Type="http://schemas.openxmlformats.org/officeDocument/2006/relationships/image" Target="../media/image374.png"/><Relationship Id="rId126" Type="http://schemas.openxmlformats.org/officeDocument/2006/relationships/image" Target="../media/image392.png"/><Relationship Id="rId147" Type="http://schemas.openxmlformats.org/officeDocument/2006/relationships/image" Target="../media/image413.png"/><Relationship Id="rId168" Type="http://schemas.openxmlformats.org/officeDocument/2006/relationships/image" Target="../media/image434.png"/><Relationship Id="rId8" Type="http://schemas.openxmlformats.org/officeDocument/2006/relationships/image" Target="../media/image129.png"/><Relationship Id="rId51" Type="http://schemas.openxmlformats.org/officeDocument/2006/relationships/image" Target="../media/image327.png"/><Relationship Id="rId72" Type="http://schemas.openxmlformats.org/officeDocument/2006/relationships/image" Target="../media/image342.png"/><Relationship Id="rId93" Type="http://schemas.openxmlformats.org/officeDocument/2006/relationships/image" Target="../media/image362.png"/><Relationship Id="rId98" Type="http://schemas.openxmlformats.org/officeDocument/2006/relationships/image" Target="../media/image367.png"/><Relationship Id="rId121" Type="http://schemas.openxmlformats.org/officeDocument/2006/relationships/image" Target="../media/image387.png"/><Relationship Id="rId142" Type="http://schemas.openxmlformats.org/officeDocument/2006/relationships/image" Target="../media/image408.png"/><Relationship Id="rId163" Type="http://schemas.openxmlformats.org/officeDocument/2006/relationships/image" Target="../media/image429.png"/><Relationship Id="rId3" Type="http://schemas.openxmlformats.org/officeDocument/2006/relationships/image" Target="../media/image72.png"/><Relationship Id="rId25" Type="http://schemas.openxmlformats.org/officeDocument/2006/relationships/image" Target="../media/image117.png"/><Relationship Id="rId46" Type="http://schemas.openxmlformats.org/officeDocument/2006/relationships/image" Target="../media/image324.png"/><Relationship Id="rId67" Type="http://schemas.openxmlformats.org/officeDocument/2006/relationships/image" Target="../media/image337.png"/><Relationship Id="rId116" Type="http://schemas.openxmlformats.org/officeDocument/2006/relationships/image" Target="../media/image382.png"/><Relationship Id="rId137" Type="http://schemas.openxmlformats.org/officeDocument/2006/relationships/image" Target="../media/image73.png"/><Relationship Id="rId158" Type="http://schemas.openxmlformats.org/officeDocument/2006/relationships/image" Target="../media/image424.png"/><Relationship Id="rId20" Type="http://schemas.openxmlformats.org/officeDocument/2006/relationships/image" Target="../media/image111.png"/><Relationship Id="rId41" Type="http://schemas.openxmlformats.org/officeDocument/2006/relationships/image" Target="../media/image322.png"/><Relationship Id="rId62" Type="http://schemas.openxmlformats.org/officeDocument/2006/relationships/image" Target="../media/image269.png"/><Relationship Id="rId83" Type="http://schemas.openxmlformats.org/officeDocument/2006/relationships/image" Target="../media/image352.png"/><Relationship Id="rId88" Type="http://schemas.openxmlformats.org/officeDocument/2006/relationships/image" Target="../media/image357.png"/><Relationship Id="rId111" Type="http://schemas.openxmlformats.org/officeDocument/2006/relationships/image" Target="../media/image377.png"/><Relationship Id="rId132" Type="http://schemas.openxmlformats.org/officeDocument/2006/relationships/image" Target="../media/image398.png"/><Relationship Id="rId153" Type="http://schemas.openxmlformats.org/officeDocument/2006/relationships/image" Target="../media/image419.png"/><Relationship Id="rId174" Type="http://schemas.openxmlformats.org/officeDocument/2006/relationships/image" Target="../media/image440.png"/><Relationship Id="rId15" Type="http://schemas.openxmlformats.org/officeDocument/2006/relationships/image" Target="../media/image47.png"/><Relationship Id="rId36" Type="http://schemas.openxmlformats.org/officeDocument/2006/relationships/image" Target="../media/image224.png"/><Relationship Id="rId57" Type="http://schemas.openxmlformats.org/officeDocument/2006/relationships/image" Target="../media/image332.png"/><Relationship Id="rId106" Type="http://schemas.openxmlformats.org/officeDocument/2006/relationships/image" Target="../media/image3160.png"/><Relationship Id="rId127" Type="http://schemas.openxmlformats.org/officeDocument/2006/relationships/image" Target="../media/image393.png"/><Relationship Id="rId10" Type="http://schemas.openxmlformats.org/officeDocument/2006/relationships/image" Target="../media/image131.png"/><Relationship Id="rId31" Type="http://schemas.openxmlformats.org/officeDocument/2006/relationships/image" Target="../media/image193.png"/><Relationship Id="rId52" Type="http://schemas.openxmlformats.org/officeDocument/2006/relationships/image" Target="../media/image259.png"/><Relationship Id="rId73" Type="http://schemas.openxmlformats.org/officeDocument/2006/relationships/image" Target="../media/image343.png"/><Relationship Id="rId78" Type="http://schemas.openxmlformats.org/officeDocument/2006/relationships/image" Target="../media/image347.png"/><Relationship Id="rId94" Type="http://schemas.openxmlformats.org/officeDocument/2006/relationships/image" Target="../media/image363.png"/><Relationship Id="rId99" Type="http://schemas.openxmlformats.org/officeDocument/2006/relationships/image" Target="../media/image368.png"/><Relationship Id="rId101" Type="http://schemas.openxmlformats.org/officeDocument/2006/relationships/image" Target="../media/image370.png"/><Relationship Id="rId122" Type="http://schemas.openxmlformats.org/officeDocument/2006/relationships/image" Target="../media/image388.png"/><Relationship Id="rId143" Type="http://schemas.openxmlformats.org/officeDocument/2006/relationships/image" Target="../media/image409.png"/><Relationship Id="rId148" Type="http://schemas.openxmlformats.org/officeDocument/2006/relationships/image" Target="../media/image414.png"/><Relationship Id="rId164" Type="http://schemas.openxmlformats.org/officeDocument/2006/relationships/image" Target="../media/image430.png"/><Relationship Id="rId169" Type="http://schemas.openxmlformats.org/officeDocument/2006/relationships/image" Target="../media/image435.png"/><Relationship Id="rId4" Type="http://schemas.openxmlformats.org/officeDocument/2006/relationships/image" Target="../media/image320.png"/><Relationship Id="rId9" Type="http://schemas.openxmlformats.org/officeDocument/2006/relationships/image" Target="../media/image130.png"/><Relationship Id="rId26" Type="http://schemas.openxmlformats.org/officeDocument/2006/relationships/image" Target="../media/image132.png"/><Relationship Id="rId47" Type="http://schemas.openxmlformats.org/officeDocument/2006/relationships/image" Target="../media/image254.png"/><Relationship Id="rId68" Type="http://schemas.openxmlformats.org/officeDocument/2006/relationships/image" Target="../media/image338.png"/><Relationship Id="rId89" Type="http://schemas.openxmlformats.org/officeDocument/2006/relationships/image" Target="../media/image358.png"/><Relationship Id="rId112" Type="http://schemas.openxmlformats.org/officeDocument/2006/relationships/image" Target="../media/image378.png"/><Relationship Id="rId133" Type="http://schemas.openxmlformats.org/officeDocument/2006/relationships/image" Target="../media/image399.png"/><Relationship Id="rId175" Type="http://schemas.openxmlformats.org/officeDocument/2006/relationships/image" Target="../media/image441.png"/><Relationship Id="rId16" Type="http://schemas.openxmlformats.org/officeDocument/2006/relationships/image" Target="../media/image107.png"/><Relationship Id="rId37" Type="http://schemas.openxmlformats.org/officeDocument/2006/relationships/image" Target="../media/image225.png"/><Relationship Id="rId58" Type="http://schemas.openxmlformats.org/officeDocument/2006/relationships/image" Target="../media/image333.png"/><Relationship Id="rId79" Type="http://schemas.openxmlformats.org/officeDocument/2006/relationships/image" Target="../media/image348.png"/><Relationship Id="rId102" Type="http://schemas.openxmlformats.org/officeDocument/2006/relationships/image" Target="../media/image371.png"/><Relationship Id="rId123" Type="http://schemas.openxmlformats.org/officeDocument/2006/relationships/image" Target="../media/image389.png"/><Relationship Id="rId144" Type="http://schemas.openxmlformats.org/officeDocument/2006/relationships/image" Target="../media/image410.png"/><Relationship Id="rId90" Type="http://schemas.openxmlformats.org/officeDocument/2006/relationships/image" Target="../media/image359.png"/><Relationship Id="rId165" Type="http://schemas.openxmlformats.org/officeDocument/2006/relationships/image" Target="../media/image431.png"/><Relationship Id="rId27" Type="http://schemas.openxmlformats.org/officeDocument/2006/relationships/image" Target="../media/image133.png"/><Relationship Id="rId48" Type="http://schemas.openxmlformats.org/officeDocument/2006/relationships/image" Target="../media/image325.png"/><Relationship Id="rId69" Type="http://schemas.openxmlformats.org/officeDocument/2006/relationships/image" Target="../media/image339.png"/><Relationship Id="rId113" Type="http://schemas.openxmlformats.org/officeDocument/2006/relationships/image" Target="../media/image379.png"/><Relationship Id="rId134" Type="http://schemas.openxmlformats.org/officeDocument/2006/relationships/image" Target="../media/image400.png"/><Relationship Id="rId80" Type="http://schemas.openxmlformats.org/officeDocument/2006/relationships/image" Target="../media/image349.png"/><Relationship Id="rId155" Type="http://schemas.openxmlformats.org/officeDocument/2006/relationships/image" Target="../media/image421.png"/><Relationship Id="rId176" Type="http://schemas.openxmlformats.org/officeDocument/2006/relationships/image" Target="../media/image442.png"/><Relationship Id="rId17" Type="http://schemas.openxmlformats.org/officeDocument/2006/relationships/image" Target="../media/image108.png"/><Relationship Id="rId38" Type="http://schemas.openxmlformats.org/officeDocument/2006/relationships/image" Target="../media/image226.png"/><Relationship Id="rId59" Type="http://schemas.openxmlformats.org/officeDocument/2006/relationships/image" Target="../media/image334.png"/><Relationship Id="rId103" Type="http://schemas.openxmlformats.org/officeDocument/2006/relationships/image" Target="../media/image372.png"/><Relationship Id="rId124" Type="http://schemas.openxmlformats.org/officeDocument/2006/relationships/image" Target="../media/image390.png"/><Relationship Id="rId70" Type="http://schemas.openxmlformats.org/officeDocument/2006/relationships/image" Target="../media/image340.png"/><Relationship Id="rId91" Type="http://schemas.openxmlformats.org/officeDocument/2006/relationships/image" Target="../media/image360.png"/><Relationship Id="rId145" Type="http://schemas.openxmlformats.org/officeDocument/2006/relationships/image" Target="../media/image411.png"/><Relationship Id="rId166" Type="http://schemas.openxmlformats.org/officeDocument/2006/relationships/image" Target="../media/image4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2.png"/><Relationship Id="rId18" Type="http://schemas.openxmlformats.org/officeDocument/2006/relationships/image" Target="../media/image437.png"/><Relationship Id="rId26" Type="http://schemas.openxmlformats.org/officeDocument/2006/relationships/image" Target="../media/image127.png"/><Relationship Id="rId39" Type="http://schemas.openxmlformats.org/officeDocument/2006/relationships/image" Target="../media/image110.png"/><Relationship Id="rId21" Type="http://schemas.openxmlformats.org/officeDocument/2006/relationships/image" Target="../media/image440.png"/><Relationship Id="rId34" Type="http://schemas.openxmlformats.org/officeDocument/2006/relationships/image" Target="../media/image46.png"/><Relationship Id="rId42" Type="http://schemas.openxmlformats.org/officeDocument/2006/relationships/image" Target="../media/image114.png"/><Relationship Id="rId47" Type="http://schemas.openxmlformats.org/officeDocument/2006/relationships/image" Target="../media/image133.png"/><Relationship Id="rId50" Type="http://schemas.openxmlformats.org/officeDocument/2006/relationships/image" Target="../media/image136.png"/><Relationship Id="rId55" Type="http://schemas.openxmlformats.org/officeDocument/2006/relationships/image" Target="../media/image223.png"/><Relationship Id="rId7" Type="http://schemas.openxmlformats.org/officeDocument/2006/relationships/image" Target="../media/image426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435.png"/><Relationship Id="rId29" Type="http://schemas.openxmlformats.org/officeDocument/2006/relationships/image" Target="../media/image130.png"/><Relationship Id="rId11" Type="http://schemas.openxmlformats.org/officeDocument/2006/relationships/image" Target="../media/image430.png"/><Relationship Id="rId24" Type="http://schemas.openxmlformats.org/officeDocument/2006/relationships/image" Target="../media/image443.png"/><Relationship Id="rId32" Type="http://schemas.openxmlformats.org/officeDocument/2006/relationships/image" Target="../media/image44.png"/><Relationship Id="rId37" Type="http://schemas.openxmlformats.org/officeDocument/2006/relationships/image" Target="../media/image108.png"/><Relationship Id="rId40" Type="http://schemas.openxmlformats.org/officeDocument/2006/relationships/image" Target="../media/image111.png"/><Relationship Id="rId45" Type="http://schemas.openxmlformats.org/officeDocument/2006/relationships/image" Target="../media/image117.png"/><Relationship Id="rId53" Type="http://schemas.openxmlformats.org/officeDocument/2006/relationships/image" Target="../media/image221.png"/><Relationship Id="rId58" Type="http://schemas.openxmlformats.org/officeDocument/2006/relationships/image" Target="../media/image226.png"/><Relationship Id="rId5" Type="http://schemas.openxmlformats.org/officeDocument/2006/relationships/image" Target="../media/image424.png"/><Relationship Id="rId61" Type="http://schemas.openxmlformats.org/officeDocument/2006/relationships/image" Target="../media/image445.png"/><Relationship Id="rId19" Type="http://schemas.openxmlformats.org/officeDocument/2006/relationships/image" Target="../media/image438.png"/><Relationship Id="rId14" Type="http://schemas.openxmlformats.org/officeDocument/2006/relationships/image" Target="../media/image433.png"/><Relationship Id="rId22" Type="http://schemas.openxmlformats.org/officeDocument/2006/relationships/image" Target="../media/image441.png"/><Relationship Id="rId27" Type="http://schemas.openxmlformats.org/officeDocument/2006/relationships/image" Target="../media/image128.png"/><Relationship Id="rId30" Type="http://schemas.openxmlformats.org/officeDocument/2006/relationships/image" Target="../media/image131.png"/><Relationship Id="rId35" Type="http://schemas.openxmlformats.org/officeDocument/2006/relationships/image" Target="../media/image47.png"/><Relationship Id="rId43" Type="http://schemas.openxmlformats.org/officeDocument/2006/relationships/image" Target="../media/image115.png"/><Relationship Id="rId48" Type="http://schemas.openxmlformats.org/officeDocument/2006/relationships/image" Target="../media/image134.png"/><Relationship Id="rId56" Type="http://schemas.openxmlformats.org/officeDocument/2006/relationships/image" Target="../media/image224.png"/><Relationship Id="rId8" Type="http://schemas.openxmlformats.org/officeDocument/2006/relationships/image" Target="../media/image427.png"/><Relationship Id="rId51" Type="http://schemas.openxmlformats.org/officeDocument/2006/relationships/image" Target="../media/image193.png"/><Relationship Id="rId3" Type="http://schemas.openxmlformats.org/officeDocument/2006/relationships/image" Target="../media/image422.png"/><Relationship Id="rId12" Type="http://schemas.openxmlformats.org/officeDocument/2006/relationships/image" Target="../media/image431.png"/><Relationship Id="rId17" Type="http://schemas.openxmlformats.org/officeDocument/2006/relationships/image" Target="../media/image436.png"/><Relationship Id="rId25" Type="http://schemas.openxmlformats.org/officeDocument/2006/relationships/image" Target="../media/image444.png"/><Relationship Id="rId33" Type="http://schemas.openxmlformats.org/officeDocument/2006/relationships/image" Target="../media/image45.png"/><Relationship Id="rId38" Type="http://schemas.openxmlformats.org/officeDocument/2006/relationships/image" Target="../media/image109.png"/><Relationship Id="rId46" Type="http://schemas.openxmlformats.org/officeDocument/2006/relationships/image" Target="../media/image132.png"/><Relationship Id="rId59" Type="http://schemas.openxmlformats.org/officeDocument/2006/relationships/image" Target="../media/image227.png"/><Relationship Id="rId20" Type="http://schemas.openxmlformats.org/officeDocument/2006/relationships/image" Target="../media/image439.png"/><Relationship Id="rId41" Type="http://schemas.openxmlformats.org/officeDocument/2006/relationships/image" Target="../media/image112.png"/><Relationship Id="rId54" Type="http://schemas.openxmlformats.org/officeDocument/2006/relationships/image" Target="../media/image222.png"/><Relationship Id="rId6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15" Type="http://schemas.openxmlformats.org/officeDocument/2006/relationships/image" Target="../media/image434.png"/><Relationship Id="rId23" Type="http://schemas.openxmlformats.org/officeDocument/2006/relationships/image" Target="../media/image442.png"/><Relationship Id="rId28" Type="http://schemas.openxmlformats.org/officeDocument/2006/relationships/image" Target="../media/image129.png"/><Relationship Id="rId36" Type="http://schemas.openxmlformats.org/officeDocument/2006/relationships/image" Target="../media/image107.png"/><Relationship Id="rId49" Type="http://schemas.openxmlformats.org/officeDocument/2006/relationships/image" Target="../media/image135.png"/><Relationship Id="rId57" Type="http://schemas.openxmlformats.org/officeDocument/2006/relationships/image" Target="../media/image225.png"/><Relationship Id="rId10" Type="http://schemas.openxmlformats.org/officeDocument/2006/relationships/image" Target="../media/image429.png"/><Relationship Id="rId31" Type="http://schemas.openxmlformats.org/officeDocument/2006/relationships/image" Target="../media/image43.png"/><Relationship Id="rId44" Type="http://schemas.openxmlformats.org/officeDocument/2006/relationships/image" Target="../media/image116.png"/><Relationship Id="rId52" Type="http://schemas.openxmlformats.org/officeDocument/2006/relationships/image" Target="../media/image194.png"/><Relationship Id="rId60" Type="http://schemas.openxmlformats.org/officeDocument/2006/relationships/image" Target="../media/image228.png"/><Relationship Id="rId4" Type="http://schemas.openxmlformats.org/officeDocument/2006/relationships/image" Target="../media/image423.png"/><Relationship Id="rId9" Type="http://schemas.openxmlformats.org/officeDocument/2006/relationships/image" Target="../media/image428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2.png"/><Relationship Id="rId18" Type="http://schemas.openxmlformats.org/officeDocument/2006/relationships/image" Target="../media/image437.png"/><Relationship Id="rId26" Type="http://schemas.openxmlformats.org/officeDocument/2006/relationships/image" Target="../media/image445.png"/><Relationship Id="rId39" Type="http://schemas.openxmlformats.org/officeDocument/2006/relationships/image" Target="../media/image458.png"/><Relationship Id="rId21" Type="http://schemas.openxmlformats.org/officeDocument/2006/relationships/image" Target="../media/image440.png"/><Relationship Id="rId34" Type="http://schemas.openxmlformats.org/officeDocument/2006/relationships/image" Target="../media/image453.png"/><Relationship Id="rId42" Type="http://schemas.openxmlformats.org/officeDocument/2006/relationships/image" Target="../media/image461.png"/><Relationship Id="rId7" Type="http://schemas.openxmlformats.org/officeDocument/2006/relationships/image" Target="../media/image426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435.png"/><Relationship Id="rId29" Type="http://schemas.openxmlformats.org/officeDocument/2006/relationships/image" Target="../media/image4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11" Type="http://schemas.openxmlformats.org/officeDocument/2006/relationships/image" Target="../media/image430.png"/><Relationship Id="rId24" Type="http://schemas.openxmlformats.org/officeDocument/2006/relationships/image" Target="../media/image443.png"/><Relationship Id="rId32" Type="http://schemas.openxmlformats.org/officeDocument/2006/relationships/image" Target="../media/image451.png"/><Relationship Id="rId37" Type="http://schemas.openxmlformats.org/officeDocument/2006/relationships/image" Target="../media/image456.png"/><Relationship Id="rId40" Type="http://schemas.openxmlformats.org/officeDocument/2006/relationships/image" Target="../media/image459.png"/><Relationship Id="rId45" Type="http://schemas.openxmlformats.org/officeDocument/2006/relationships/image" Target="../media/image464.png"/><Relationship Id="rId5" Type="http://schemas.openxmlformats.org/officeDocument/2006/relationships/image" Target="../media/image424.png"/><Relationship Id="rId15" Type="http://schemas.openxmlformats.org/officeDocument/2006/relationships/image" Target="../media/image434.png"/><Relationship Id="rId23" Type="http://schemas.openxmlformats.org/officeDocument/2006/relationships/image" Target="../media/image442.png"/><Relationship Id="rId28" Type="http://schemas.openxmlformats.org/officeDocument/2006/relationships/image" Target="../media/image447.png"/><Relationship Id="rId10" Type="http://schemas.openxmlformats.org/officeDocument/2006/relationships/image" Target="../media/image429.png"/><Relationship Id="rId19" Type="http://schemas.openxmlformats.org/officeDocument/2006/relationships/image" Target="../media/image438.png"/><Relationship Id="rId31" Type="http://schemas.openxmlformats.org/officeDocument/2006/relationships/image" Target="../media/image450.png"/><Relationship Id="rId44" Type="http://schemas.openxmlformats.org/officeDocument/2006/relationships/image" Target="../media/image463.png"/><Relationship Id="rId4" Type="http://schemas.openxmlformats.org/officeDocument/2006/relationships/image" Target="../media/image423.png"/><Relationship Id="rId9" Type="http://schemas.openxmlformats.org/officeDocument/2006/relationships/image" Target="../media/image428.png"/><Relationship Id="rId14" Type="http://schemas.openxmlformats.org/officeDocument/2006/relationships/image" Target="../media/image433.png"/><Relationship Id="rId22" Type="http://schemas.openxmlformats.org/officeDocument/2006/relationships/image" Target="../media/image441.png"/><Relationship Id="rId27" Type="http://schemas.openxmlformats.org/officeDocument/2006/relationships/image" Target="../media/image4460.png"/><Relationship Id="rId30" Type="http://schemas.openxmlformats.org/officeDocument/2006/relationships/image" Target="../media/image449.png"/><Relationship Id="rId35" Type="http://schemas.openxmlformats.org/officeDocument/2006/relationships/image" Target="../media/image454.png"/><Relationship Id="rId43" Type="http://schemas.openxmlformats.org/officeDocument/2006/relationships/image" Target="../media/image462.png"/><Relationship Id="rId8" Type="http://schemas.openxmlformats.org/officeDocument/2006/relationships/image" Target="../media/image427.png"/><Relationship Id="rId3" Type="http://schemas.openxmlformats.org/officeDocument/2006/relationships/image" Target="../media/image422.png"/><Relationship Id="rId12" Type="http://schemas.openxmlformats.org/officeDocument/2006/relationships/image" Target="../media/image431.png"/><Relationship Id="rId17" Type="http://schemas.openxmlformats.org/officeDocument/2006/relationships/image" Target="../media/image436.png"/><Relationship Id="rId25" Type="http://schemas.openxmlformats.org/officeDocument/2006/relationships/image" Target="../media/image444.png"/><Relationship Id="rId33" Type="http://schemas.openxmlformats.org/officeDocument/2006/relationships/image" Target="../media/image452.png"/><Relationship Id="rId38" Type="http://schemas.openxmlformats.org/officeDocument/2006/relationships/image" Target="../media/image457.png"/><Relationship Id="rId46" Type="http://schemas.openxmlformats.org/officeDocument/2006/relationships/image" Target="../media/image465.png"/><Relationship Id="rId20" Type="http://schemas.openxmlformats.org/officeDocument/2006/relationships/image" Target="../media/image439.png"/><Relationship Id="rId41" Type="http://schemas.openxmlformats.org/officeDocument/2006/relationships/image" Target="../media/image460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2.png"/><Relationship Id="rId18" Type="http://schemas.openxmlformats.org/officeDocument/2006/relationships/image" Target="../media/image437.png"/><Relationship Id="rId26" Type="http://schemas.openxmlformats.org/officeDocument/2006/relationships/image" Target="../media/image445.png"/><Relationship Id="rId39" Type="http://schemas.openxmlformats.org/officeDocument/2006/relationships/image" Target="../media/image458.png"/><Relationship Id="rId21" Type="http://schemas.openxmlformats.org/officeDocument/2006/relationships/image" Target="../media/image440.png"/><Relationship Id="rId34" Type="http://schemas.openxmlformats.org/officeDocument/2006/relationships/image" Target="../media/image453.png"/><Relationship Id="rId42" Type="http://schemas.openxmlformats.org/officeDocument/2006/relationships/image" Target="../media/image461.png"/><Relationship Id="rId47" Type="http://schemas.openxmlformats.org/officeDocument/2006/relationships/image" Target="../media/image466.png"/><Relationship Id="rId50" Type="http://schemas.openxmlformats.org/officeDocument/2006/relationships/image" Target="../media/image469.png"/><Relationship Id="rId55" Type="http://schemas.openxmlformats.org/officeDocument/2006/relationships/image" Target="../media/image474.png"/><Relationship Id="rId7" Type="http://schemas.openxmlformats.org/officeDocument/2006/relationships/image" Target="../media/image426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435.png"/><Relationship Id="rId29" Type="http://schemas.openxmlformats.org/officeDocument/2006/relationships/image" Target="../media/image448.png"/><Relationship Id="rId11" Type="http://schemas.openxmlformats.org/officeDocument/2006/relationships/image" Target="../media/image430.png"/><Relationship Id="rId24" Type="http://schemas.openxmlformats.org/officeDocument/2006/relationships/image" Target="../media/image443.png"/><Relationship Id="rId32" Type="http://schemas.openxmlformats.org/officeDocument/2006/relationships/image" Target="../media/image451.png"/><Relationship Id="rId37" Type="http://schemas.openxmlformats.org/officeDocument/2006/relationships/image" Target="../media/image456.png"/><Relationship Id="rId40" Type="http://schemas.openxmlformats.org/officeDocument/2006/relationships/image" Target="../media/image459.png"/><Relationship Id="rId45" Type="http://schemas.openxmlformats.org/officeDocument/2006/relationships/image" Target="../media/image464.png"/><Relationship Id="rId53" Type="http://schemas.openxmlformats.org/officeDocument/2006/relationships/image" Target="../media/image472.png"/><Relationship Id="rId5" Type="http://schemas.openxmlformats.org/officeDocument/2006/relationships/image" Target="../media/image424.png"/><Relationship Id="rId10" Type="http://schemas.openxmlformats.org/officeDocument/2006/relationships/image" Target="../media/image429.png"/><Relationship Id="rId19" Type="http://schemas.openxmlformats.org/officeDocument/2006/relationships/image" Target="../media/image438.png"/><Relationship Id="rId31" Type="http://schemas.openxmlformats.org/officeDocument/2006/relationships/image" Target="../media/image450.png"/><Relationship Id="rId44" Type="http://schemas.openxmlformats.org/officeDocument/2006/relationships/image" Target="../media/image463.png"/><Relationship Id="rId52" Type="http://schemas.openxmlformats.org/officeDocument/2006/relationships/image" Target="../media/image471.png"/><Relationship Id="rId4" Type="http://schemas.openxmlformats.org/officeDocument/2006/relationships/image" Target="../media/image423.png"/><Relationship Id="rId9" Type="http://schemas.openxmlformats.org/officeDocument/2006/relationships/image" Target="../media/image428.png"/><Relationship Id="rId14" Type="http://schemas.openxmlformats.org/officeDocument/2006/relationships/image" Target="../media/image433.png"/><Relationship Id="rId22" Type="http://schemas.openxmlformats.org/officeDocument/2006/relationships/image" Target="../media/image441.png"/><Relationship Id="rId27" Type="http://schemas.openxmlformats.org/officeDocument/2006/relationships/image" Target="../media/image4460.png"/><Relationship Id="rId30" Type="http://schemas.openxmlformats.org/officeDocument/2006/relationships/image" Target="../media/image449.png"/><Relationship Id="rId35" Type="http://schemas.openxmlformats.org/officeDocument/2006/relationships/image" Target="../media/image454.png"/><Relationship Id="rId43" Type="http://schemas.openxmlformats.org/officeDocument/2006/relationships/image" Target="../media/image462.png"/><Relationship Id="rId48" Type="http://schemas.openxmlformats.org/officeDocument/2006/relationships/image" Target="../media/image467.png"/><Relationship Id="rId8" Type="http://schemas.openxmlformats.org/officeDocument/2006/relationships/image" Target="../media/image427.png"/><Relationship Id="rId51" Type="http://schemas.openxmlformats.org/officeDocument/2006/relationships/image" Target="../media/image470.png"/><Relationship Id="rId3" Type="http://schemas.openxmlformats.org/officeDocument/2006/relationships/image" Target="../media/image422.png"/><Relationship Id="rId12" Type="http://schemas.openxmlformats.org/officeDocument/2006/relationships/image" Target="../media/image431.png"/><Relationship Id="rId17" Type="http://schemas.openxmlformats.org/officeDocument/2006/relationships/image" Target="../media/image436.png"/><Relationship Id="rId25" Type="http://schemas.openxmlformats.org/officeDocument/2006/relationships/image" Target="../media/image444.png"/><Relationship Id="rId33" Type="http://schemas.openxmlformats.org/officeDocument/2006/relationships/image" Target="../media/image452.png"/><Relationship Id="rId38" Type="http://schemas.openxmlformats.org/officeDocument/2006/relationships/image" Target="../media/image457.png"/><Relationship Id="rId46" Type="http://schemas.openxmlformats.org/officeDocument/2006/relationships/image" Target="../media/image465.png"/><Relationship Id="rId20" Type="http://schemas.openxmlformats.org/officeDocument/2006/relationships/image" Target="../media/image439.png"/><Relationship Id="rId41" Type="http://schemas.openxmlformats.org/officeDocument/2006/relationships/image" Target="../media/image460.png"/><Relationship Id="rId54" Type="http://schemas.openxmlformats.org/officeDocument/2006/relationships/image" Target="../media/image4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15" Type="http://schemas.openxmlformats.org/officeDocument/2006/relationships/image" Target="../media/image434.png"/><Relationship Id="rId23" Type="http://schemas.openxmlformats.org/officeDocument/2006/relationships/image" Target="../media/image442.png"/><Relationship Id="rId28" Type="http://schemas.openxmlformats.org/officeDocument/2006/relationships/image" Target="../media/image447.png"/><Relationship Id="rId49" Type="http://schemas.openxmlformats.org/officeDocument/2006/relationships/image" Target="../media/image468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2.png"/><Relationship Id="rId18" Type="http://schemas.openxmlformats.org/officeDocument/2006/relationships/image" Target="../media/image437.png"/><Relationship Id="rId26" Type="http://schemas.openxmlformats.org/officeDocument/2006/relationships/image" Target="../media/image445.png"/><Relationship Id="rId39" Type="http://schemas.openxmlformats.org/officeDocument/2006/relationships/image" Target="../media/image458.png"/><Relationship Id="rId21" Type="http://schemas.openxmlformats.org/officeDocument/2006/relationships/image" Target="../media/image440.png"/><Relationship Id="rId34" Type="http://schemas.openxmlformats.org/officeDocument/2006/relationships/image" Target="../media/image453.png"/><Relationship Id="rId42" Type="http://schemas.openxmlformats.org/officeDocument/2006/relationships/image" Target="../media/image461.png"/><Relationship Id="rId47" Type="http://schemas.openxmlformats.org/officeDocument/2006/relationships/image" Target="../media/image469.png"/><Relationship Id="rId50" Type="http://schemas.openxmlformats.org/officeDocument/2006/relationships/image" Target="../media/image475.png"/><Relationship Id="rId55" Type="http://schemas.openxmlformats.org/officeDocument/2006/relationships/image" Target="../media/image474.png"/><Relationship Id="rId63" Type="http://schemas.openxmlformats.org/officeDocument/2006/relationships/image" Target="../media/image485.png"/><Relationship Id="rId7" Type="http://schemas.openxmlformats.org/officeDocument/2006/relationships/image" Target="../media/image426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435.png"/><Relationship Id="rId29" Type="http://schemas.openxmlformats.org/officeDocument/2006/relationships/image" Target="../media/image448.png"/><Relationship Id="rId11" Type="http://schemas.openxmlformats.org/officeDocument/2006/relationships/image" Target="../media/image430.png"/><Relationship Id="rId24" Type="http://schemas.openxmlformats.org/officeDocument/2006/relationships/image" Target="../media/image443.png"/><Relationship Id="rId32" Type="http://schemas.openxmlformats.org/officeDocument/2006/relationships/image" Target="../media/image451.png"/><Relationship Id="rId37" Type="http://schemas.openxmlformats.org/officeDocument/2006/relationships/image" Target="../media/image456.png"/><Relationship Id="rId40" Type="http://schemas.openxmlformats.org/officeDocument/2006/relationships/image" Target="../media/image459.png"/><Relationship Id="rId45" Type="http://schemas.openxmlformats.org/officeDocument/2006/relationships/image" Target="../media/image467.png"/><Relationship Id="rId53" Type="http://schemas.openxmlformats.org/officeDocument/2006/relationships/image" Target="../media/image472.png"/><Relationship Id="rId58" Type="http://schemas.openxmlformats.org/officeDocument/2006/relationships/image" Target="../media/image480.png"/><Relationship Id="rId5" Type="http://schemas.openxmlformats.org/officeDocument/2006/relationships/image" Target="../media/image424.png"/><Relationship Id="rId61" Type="http://schemas.openxmlformats.org/officeDocument/2006/relationships/image" Target="../media/image483.png"/><Relationship Id="rId19" Type="http://schemas.openxmlformats.org/officeDocument/2006/relationships/image" Target="../media/image438.png"/><Relationship Id="rId14" Type="http://schemas.openxmlformats.org/officeDocument/2006/relationships/image" Target="../media/image433.png"/><Relationship Id="rId22" Type="http://schemas.openxmlformats.org/officeDocument/2006/relationships/image" Target="../media/image441.png"/><Relationship Id="rId27" Type="http://schemas.openxmlformats.org/officeDocument/2006/relationships/image" Target="../media/image4460.png"/><Relationship Id="rId30" Type="http://schemas.openxmlformats.org/officeDocument/2006/relationships/image" Target="../media/image449.png"/><Relationship Id="rId35" Type="http://schemas.openxmlformats.org/officeDocument/2006/relationships/image" Target="../media/image454.png"/><Relationship Id="rId43" Type="http://schemas.openxmlformats.org/officeDocument/2006/relationships/image" Target="../media/image462.png"/><Relationship Id="rId48" Type="http://schemas.openxmlformats.org/officeDocument/2006/relationships/image" Target="../media/image470.png"/><Relationship Id="rId56" Type="http://schemas.openxmlformats.org/officeDocument/2006/relationships/image" Target="../media/image478.png"/><Relationship Id="rId64" Type="http://schemas.openxmlformats.org/officeDocument/2006/relationships/image" Target="../media/image486.png"/><Relationship Id="rId8" Type="http://schemas.openxmlformats.org/officeDocument/2006/relationships/image" Target="../media/image427.png"/><Relationship Id="rId51" Type="http://schemas.openxmlformats.org/officeDocument/2006/relationships/image" Target="../media/image476.png"/><Relationship Id="rId3" Type="http://schemas.openxmlformats.org/officeDocument/2006/relationships/image" Target="../media/image422.png"/><Relationship Id="rId12" Type="http://schemas.openxmlformats.org/officeDocument/2006/relationships/image" Target="../media/image431.png"/><Relationship Id="rId17" Type="http://schemas.openxmlformats.org/officeDocument/2006/relationships/image" Target="../media/image436.png"/><Relationship Id="rId25" Type="http://schemas.openxmlformats.org/officeDocument/2006/relationships/image" Target="../media/image444.png"/><Relationship Id="rId33" Type="http://schemas.openxmlformats.org/officeDocument/2006/relationships/image" Target="../media/image452.png"/><Relationship Id="rId38" Type="http://schemas.openxmlformats.org/officeDocument/2006/relationships/image" Target="../media/image457.png"/><Relationship Id="rId46" Type="http://schemas.openxmlformats.org/officeDocument/2006/relationships/image" Target="../media/image468.png"/><Relationship Id="rId59" Type="http://schemas.openxmlformats.org/officeDocument/2006/relationships/image" Target="../media/image481.png"/><Relationship Id="rId20" Type="http://schemas.openxmlformats.org/officeDocument/2006/relationships/image" Target="../media/image439.png"/><Relationship Id="rId41" Type="http://schemas.openxmlformats.org/officeDocument/2006/relationships/image" Target="../media/image460.png"/><Relationship Id="rId54" Type="http://schemas.openxmlformats.org/officeDocument/2006/relationships/image" Target="../media/image473.png"/><Relationship Id="rId6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15" Type="http://schemas.openxmlformats.org/officeDocument/2006/relationships/image" Target="../media/image434.png"/><Relationship Id="rId23" Type="http://schemas.openxmlformats.org/officeDocument/2006/relationships/image" Target="../media/image442.png"/><Relationship Id="rId28" Type="http://schemas.openxmlformats.org/officeDocument/2006/relationships/image" Target="../media/image447.png"/><Relationship Id="rId49" Type="http://schemas.openxmlformats.org/officeDocument/2006/relationships/image" Target="../media/image471.png"/><Relationship Id="rId57" Type="http://schemas.openxmlformats.org/officeDocument/2006/relationships/image" Target="../media/image479.png"/><Relationship Id="rId10" Type="http://schemas.openxmlformats.org/officeDocument/2006/relationships/image" Target="../media/image429.png"/><Relationship Id="rId31" Type="http://schemas.openxmlformats.org/officeDocument/2006/relationships/image" Target="../media/image450.png"/><Relationship Id="rId44" Type="http://schemas.openxmlformats.org/officeDocument/2006/relationships/image" Target="../media/image466.png"/><Relationship Id="rId52" Type="http://schemas.openxmlformats.org/officeDocument/2006/relationships/image" Target="../media/image477.png"/><Relationship Id="rId60" Type="http://schemas.openxmlformats.org/officeDocument/2006/relationships/image" Target="../media/image482.png"/><Relationship Id="rId4" Type="http://schemas.openxmlformats.org/officeDocument/2006/relationships/image" Target="../media/image423.png"/><Relationship Id="rId9" Type="http://schemas.openxmlformats.org/officeDocument/2006/relationships/image" Target="../media/image428.png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5.png"/><Relationship Id="rId21" Type="http://schemas.openxmlformats.org/officeDocument/2006/relationships/image" Target="../media/image440.png"/><Relationship Id="rId34" Type="http://schemas.openxmlformats.org/officeDocument/2006/relationships/image" Target="../media/image453.png"/><Relationship Id="rId42" Type="http://schemas.openxmlformats.org/officeDocument/2006/relationships/image" Target="../media/image461.png"/><Relationship Id="rId47" Type="http://schemas.openxmlformats.org/officeDocument/2006/relationships/image" Target="../media/image469.png"/><Relationship Id="rId50" Type="http://schemas.openxmlformats.org/officeDocument/2006/relationships/image" Target="../media/image475.png"/><Relationship Id="rId55" Type="http://schemas.openxmlformats.org/officeDocument/2006/relationships/image" Target="../media/image474.png"/><Relationship Id="rId63" Type="http://schemas.openxmlformats.org/officeDocument/2006/relationships/image" Target="../media/image485.png"/><Relationship Id="rId7" Type="http://schemas.openxmlformats.org/officeDocument/2006/relationships/image" Target="../media/image426.png"/><Relationship Id="rId2" Type="http://schemas.openxmlformats.org/officeDocument/2006/relationships/notesSlide" Target="../notesSlides/notesSlide47.xml"/><Relationship Id="rId16" Type="http://schemas.openxmlformats.org/officeDocument/2006/relationships/image" Target="../media/image435.png"/><Relationship Id="rId29" Type="http://schemas.openxmlformats.org/officeDocument/2006/relationships/image" Target="../media/image448.png"/><Relationship Id="rId11" Type="http://schemas.openxmlformats.org/officeDocument/2006/relationships/image" Target="../media/image430.png"/><Relationship Id="rId24" Type="http://schemas.openxmlformats.org/officeDocument/2006/relationships/image" Target="../media/image443.png"/><Relationship Id="rId32" Type="http://schemas.openxmlformats.org/officeDocument/2006/relationships/image" Target="../media/image451.png"/><Relationship Id="rId37" Type="http://schemas.openxmlformats.org/officeDocument/2006/relationships/image" Target="../media/image456.png"/><Relationship Id="rId40" Type="http://schemas.openxmlformats.org/officeDocument/2006/relationships/image" Target="../media/image459.png"/><Relationship Id="rId45" Type="http://schemas.openxmlformats.org/officeDocument/2006/relationships/image" Target="../media/image467.png"/><Relationship Id="rId53" Type="http://schemas.openxmlformats.org/officeDocument/2006/relationships/image" Target="../media/image472.png"/><Relationship Id="rId58" Type="http://schemas.openxmlformats.org/officeDocument/2006/relationships/image" Target="../media/image480.png"/><Relationship Id="rId66" Type="http://schemas.openxmlformats.org/officeDocument/2006/relationships/image" Target="../media/image488.png"/><Relationship Id="rId5" Type="http://schemas.openxmlformats.org/officeDocument/2006/relationships/image" Target="../media/image424.png"/><Relationship Id="rId61" Type="http://schemas.openxmlformats.org/officeDocument/2006/relationships/image" Target="../media/image483.png"/><Relationship Id="rId19" Type="http://schemas.openxmlformats.org/officeDocument/2006/relationships/image" Target="../media/image438.png"/><Relationship Id="rId14" Type="http://schemas.openxmlformats.org/officeDocument/2006/relationships/image" Target="../media/image433.png"/><Relationship Id="rId22" Type="http://schemas.openxmlformats.org/officeDocument/2006/relationships/image" Target="../media/image441.png"/><Relationship Id="rId27" Type="http://schemas.openxmlformats.org/officeDocument/2006/relationships/image" Target="../media/image4460.png"/><Relationship Id="rId30" Type="http://schemas.openxmlformats.org/officeDocument/2006/relationships/image" Target="../media/image449.png"/><Relationship Id="rId35" Type="http://schemas.openxmlformats.org/officeDocument/2006/relationships/image" Target="../media/image454.png"/><Relationship Id="rId43" Type="http://schemas.openxmlformats.org/officeDocument/2006/relationships/image" Target="../media/image462.png"/><Relationship Id="rId48" Type="http://schemas.openxmlformats.org/officeDocument/2006/relationships/image" Target="../media/image470.png"/><Relationship Id="rId56" Type="http://schemas.openxmlformats.org/officeDocument/2006/relationships/image" Target="../media/image478.png"/><Relationship Id="rId64" Type="http://schemas.openxmlformats.org/officeDocument/2006/relationships/image" Target="../media/image486.png"/><Relationship Id="rId8" Type="http://schemas.openxmlformats.org/officeDocument/2006/relationships/image" Target="../media/image427.png"/><Relationship Id="rId51" Type="http://schemas.openxmlformats.org/officeDocument/2006/relationships/image" Target="../media/image476.png"/><Relationship Id="rId3" Type="http://schemas.openxmlformats.org/officeDocument/2006/relationships/image" Target="../media/image422.png"/><Relationship Id="rId12" Type="http://schemas.openxmlformats.org/officeDocument/2006/relationships/image" Target="../media/image431.png"/><Relationship Id="rId17" Type="http://schemas.openxmlformats.org/officeDocument/2006/relationships/image" Target="../media/image436.png"/><Relationship Id="rId25" Type="http://schemas.openxmlformats.org/officeDocument/2006/relationships/image" Target="../media/image444.png"/><Relationship Id="rId33" Type="http://schemas.openxmlformats.org/officeDocument/2006/relationships/image" Target="../media/image452.png"/><Relationship Id="rId38" Type="http://schemas.openxmlformats.org/officeDocument/2006/relationships/image" Target="../media/image457.png"/><Relationship Id="rId46" Type="http://schemas.openxmlformats.org/officeDocument/2006/relationships/image" Target="../media/image468.png"/><Relationship Id="rId59" Type="http://schemas.openxmlformats.org/officeDocument/2006/relationships/image" Target="../media/image481.png"/><Relationship Id="rId67" Type="http://schemas.openxmlformats.org/officeDocument/2006/relationships/image" Target="../media/image489.png"/><Relationship Id="rId20" Type="http://schemas.openxmlformats.org/officeDocument/2006/relationships/image" Target="../media/image439.png"/><Relationship Id="rId41" Type="http://schemas.openxmlformats.org/officeDocument/2006/relationships/image" Target="../media/image460.png"/><Relationship Id="rId54" Type="http://schemas.openxmlformats.org/officeDocument/2006/relationships/image" Target="../media/image473.png"/><Relationship Id="rId6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15" Type="http://schemas.openxmlformats.org/officeDocument/2006/relationships/image" Target="../media/image434.png"/><Relationship Id="rId23" Type="http://schemas.openxmlformats.org/officeDocument/2006/relationships/image" Target="../media/image442.png"/><Relationship Id="rId28" Type="http://schemas.openxmlformats.org/officeDocument/2006/relationships/image" Target="../media/image447.png"/><Relationship Id="rId36" Type="http://schemas.openxmlformats.org/officeDocument/2006/relationships/image" Target="../media/image74.png"/><Relationship Id="rId49" Type="http://schemas.openxmlformats.org/officeDocument/2006/relationships/image" Target="../media/image471.png"/><Relationship Id="rId57" Type="http://schemas.openxmlformats.org/officeDocument/2006/relationships/image" Target="../media/image479.png"/><Relationship Id="rId10" Type="http://schemas.openxmlformats.org/officeDocument/2006/relationships/image" Target="../media/image429.png"/><Relationship Id="rId31" Type="http://schemas.openxmlformats.org/officeDocument/2006/relationships/image" Target="../media/image450.png"/><Relationship Id="rId44" Type="http://schemas.openxmlformats.org/officeDocument/2006/relationships/image" Target="../media/image466.png"/><Relationship Id="rId52" Type="http://schemas.openxmlformats.org/officeDocument/2006/relationships/image" Target="../media/image477.png"/><Relationship Id="rId60" Type="http://schemas.openxmlformats.org/officeDocument/2006/relationships/image" Target="../media/image482.png"/><Relationship Id="rId65" Type="http://schemas.openxmlformats.org/officeDocument/2006/relationships/image" Target="../media/image487.png"/><Relationship Id="rId4" Type="http://schemas.openxmlformats.org/officeDocument/2006/relationships/image" Target="../media/image423.png"/><Relationship Id="rId9" Type="http://schemas.openxmlformats.org/officeDocument/2006/relationships/image" Target="../media/image428.png"/><Relationship Id="rId13" Type="http://schemas.openxmlformats.org/officeDocument/2006/relationships/image" Target="../media/image432.png"/><Relationship Id="rId18" Type="http://schemas.openxmlformats.org/officeDocument/2006/relationships/image" Target="../media/image437.png"/><Relationship Id="rId39" Type="http://schemas.openxmlformats.org/officeDocument/2006/relationships/image" Target="../media/image458.png"/></Relationships>
</file>

<file path=ppt/slides/_rels/slide4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4.png"/><Relationship Id="rId21" Type="http://schemas.openxmlformats.org/officeDocument/2006/relationships/image" Target="../media/image439.png"/><Relationship Id="rId42" Type="http://schemas.openxmlformats.org/officeDocument/2006/relationships/image" Target="../media/image461.png"/><Relationship Id="rId47" Type="http://schemas.openxmlformats.org/officeDocument/2006/relationships/image" Target="../media/image469.png"/><Relationship Id="rId63" Type="http://schemas.openxmlformats.org/officeDocument/2006/relationships/image" Target="../media/image484.png"/><Relationship Id="rId68" Type="http://schemas.openxmlformats.org/officeDocument/2006/relationships/image" Target="../media/image493.png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434.png"/><Relationship Id="rId29" Type="http://schemas.openxmlformats.org/officeDocument/2006/relationships/image" Target="../media/image447.png"/><Relationship Id="rId11" Type="http://schemas.openxmlformats.org/officeDocument/2006/relationships/image" Target="../media/image429.png"/><Relationship Id="rId24" Type="http://schemas.openxmlformats.org/officeDocument/2006/relationships/image" Target="../media/image442.png"/><Relationship Id="rId32" Type="http://schemas.openxmlformats.org/officeDocument/2006/relationships/image" Target="../media/image450.png"/><Relationship Id="rId37" Type="http://schemas.openxmlformats.org/officeDocument/2006/relationships/image" Target="../media/image456.png"/><Relationship Id="rId40" Type="http://schemas.openxmlformats.org/officeDocument/2006/relationships/image" Target="../media/image459.png"/><Relationship Id="rId45" Type="http://schemas.openxmlformats.org/officeDocument/2006/relationships/image" Target="../media/image467.png"/><Relationship Id="rId53" Type="http://schemas.openxmlformats.org/officeDocument/2006/relationships/image" Target="../media/image74.png"/><Relationship Id="rId58" Type="http://schemas.openxmlformats.org/officeDocument/2006/relationships/image" Target="../media/image479.png"/><Relationship Id="rId66" Type="http://schemas.openxmlformats.org/officeDocument/2006/relationships/image" Target="../media/image491.png"/><Relationship Id="rId74" Type="http://schemas.openxmlformats.org/officeDocument/2006/relationships/image" Target="../media/image499.png"/><Relationship Id="rId5" Type="http://schemas.openxmlformats.org/officeDocument/2006/relationships/image" Target="../media/image423.png"/><Relationship Id="rId61" Type="http://schemas.openxmlformats.org/officeDocument/2006/relationships/image" Target="../media/image482.png"/><Relationship Id="rId19" Type="http://schemas.openxmlformats.org/officeDocument/2006/relationships/image" Target="../media/image437.png"/><Relationship Id="rId14" Type="http://schemas.openxmlformats.org/officeDocument/2006/relationships/image" Target="../media/image432.png"/><Relationship Id="rId22" Type="http://schemas.openxmlformats.org/officeDocument/2006/relationships/image" Target="../media/image440.png"/><Relationship Id="rId27" Type="http://schemas.openxmlformats.org/officeDocument/2006/relationships/image" Target="../media/image445.png"/><Relationship Id="rId30" Type="http://schemas.openxmlformats.org/officeDocument/2006/relationships/image" Target="../media/image448.png"/><Relationship Id="rId35" Type="http://schemas.openxmlformats.org/officeDocument/2006/relationships/image" Target="../media/image453.png"/><Relationship Id="rId43" Type="http://schemas.openxmlformats.org/officeDocument/2006/relationships/image" Target="../media/image462.png"/><Relationship Id="rId48" Type="http://schemas.openxmlformats.org/officeDocument/2006/relationships/image" Target="../media/image470.png"/><Relationship Id="rId56" Type="http://schemas.openxmlformats.org/officeDocument/2006/relationships/image" Target="../media/image474.png"/><Relationship Id="rId64" Type="http://schemas.openxmlformats.org/officeDocument/2006/relationships/image" Target="../media/image485.png"/><Relationship Id="rId69" Type="http://schemas.openxmlformats.org/officeDocument/2006/relationships/image" Target="../media/image494.png"/><Relationship Id="rId8" Type="http://schemas.openxmlformats.org/officeDocument/2006/relationships/image" Target="../media/image426.png"/><Relationship Id="rId51" Type="http://schemas.openxmlformats.org/officeDocument/2006/relationships/image" Target="../media/image476.png"/><Relationship Id="rId72" Type="http://schemas.openxmlformats.org/officeDocument/2006/relationships/image" Target="../media/image497.png"/><Relationship Id="rId3" Type="http://schemas.openxmlformats.org/officeDocument/2006/relationships/image" Target="../media/image490.png"/><Relationship Id="rId12" Type="http://schemas.openxmlformats.org/officeDocument/2006/relationships/image" Target="../media/image430.png"/><Relationship Id="rId17" Type="http://schemas.openxmlformats.org/officeDocument/2006/relationships/image" Target="../media/image435.png"/><Relationship Id="rId25" Type="http://schemas.openxmlformats.org/officeDocument/2006/relationships/image" Target="../media/image443.png"/><Relationship Id="rId33" Type="http://schemas.openxmlformats.org/officeDocument/2006/relationships/image" Target="../media/image451.png"/><Relationship Id="rId38" Type="http://schemas.openxmlformats.org/officeDocument/2006/relationships/image" Target="../media/image457.png"/><Relationship Id="rId46" Type="http://schemas.openxmlformats.org/officeDocument/2006/relationships/image" Target="../media/image468.png"/><Relationship Id="rId59" Type="http://schemas.openxmlformats.org/officeDocument/2006/relationships/image" Target="../media/image480.png"/><Relationship Id="rId67" Type="http://schemas.openxmlformats.org/officeDocument/2006/relationships/image" Target="../media/image492.png"/><Relationship Id="rId20" Type="http://schemas.openxmlformats.org/officeDocument/2006/relationships/image" Target="../media/image438.png"/><Relationship Id="rId41" Type="http://schemas.openxmlformats.org/officeDocument/2006/relationships/image" Target="../media/image460.png"/><Relationship Id="rId54" Type="http://schemas.openxmlformats.org/officeDocument/2006/relationships/image" Target="../media/image472.png"/><Relationship Id="rId62" Type="http://schemas.openxmlformats.org/officeDocument/2006/relationships/image" Target="../media/image483.png"/><Relationship Id="rId70" Type="http://schemas.openxmlformats.org/officeDocument/2006/relationships/image" Target="../media/image4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4.png"/><Relationship Id="rId15" Type="http://schemas.openxmlformats.org/officeDocument/2006/relationships/image" Target="../media/image433.png"/><Relationship Id="rId23" Type="http://schemas.openxmlformats.org/officeDocument/2006/relationships/image" Target="../media/image441.png"/><Relationship Id="rId28" Type="http://schemas.openxmlformats.org/officeDocument/2006/relationships/image" Target="../media/image4460.png"/><Relationship Id="rId36" Type="http://schemas.openxmlformats.org/officeDocument/2006/relationships/image" Target="../media/image454.png"/><Relationship Id="rId49" Type="http://schemas.openxmlformats.org/officeDocument/2006/relationships/image" Target="../media/image471.png"/><Relationship Id="rId57" Type="http://schemas.openxmlformats.org/officeDocument/2006/relationships/image" Target="../media/image478.png"/><Relationship Id="rId10" Type="http://schemas.openxmlformats.org/officeDocument/2006/relationships/image" Target="../media/image428.png"/><Relationship Id="rId31" Type="http://schemas.openxmlformats.org/officeDocument/2006/relationships/image" Target="../media/image449.png"/><Relationship Id="rId44" Type="http://schemas.openxmlformats.org/officeDocument/2006/relationships/image" Target="../media/image466.png"/><Relationship Id="rId52" Type="http://schemas.openxmlformats.org/officeDocument/2006/relationships/image" Target="../media/image477.png"/><Relationship Id="rId60" Type="http://schemas.openxmlformats.org/officeDocument/2006/relationships/image" Target="../media/image481.png"/><Relationship Id="rId65" Type="http://schemas.openxmlformats.org/officeDocument/2006/relationships/image" Target="../media/image486.png"/><Relationship Id="rId73" Type="http://schemas.openxmlformats.org/officeDocument/2006/relationships/image" Target="../media/image498.png"/><Relationship Id="rId4" Type="http://schemas.openxmlformats.org/officeDocument/2006/relationships/image" Target="../media/image422.png"/><Relationship Id="rId9" Type="http://schemas.openxmlformats.org/officeDocument/2006/relationships/image" Target="../media/image427.png"/><Relationship Id="rId13" Type="http://schemas.openxmlformats.org/officeDocument/2006/relationships/image" Target="../media/image431.png"/><Relationship Id="rId18" Type="http://schemas.openxmlformats.org/officeDocument/2006/relationships/image" Target="../media/image436.png"/><Relationship Id="rId39" Type="http://schemas.openxmlformats.org/officeDocument/2006/relationships/image" Target="../media/image458.png"/><Relationship Id="rId34" Type="http://schemas.openxmlformats.org/officeDocument/2006/relationships/image" Target="../media/image452.png"/><Relationship Id="rId50" Type="http://schemas.openxmlformats.org/officeDocument/2006/relationships/image" Target="../media/image475.png"/><Relationship Id="rId55" Type="http://schemas.openxmlformats.org/officeDocument/2006/relationships/image" Target="../media/image473.png"/><Relationship Id="rId7" Type="http://schemas.openxmlformats.org/officeDocument/2006/relationships/image" Target="../media/image425.png"/><Relationship Id="rId71" Type="http://schemas.openxmlformats.org/officeDocument/2006/relationships/image" Target="../media/image49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0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2.png"/><Relationship Id="rId13" Type="http://schemas.openxmlformats.org/officeDocument/2006/relationships/image" Target="../media/image507.png"/><Relationship Id="rId3" Type="http://schemas.openxmlformats.org/officeDocument/2006/relationships/image" Target="../media/image44.png"/><Relationship Id="rId7" Type="http://schemas.openxmlformats.org/officeDocument/2006/relationships/image" Target="../media/image501.png"/><Relationship Id="rId12" Type="http://schemas.openxmlformats.org/officeDocument/2006/relationships/image" Target="../media/image506.png"/><Relationship Id="rId2" Type="http://schemas.openxmlformats.org/officeDocument/2006/relationships/image" Target="../media/image43.png"/><Relationship Id="rId16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05.png"/><Relationship Id="rId5" Type="http://schemas.openxmlformats.org/officeDocument/2006/relationships/image" Target="../media/image46.png"/><Relationship Id="rId15" Type="http://schemas.openxmlformats.org/officeDocument/2006/relationships/image" Target="../media/image509.png"/><Relationship Id="rId10" Type="http://schemas.openxmlformats.org/officeDocument/2006/relationships/image" Target="../media/image504.png"/><Relationship Id="rId4" Type="http://schemas.openxmlformats.org/officeDocument/2006/relationships/image" Target="../media/image45.png"/><Relationship Id="rId9" Type="http://schemas.openxmlformats.org/officeDocument/2006/relationships/image" Target="../media/image503.png"/><Relationship Id="rId14" Type="http://schemas.openxmlformats.org/officeDocument/2006/relationships/image" Target="../media/image50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20.png"/><Relationship Id="rId2" Type="http://schemas.openxmlformats.org/officeDocument/2006/relationships/image" Target="../media/image50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50.png"/><Relationship Id="rId5" Type="http://schemas.openxmlformats.org/officeDocument/2006/relationships/image" Target="../media/image5040.png"/><Relationship Id="rId4" Type="http://schemas.openxmlformats.org/officeDocument/2006/relationships/image" Target="../media/image503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3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0.png"/><Relationship Id="rId4" Type="http://schemas.openxmlformats.org/officeDocument/2006/relationships/image" Target="../media/image84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00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0.png"/><Relationship Id="rId5" Type="http://schemas.openxmlformats.org/officeDocument/2006/relationships/image" Target="../media/image4100.png"/><Relationship Id="rId4" Type="http://schemas.openxmlformats.org/officeDocument/2006/relationships/image" Target="../media/image349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21000.png"/><Relationship Id="rId7" Type="http://schemas.openxmlformats.org/officeDocument/2006/relationships/image" Target="../media/image146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0.png"/><Relationship Id="rId11" Type="http://schemas.openxmlformats.org/officeDocument/2006/relationships/image" Target="../media/image150.png"/><Relationship Id="rId5" Type="http://schemas.openxmlformats.org/officeDocument/2006/relationships/image" Target="../media/image4100.png"/><Relationship Id="rId10" Type="http://schemas.openxmlformats.org/officeDocument/2006/relationships/image" Target="../media/image149.png"/><Relationship Id="rId4" Type="http://schemas.openxmlformats.org/officeDocument/2006/relationships/image" Target="../media/image3490.png"/><Relationship Id="rId9" Type="http://schemas.openxmlformats.org/officeDocument/2006/relationships/image" Target="../media/image14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2110.png"/><Relationship Id="rId18" Type="http://schemas.openxmlformats.org/officeDocument/2006/relationships/image" Target="../media/image76.png"/><Relationship Id="rId3" Type="http://schemas.openxmlformats.org/officeDocument/2006/relationships/image" Target="../media/image21000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75.png"/><Relationship Id="rId2" Type="http://schemas.openxmlformats.org/officeDocument/2006/relationships/image" Target="../media/image158.png"/><Relationship Id="rId16" Type="http://schemas.openxmlformats.org/officeDocument/2006/relationships/image" Target="../media/image2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0.png"/><Relationship Id="rId11" Type="http://schemas.openxmlformats.org/officeDocument/2006/relationships/image" Target="../media/image150.png"/><Relationship Id="rId5" Type="http://schemas.openxmlformats.org/officeDocument/2006/relationships/image" Target="../media/image4100.png"/><Relationship Id="rId15" Type="http://schemas.openxmlformats.org/officeDocument/2006/relationships/image" Target="../media/image23100.png"/><Relationship Id="rId10" Type="http://schemas.openxmlformats.org/officeDocument/2006/relationships/image" Target="../media/image149.png"/><Relationship Id="rId19" Type="http://schemas.openxmlformats.org/officeDocument/2006/relationships/image" Target="../media/image77.png"/><Relationship Id="rId4" Type="http://schemas.openxmlformats.org/officeDocument/2006/relationships/image" Target="../media/image3490.png"/><Relationship Id="rId9" Type="http://schemas.openxmlformats.org/officeDocument/2006/relationships/image" Target="../media/image148.png"/><Relationship Id="rId14" Type="http://schemas.openxmlformats.org/officeDocument/2006/relationships/image" Target="../media/image2210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100.png"/><Relationship Id="rId18" Type="http://schemas.openxmlformats.org/officeDocument/2006/relationships/image" Target="../media/image149.png"/><Relationship Id="rId3" Type="http://schemas.openxmlformats.org/officeDocument/2006/relationships/image" Target="../media/image21000.png"/><Relationship Id="rId7" Type="http://schemas.openxmlformats.org/officeDocument/2006/relationships/image" Target="../media/image155.png"/><Relationship Id="rId17" Type="http://schemas.openxmlformats.org/officeDocument/2006/relationships/image" Target="../media/image148.png"/><Relationship Id="rId2" Type="http://schemas.openxmlformats.org/officeDocument/2006/relationships/image" Target="../media/image158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0.png"/><Relationship Id="rId5" Type="http://schemas.openxmlformats.org/officeDocument/2006/relationships/image" Target="../media/image4100.png"/><Relationship Id="rId15" Type="http://schemas.openxmlformats.org/officeDocument/2006/relationships/image" Target="../media/image146.png"/><Relationship Id="rId19" Type="http://schemas.openxmlformats.org/officeDocument/2006/relationships/image" Target="../media/image150.png"/><Relationship Id="rId4" Type="http://schemas.openxmlformats.org/officeDocument/2006/relationships/image" Target="../media/image3490.png"/><Relationship Id="rId14" Type="http://schemas.openxmlformats.org/officeDocument/2006/relationships/image" Target="../media/image78.png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100.png"/><Relationship Id="rId18" Type="http://schemas.openxmlformats.org/officeDocument/2006/relationships/image" Target="../media/image149.png"/><Relationship Id="rId3" Type="http://schemas.openxmlformats.org/officeDocument/2006/relationships/image" Target="../media/image21000.png"/><Relationship Id="rId7" Type="http://schemas.openxmlformats.org/officeDocument/2006/relationships/image" Target="../media/image155.png"/><Relationship Id="rId17" Type="http://schemas.openxmlformats.org/officeDocument/2006/relationships/image" Target="../media/image148.png"/><Relationship Id="rId2" Type="http://schemas.openxmlformats.org/officeDocument/2006/relationships/image" Target="../media/image158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0.png"/><Relationship Id="rId5" Type="http://schemas.openxmlformats.org/officeDocument/2006/relationships/image" Target="../media/image4100.png"/><Relationship Id="rId15" Type="http://schemas.openxmlformats.org/officeDocument/2006/relationships/image" Target="../media/image146.png"/><Relationship Id="rId19" Type="http://schemas.openxmlformats.org/officeDocument/2006/relationships/image" Target="../media/image150.png"/><Relationship Id="rId4" Type="http://schemas.openxmlformats.org/officeDocument/2006/relationships/image" Target="../media/image3490.png"/><Relationship Id="rId14" Type="http://schemas.openxmlformats.org/officeDocument/2006/relationships/image" Target="../media/image78.png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100.png"/><Relationship Id="rId18" Type="http://schemas.openxmlformats.org/officeDocument/2006/relationships/image" Target="../media/image149.png"/><Relationship Id="rId3" Type="http://schemas.openxmlformats.org/officeDocument/2006/relationships/image" Target="../media/image21000.png"/><Relationship Id="rId7" Type="http://schemas.openxmlformats.org/officeDocument/2006/relationships/image" Target="../media/image155.png"/><Relationship Id="rId17" Type="http://schemas.openxmlformats.org/officeDocument/2006/relationships/image" Target="../media/image148.png"/><Relationship Id="rId2" Type="http://schemas.openxmlformats.org/officeDocument/2006/relationships/image" Target="../media/image158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0.png"/><Relationship Id="rId5" Type="http://schemas.openxmlformats.org/officeDocument/2006/relationships/image" Target="../media/image4100.png"/><Relationship Id="rId15" Type="http://schemas.openxmlformats.org/officeDocument/2006/relationships/image" Target="../media/image146.png"/><Relationship Id="rId19" Type="http://schemas.openxmlformats.org/officeDocument/2006/relationships/image" Target="../media/image150.png"/><Relationship Id="rId4" Type="http://schemas.openxmlformats.org/officeDocument/2006/relationships/image" Target="../media/image3490.png"/><Relationship Id="rId14" Type="http://schemas.openxmlformats.org/officeDocument/2006/relationships/image" Target="../media/image7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33.png"/><Relationship Id="rId7" Type="http://schemas.openxmlformats.org/officeDocument/2006/relationships/image" Target="../media/image537.png"/><Relationship Id="rId29" Type="http://schemas.openxmlformats.org/officeDocument/2006/relationships/image" Target="../media/image5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6.png"/><Relationship Id="rId32" Type="http://schemas.openxmlformats.org/officeDocument/2006/relationships/image" Target="../media/image565.png"/><Relationship Id="rId5" Type="http://schemas.openxmlformats.org/officeDocument/2006/relationships/image" Target="../media/image535.png"/><Relationship Id="rId28" Type="http://schemas.openxmlformats.org/officeDocument/2006/relationships/image" Target="../media/image561.png"/><Relationship Id="rId10" Type="http://schemas.openxmlformats.org/officeDocument/2006/relationships/image" Target="../media/image5070.png"/><Relationship Id="rId31" Type="http://schemas.openxmlformats.org/officeDocument/2006/relationships/image" Target="../media/image564.png"/><Relationship Id="rId4" Type="http://schemas.openxmlformats.org/officeDocument/2006/relationships/image" Target="../media/image534.png"/><Relationship Id="rId9" Type="http://schemas.openxmlformats.org/officeDocument/2006/relationships/image" Target="../media/image5060.png"/><Relationship Id="rId30" Type="http://schemas.openxmlformats.org/officeDocument/2006/relationships/image" Target="../media/image563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6.png"/><Relationship Id="rId3" Type="http://schemas.openxmlformats.org/officeDocument/2006/relationships/image" Target="../media/image534.png"/><Relationship Id="rId7" Type="http://schemas.openxmlformats.org/officeDocument/2006/relationships/image" Target="../media/image5070.png"/><Relationship Id="rId12" Type="http://schemas.openxmlformats.org/officeDocument/2006/relationships/image" Target="../media/image570.png"/><Relationship Id="rId2" Type="http://schemas.openxmlformats.org/officeDocument/2006/relationships/image" Target="../media/image5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7.png"/><Relationship Id="rId11" Type="http://schemas.openxmlformats.org/officeDocument/2006/relationships/image" Target="../media/image569.png"/><Relationship Id="rId5" Type="http://schemas.openxmlformats.org/officeDocument/2006/relationships/image" Target="../media/image536.png"/><Relationship Id="rId10" Type="http://schemas.openxmlformats.org/officeDocument/2006/relationships/image" Target="../media/image568.png"/><Relationship Id="rId4" Type="http://schemas.openxmlformats.org/officeDocument/2006/relationships/image" Target="../media/image535.png"/><Relationship Id="rId9" Type="http://schemas.openxmlformats.org/officeDocument/2006/relationships/image" Target="../media/image567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0.png"/><Relationship Id="rId13" Type="http://schemas.openxmlformats.org/officeDocument/2006/relationships/image" Target="../media/image570.png"/><Relationship Id="rId3" Type="http://schemas.openxmlformats.org/officeDocument/2006/relationships/image" Target="../media/image533.png"/><Relationship Id="rId7" Type="http://schemas.openxmlformats.org/officeDocument/2006/relationships/image" Target="../media/image537.png"/><Relationship Id="rId12" Type="http://schemas.openxmlformats.org/officeDocument/2006/relationships/image" Target="../media/image5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6.png"/><Relationship Id="rId11" Type="http://schemas.openxmlformats.org/officeDocument/2006/relationships/image" Target="../media/image568.png"/><Relationship Id="rId5" Type="http://schemas.openxmlformats.org/officeDocument/2006/relationships/image" Target="../media/image535.png"/><Relationship Id="rId10" Type="http://schemas.openxmlformats.org/officeDocument/2006/relationships/image" Target="../media/image567.png"/><Relationship Id="rId4" Type="http://schemas.openxmlformats.org/officeDocument/2006/relationships/image" Target="../media/image534.png"/><Relationship Id="rId9" Type="http://schemas.openxmlformats.org/officeDocument/2006/relationships/image" Target="../media/image566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0.png"/><Relationship Id="rId13" Type="http://schemas.openxmlformats.org/officeDocument/2006/relationships/image" Target="../media/image570.png"/><Relationship Id="rId3" Type="http://schemas.openxmlformats.org/officeDocument/2006/relationships/image" Target="../media/image533.png"/><Relationship Id="rId7" Type="http://schemas.openxmlformats.org/officeDocument/2006/relationships/image" Target="../media/image537.png"/><Relationship Id="rId12" Type="http://schemas.openxmlformats.org/officeDocument/2006/relationships/image" Target="../media/image5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6.png"/><Relationship Id="rId11" Type="http://schemas.openxmlformats.org/officeDocument/2006/relationships/image" Target="../media/image568.png"/><Relationship Id="rId5" Type="http://schemas.openxmlformats.org/officeDocument/2006/relationships/image" Target="../media/image535.png"/><Relationship Id="rId10" Type="http://schemas.openxmlformats.org/officeDocument/2006/relationships/image" Target="../media/image567.png"/><Relationship Id="rId4" Type="http://schemas.openxmlformats.org/officeDocument/2006/relationships/image" Target="../media/image534.png"/><Relationship Id="rId9" Type="http://schemas.openxmlformats.org/officeDocument/2006/relationships/image" Target="../media/image566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6.png"/><Relationship Id="rId13" Type="http://schemas.openxmlformats.org/officeDocument/2006/relationships/image" Target="../media/image32.png"/><Relationship Id="rId3" Type="http://schemas.openxmlformats.org/officeDocument/2006/relationships/image" Target="../media/image534.png"/><Relationship Id="rId7" Type="http://schemas.openxmlformats.org/officeDocument/2006/relationships/image" Target="../media/image5070.png"/><Relationship Id="rId12" Type="http://schemas.openxmlformats.org/officeDocument/2006/relationships/image" Target="../media/image570.png"/><Relationship Id="rId2" Type="http://schemas.openxmlformats.org/officeDocument/2006/relationships/image" Target="../media/image5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7.png"/><Relationship Id="rId11" Type="http://schemas.openxmlformats.org/officeDocument/2006/relationships/image" Target="../media/image569.png"/><Relationship Id="rId5" Type="http://schemas.openxmlformats.org/officeDocument/2006/relationships/image" Target="../media/image536.png"/><Relationship Id="rId10" Type="http://schemas.openxmlformats.org/officeDocument/2006/relationships/image" Target="../media/image568.png"/><Relationship Id="rId4" Type="http://schemas.openxmlformats.org/officeDocument/2006/relationships/image" Target="../media/image535.png"/><Relationship Id="rId9" Type="http://schemas.openxmlformats.org/officeDocument/2006/relationships/image" Target="../media/image56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0.png"/><Relationship Id="rId13" Type="http://schemas.openxmlformats.org/officeDocument/2006/relationships/image" Target="../media/image570.png"/><Relationship Id="rId3" Type="http://schemas.openxmlformats.org/officeDocument/2006/relationships/image" Target="../media/image533.png"/><Relationship Id="rId7" Type="http://schemas.openxmlformats.org/officeDocument/2006/relationships/image" Target="../media/image537.png"/><Relationship Id="rId12" Type="http://schemas.openxmlformats.org/officeDocument/2006/relationships/image" Target="../media/image56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6.png"/><Relationship Id="rId11" Type="http://schemas.openxmlformats.org/officeDocument/2006/relationships/image" Target="../media/image568.png"/><Relationship Id="rId5" Type="http://schemas.openxmlformats.org/officeDocument/2006/relationships/image" Target="../media/image535.png"/><Relationship Id="rId10" Type="http://schemas.openxmlformats.org/officeDocument/2006/relationships/image" Target="../media/image567.png"/><Relationship Id="rId4" Type="http://schemas.openxmlformats.org/officeDocument/2006/relationships/image" Target="../media/image534.png"/><Relationship Id="rId9" Type="http://schemas.openxmlformats.org/officeDocument/2006/relationships/image" Target="../media/image566.png"/><Relationship Id="rId14" Type="http://schemas.openxmlformats.org/officeDocument/2006/relationships/image" Target="../media/image3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6.png"/><Relationship Id="rId13" Type="http://schemas.openxmlformats.org/officeDocument/2006/relationships/image" Target="../media/image32.png"/><Relationship Id="rId3" Type="http://schemas.openxmlformats.org/officeDocument/2006/relationships/image" Target="../media/image534.png"/><Relationship Id="rId7" Type="http://schemas.openxmlformats.org/officeDocument/2006/relationships/image" Target="../media/image5070.png"/><Relationship Id="rId12" Type="http://schemas.openxmlformats.org/officeDocument/2006/relationships/image" Target="../media/image570.png"/><Relationship Id="rId2" Type="http://schemas.openxmlformats.org/officeDocument/2006/relationships/image" Target="../media/image5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7.png"/><Relationship Id="rId11" Type="http://schemas.openxmlformats.org/officeDocument/2006/relationships/image" Target="../media/image569.png"/><Relationship Id="rId5" Type="http://schemas.openxmlformats.org/officeDocument/2006/relationships/image" Target="../media/image536.png"/><Relationship Id="rId10" Type="http://schemas.openxmlformats.org/officeDocument/2006/relationships/image" Target="../media/image568.png"/><Relationship Id="rId4" Type="http://schemas.openxmlformats.org/officeDocument/2006/relationships/image" Target="../media/image535.png"/><Relationship Id="rId9" Type="http://schemas.openxmlformats.org/officeDocument/2006/relationships/image" Target="../media/image56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6.png"/><Relationship Id="rId13" Type="http://schemas.openxmlformats.org/officeDocument/2006/relationships/image" Target="../media/image32.png"/><Relationship Id="rId3" Type="http://schemas.openxmlformats.org/officeDocument/2006/relationships/image" Target="../media/image534.png"/><Relationship Id="rId7" Type="http://schemas.openxmlformats.org/officeDocument/2006/relationships/image" Target="../media/image5070.png"/><Relationship Id="rId12" Type="http://schemas.openxmlformats.org/officeDocument/2006/relationships/image" Target="../media/image570.png"/><Relationship Id="rId2" Type="http://schemas.openxmlformats.org/officeDocument/2006/relationships/image" Target="../media/image5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7.png"/><Relationship Id="rId11" Type="http://schemas.openxmlformats.org/officeDocument/2006/relationships/image" Target="../media/image569.png"/><Relationship Id="rId5" Type="http://schemas.openxmlformats.org/officeDocument/2006/relationships/image" Target="../media/image536.png"/><Relationship Id="rId15" Type="http://schemas.openxmlformats.org/officeDocument/2006/relationships/image" Target="../media/image573.png"/><Relationship Id="rId10" Type="http://schemas.openxmlformats.org/officeDocument/2006/relationships/image" Target="../media/image568.png"/><Relationship Id="rId4" Type="http://schemas.openxmlformats.org/officeDocument/2006/relationships/image" Target="../media/image535.png"/><Relationship Id="rId9" Type="http://schemas.openxmlformats.org/officeDocument/2006/relationships/image" Target="../media/image567.png"/><Relationship Id="rId14" Type="http://schemas.openxmlformats.org/officeDocument/2006/relationships/image" Target="../media/image572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6.png"/><Relationship Id="rId13" Type="http://schemas.openxmlformats.org/officeDocument/2006/relationships/image" Target="../media/image32.png"/><Relationship Id="rId3" Type="http://schemas.openxmlformats.org/officeDocument/2006/relationships/image" Target="../media/image534.png"/><Relationship Id="rId7" Type="http://schemas.openxmlformats.org/officeDocument/2006/relationships/image" Target="../media/image5070.png"/><Relationship Id="rId12" Type="http://schemas.openxmlformats.org/officeDocument/2006/relationships/image" Target="../media/image570.png"/><Relationship Id="rId2" Type="http://schemas.openxmlformats.org/officeDocument/2006/relationships/image" Target="../media/image5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7.png"/><Relationship Id="rId11" Type="http://schemas.openxmlformats.org/officeDocument/2006/relationships/image" Target="../media/image569.png"/><Relationship Id="rId5" Type="http://schemas.openxmlformats.org/officeDocument/2006/relationships/image" Target="../media/image536.png"/><Relationship Id="rId15" Type="http://schemas.openxmlformats.org/officeDocument/2006/relationships/image" Target="../media/image573.png"/><Relationship Id="rId10" Type="http://schemas.openxmlformats.org/officeDocument/2006/relationships/image" Target="../media/image568.png"/><Relationship Id="rId4" Type="http://schemas.openxmlformats.org/officeDocument/2006/relationships/image" Target="../media/image535.png"/><Relationship Id="rId9" Type="http://schemas.openxmlformats.org/officeDocument/2006/relationships/image" Target="../media/image567.png"/><Relationship Id="rId14" Type="http://schemas.openxmlformats.org/officeDocument/2006/relationships/image" Target="../media/image57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7.png"/><Relationship Id="rId3" Type="http://schemas.openxmlformats.org/officeDocument/2006/relationships/image" Target="../media/image575.png"/><Relationship Id="rId7" Type="http://schemas.openxmlformats.org/officeDocument/2006/relationships/image" Target="../media/image576.png"/><Relationship Id="rId12" Type="http://schemas.openxmlformats.org/officeDocument/2006/relationships/image" Target="../media/image570.png"/><Relationship Id="rId2" Type="http://schemas.openxmlformats.org/officeDocument/2006/relationships/image" Target="../media/image5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0.png"/><Relationship Id="rId11" Type="http://schemas.openxmlformats.org/officeDocument/2006/relationships/image" Target="../media/image580.png"/><Relationship Id="rId5" Type="http://schemas.openxmlformats.org/officeDocument/2006/relationships/image" Target="../media/image5030.png"/><Relationship Id="rId10" Type="http://schemas.openxmlformats.org/officeDocument/2006/relationships/image" Target="../media/image579.png"/><Relationship Id="rId4" Type="http://schemas.openxmlformats.org/officeDocument/2006/relationships/image" Target="../media/image5020.png"/><Relationship Id="rId9" Type="http://schemas.openxmlformats.org/officeDocument/2006/relationships/image" Target="../media/image578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7.png"/><Relationship Id="rId3" Type="http://schemas.openxmlformats.org/officeDocument/2006/relationships/image" Target="../media/image575.png"/><Relationship Id="rId7" Type="http://schemas.openxmlformats.org/officeDocument/2006/relationships/image" Target="../media/image576.png"/><Relationship Id="rId12" Type="http://schemas.openxmlformats.org/officeDocument/2006/relationships/image" Target="../media/image570.png"/><Relationship Id="rId2" Type="http://schemas.openxmlformats.org/officeDocument/2006/relationships/image" Target="../media/image5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0.png"/><Relationship Id="rId11" Type="http://schemas.openxmlformats.org/officeDocument/2006/relationships/image" Target="../media/image580.png"/><Relationship Id="rId5" Type="http://schemas.openxmlformats.org/officeDocument/2006/relationships/image" Target="../media/image5030.png"/><Relationship Id="rId10" Type="http://schemas.openxmlformats.org/officeDocument/2006/relationships/image" Target="../media/image579.png"/><Relationship Id="rId4" Type="http://schemas.openxmlformats.org/officeDocument/2006/relationships/image" Target="../media/image5020.png"/><Relationship Id="rId9" Type="http://schemas.openxmlformats.org/officeDocument/2006/relationships/image" Target="../media/image578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9.png"/><Relationship Id="rId3" Type="http://schemas.openxmlformats.org/officeDocument/2006/relationships/image" Target="../media/image575.png"/><Relationship Id="rId7" Type="http://schemas.openxmlformats.org/officeDocument/2006/relationships/image" Target="../media/image578.png"/><Relationship Id="rId2" Type="http://schemas.openxmlformats.org/officeDocument/2006/relationships/image" Target="../media/image5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7.png"/><Relationship Id="rId5" Type="http://schemas.openxmlformats.org/officeDocument/2006/relationships/image" Target="../media/image576.png"/><Relationship Id="rId10" Type="http://schemas.openxmlformats.org/officeDocument/2006/relationships/image" Target="../media/image580.png"/><Relationship Id="rId4" Type="http://schemas.openxmlformats.org/officeDocument/2006/relationships/image" Target="../media/image5020.png"/><Relationship Id="rId9" Type="http://schemas.openxmlformats.org/officeDocument/2006/relationships/image" Target="../media/image503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9.png"/><Relationship Id="rId3" Type="http://schemas.openxmlformats.org/officeDocument/2006/relationships/image" Target="../media/image575.png"/><Relationship Id="rId7" Type="http://schemas.openxmlformats.org/officeDocument/2006/relationships/image" Target="../media/image578.png"/><Relationship Id="rId2" Type="http://schemas.openxmlformats.org/officeDocument/2006/relationships/image" Target="../media/image5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7.png"/><Relationship Id="rId11" Type="http://schemas.openxmlformats.org/officeDocument/2006/relationships/image" Target="../media/image581.png"/><Relationship Id="rId5" Type="http://schemas.openxmlformats.org/officeDocument/2006/relationships/image" Target="../media/image576.png"/><Relationship Id="rId10" Type="http://schemas.openxmlformats.org/officeDocument/2006/relationships/image" Target="../media/image580.png"/><Relationship Id="rId4" Type="http://schemas.openxmlformats.org/officeDocument/2006/relationships/image" Target="../media/image5020.png"/><Relationship Id="rId9" Type="http://schemas.openxmlformats.org/officeDocument/2006/relationships/image" Target="../media/image503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50.png"/><Relationship Id="rId13" Type="http://schemas.openxmlformats.org/officeDocument/2006/relationships/image" Target="../media/image568.png"/><Relationship Id="rId18" Type="http://schemas.openxmlformats.org/officeDocument/2006/relationships/image" Target="../media/image593.png"/><Relationship Id="rId3" Type="http://schemas.openxmlformats.org/officeDocument/2006/relationships/image" Target="../media/image583.png"/><Relationship Id="rId21" Type="http://schemas.openxmlformats.org/officeDocument/2006/relationships/image" Target="../media/image596.png"/><Relationship Id="rId7" Type="http://schemas.openxmlformats.org/officeDocument/2006/relationships/image" Target="../media/image5040.png"/><Relationship Id="rId12" Type="http://schemas.openxmlformats.org/officeDocument/2006/relationships/image" Target="../media/image578.png"/><Relationship Id="rId17" Type="http://schemas.openxmlformats.org/officeDocument/2006/relationships/image" Target="../media/image592.png"/><Relationship Id="rId2" Type="http://schemas.openxmlformats.org/officeDocument/2006/relationships/image" Target="../media/image582.png"/><Relationship Id="rId16" Type="http://schemas.openxmlformats.org/officeDocument/2006/relationships/image" Target="../media/image591.png"/><Relationship Id="rId20" Type="http://schemas.openxmlformats.org/officeDocument/2006/relationships/image" Target="../media/image5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6.png"/><Relationship Id="rId11" Type="http://schemas.openxmlformats.org/officeDocument/2006/relationships/image" Target="../media/image588.png"/><Relationship Id="rId24" Type="http://schemas.openxmlformats.org/officeDocument/2006/relationships/image" Target="../media/image599.png"/><Relationship Id="rId5" Type="http://schemas.openxmlformats.org/officeDocument/2006/relationships/image" Target="../media/image585.png"/><Relationship Id="rId15" Type="http://schemas.openxmlformats.org/officeDocument/2006/relationships/image" Target="../media/image590.png"/><Relationship Id="rId23" Type="http://schemas.openxmlformats.org/officeDocument/2006/relationships/image" Target="../media/image598.png"/><Relationship Id="rId10" Type="http://schemas.openxmlformats.org/officeDocument/2006/relationships/image" Target="../media/image587.png"/><Relationship Id="rId19" Type="http://schemas.openxmlformats.org/officeDocument/2006/relationships/image" Target="../media/image594.png"/><Relationship Id="rId4" Type="http://schemas.openxmlformats.org/officeDocument/2006/relationships/image" Target="../media/image584.png"/><Relationship Id="rId9" Type="http://schemas.openxmlformats.org/officeDocument/2006/relationships/image" Target="../media/image535.png"/><Relationship Id="rId14" Type="http://schemas.openxmlformats.org/officeDocument/2006/relationships/image" Target="../media/image589.png"/><Relationship Id="rId22" Type="http://schemas.openxmlformats.org/officeDocument/2006/relationships/image" Target="../media/image59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png"/><Relationship Id="rId13" Type="http://schemas.openxmlformats.org/officeDocument/2006/relationships/image" Target="../media/image586.png"/><Relationship Id="rId18" Type="http://schemas.openxmlformats.org/officeDocument/2006/relationships/image" Target="../media/image593.png"/><Relationship Id="rId26" Type="http://schemas.openxmlformats.org/officeDocument/2006/relationships/image" Target="../media/image599.png"/><Relationship Id="rId3" Type="http://schemas.openxmlformats.org/officeDocument/2006/relationships/image" Target="../media/image5050.png"/><Relationship Id="rId21" Type="http://schemas.openxmlformats.org/officeDocument/2006/relationships/image" Target="../media/image595.png"/><Relationship Id="rId7" Type="http://schemas.openxmlformats.org/officeDocument/2006/relationships/image" Target="../media/image578.png"/><Relationship Id="rId12" Type="http://schemas.openxmlformats.org/officeDocument/2006/relationships/image" Target="../media/image585.png"/><Relationship Id="rId17" Type="http://schemas.openxmlformats.org/officeDocument/2006/relationships/image" Target="../media/image592.png"/><Relationship Id="rId25" Type="http://schemas.openxmlformats.org/officeDocument/2006/relationships/image" Target="../media/image598.png"/><Relationship Id="rId2" Type="http://schemas.openxmlformats.org/officeDocument/2006/relationships/image" Target="../media/image5040.png"/><Relationship Id="rId16" Type="http://schemas.openxmlformats.org/officeDocument/2006/relationships/image" Target="../media/image591.png"/><Relationship Id="rId20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8.png"/><Relationship Id="rId11" Type="http://schemas.openxmlformats.org/officeDocument/2006/relationships/image" Target="../media/image584.png"/><Relationship Id="rId24" Type="http://schemas.openxmlformats.org/officeDocument/2006/relationships/image" Target="../media/image597.png"/><Relationship Id="rId5" Type="http://schemas.openxmlformats.org/officeDocument/2006/relationships/image" Target="../media/image587.png"/><Relationship Id="rId15" Type="http://schemas.openxmlformats.org/officeDocument/2006/relationships/image" Target="../media/image590.png"/><Relationship Id="rId23" Type="http://schemas.openxmlformats.org/officeDocument/2006/relationships/image" Target="../media/image601.png"/><Relationship Id="rId10" Type="http://schemas.openxmlformats.org/officeDocument/2006/relationships/image" Target="../media/image583.png"/><Relationship Id="rId19" Type="http://schemas.openxmlformats.org/officeDocument/2006/relationships/image" Target="../media/image594.png"/><Relationship Id="rId4" Type="http://schemas.openxmlformats.org/officeDocument/2006/relationships/image" Target="../media/image535.png"/><Relationship Id="rId9" Type="http://schemas.openxmlformats.org/officeDocument/2006/relationships/image" Target="../media/image582.png"/><Relationship Id="rId14" Type="http://schemas.openxmlformats.org/officeDocument/2006/relationships/image" Target="../media/image589.png"/><Relationship Id="rId22" Type="http://schemas.openxmlformats.org/officeDocument/2006/relationships/image" Target="../media/image59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png"/><Relationship Id="rId13" Type="http://schemas.openxmlformats.org/officeDocument/2006/relationships/image" Target="../media/image604.png"/><Relationship Id="rId18" Type="http://schemas.openxmlformats.org/officeDocument/2006/relationships/image" Target="../media/image593.png"/><Relationship Id="rId26" Type="http://schemas.openxmlformats.org/officeDocument/2006/relationships/image" Target="../media/image599.png"/><Relationship Id="rId3" Type="http://schemas.openxmlformats.org/officeDocument/2006/relationships/image" Target="../media/image5050.png"/><Relationship Id="rId21" Type="http://schemas.openxmlformats.org/officeDocument/2006/relationships/image" Target="../media/image595.png"/><Relationship Id="rId7" Type="http://schemas.openxmlformats.org/officeDocument/2006/relationships/image" Target="../media/image578.png"/><Relationship Id="rId12" Type="http://schemas.openxmlformats.org/officeDocument/2006/relationships/image" Target="../media/image603.png"/><Relationship Id="rId17" Type="http://schemas.openxmlformats.org/officeDocument/2006/relationships/image" Target="../media/image592.png"/><Relationship Id="rId25" Type="http://schemas.openxmlformats.org/officeDocument/2006/relationships/image" Target="../media/image606.png"/><Relationship Id="rId2" Type="http://schemas.openxmlformats.org/officeDocument/2006/relationships/image" Target="../media/image5040.png"/><Relationship Id="rId16" Type="http://schemas.openxmlformats.org/officeDocument/2006/relationships/image" Target="../media/image605.png"/><Relationship Id="rId20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8.png"/><Relationship Id="rId11" Type="http://schemas.openxmlformats.org/officeDocument/2006/relationships/image" Target="../media/image602.png"/><Relationship Id="rId24" Type="http://schemas.openxmlformats.org/officeDocument/2006/relationships/image" Target="../media/image597.png"/><Relationship Id="rId5" Type="http://schemas.openxmlformats.org/officeDocument/2006/relationships/image" Target="../media/image587.png"/><Relationship Id="rId15" Type="http://schemas.openxmlformats.org/officeDocument/2006/relationships/image" Target="../media/image590.png"/><Relationship Id="rId23" Type="http://schemas.openxmlformats.org/officeDocument/2006/relationships/image" Target="../media/image601.png"/><Relationship Id="rId10" Type="http://schemas.openxmlformats.org/officeDocument/2006/relationships/image" Target="../media/image583.png"/><Relationship Id="rId19" Type="http://schemas.openxmlformats.org/officeDocument/2006/relationships/image" Target="../media/image594.png"/><Relationship Id="rId4" Type="http://schemas.openxmlformats.org/officeDocument/2006/relationships/image" Target="../media/image535.png"/><Relationship Id="rId9" Type="http://schemas.openxmlformats.org/officeDocument/2006/relationships/image" Target="../media/image582.png"/><Relationship Id="rId14" Type="http://schemas.openxmlformats.org/officeDocument/2006/relationships/image" Target="../media/image589.png"/><Relationship Id="rId22" Type="http://schemas.openxmlformats.org/officeDocument/2006/relationships/image" Target="../media/image59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png"/><Relationship Id="rId13" Type="http://schemas.openxmlformats.org/officeDocument/2006/relationships/image" Target="../media/image592.png"/><Relationship Id="rId18" Type="http://schemas.openxmlformats.org/officeDocument/2006/relationships/image" Target="../media/image596.png"/><Relationship Id="rId26" Type="http://schemas.openxmlformats.org/officeDocument/2006/relationships/image" Target="../media/image585.png"/><Relationship Id="rId3" Type="http://schemas.openxmlformats.org/officeDocument/2006/relationships/image" Target="../media/image5050.png"/><Relationship Id="rId21" Type="http://schemas.openxmlformats.org/officeDocument/2006/relationships/image" Target="../media/image606.png"/><Relationship Id="rId7" Type="http://schemas.openxmlformats.org/officeDocument/2006/relationships/image" Target="../media/image578.png"/><Relationship Id="rId12" Type="http://schemas.openxmlformats.org/officeDocument/2006/relationships/image" Target="../media/image590.png"/><Relationship Id="rId17" Type="http://schemas.openxmlformats.org/officeDocument/2006/relationships/image" Target="../media/image595.png"/><Relationship Id="rId25" Type="http://schemas.openxmlformats.org/officeDocument/2006/relationships/image" Target="../media/image584.png"/><Relationship Id="rId2" Type="http://schemas.openxmlformats.org/officeDocument/2006/relationships/image" Target="../media/image5040.png"/><Relationship Id="rId16" Type="http://schemas.openxmlformats.org/officeDocument/2006/relationships/image" Target="../media/image600.png"/><Relationship Id="rId20" Type="http://schemas.openxmlformats.org/officeDocument/2006/relationships/image" Target="../media/image5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8.png"/><Relationship Id="rId11" Type="http://schemas.openxmlformats.org/officeDocument/2006/relationships/image" Target="../media/image589.png"/><Relationship Id="rId24" Type="http://schemas.openxmlformats.org/officeDocument/2006/relationships/image" Target="../media/image579.png"/><Relationship Id="rId5" Type="http://schemas.openxmlformats.org/officeDocument/2006/relationships/image" Target="../media/image587.png"/><Relationship Id="rId15" Type="http://schemas.openxmlformats.org/officeDocument/2006/relationships/image" Target="../media/image594.png"/><Relationship Id="rId23" Type="http://schemas.openxmlformats.org/officeDocument/2006/relationships/image" Target="../media/image607.png"/><Relationship Id="rId28" Type="http://schemas.openxmlformats.org/officeDocument/2006/relationships/image" Target="../media/image591.png"/><Relationship Id="rId10" Type="http://schemas.openxmlformats.org/officeDocument/2006/relationships/image" Target="../media/image583.png"/><Relationship Id="rId19" Type="http://schemas.openxmlformats.org/officeDocument/2006/relationships/image" Target="../media/image601.png"/><Relationship Id="rId4" Type="http://schemas.openxmlformats.org/officeDocument/2006/relationships/image" Target="../media/image535.png"/><Relationship Id="rId9" Type="http://schemas.openxmlformats.org/officeDocument/2006/relationships/image" Target="../media/image582.png"/><Relationship Id="rId14" Type="http://schemas.openxmlformats.org/officeDocument/2006/relationships/image" Target="../media/image593.png"/><Relationship Id="rId22" Type="http://schemas.openxmlformats.org/officeDocument/2006/relationships/image" Target="../media/image599.png"/><Relationship Id="rId27" Type="http://schemas.openxmlformats.org/officeDocument/2006/relationships/image" Target="../media/image586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png"/><Relationship Id="rId13" Type="http://schemas.openxmlformats.org/officeDocument/2006/relationships/image" Target="../media/image592.png"/><Relationship Id="rId18" Type="http://schemas.openxmlformats.org/officeDocument/2006/relationships/image" Target="../media/image596.png"/><Relationship Id="rId26" Type="http://schemas.openxmlformats.org/officeDocument/2006/relationships/image" Target="../media/image585.png"/><Relationship Id="rId3" Type="http://schemas.openxmlformats.org/officeDocument/2006/relationships/image" Target="../media/image5050.png"/><Relationship Id="rId21" Type="http://schemas.openxmlformats.org/officeDocument/2006/relationships/image" Target="../media/image607.png"/><Relationship Id="rId7" Type="http://schemas.openxmlformats.org/officeDocument/2006/relationships/image" Target="../media/image578.png"/><Relationship Id="rId12" Type="http://schemas.openxmlformats.org/officeDocument/2006/relationships/image" Target="../media/image590.png"/><Relationship Id="rId17" Type="http://schemas.openxmlformats.org/officeDocument/2006/relationships/image" Target="../media/image595.png"/><Relationship Id="rId25" Type="http://schemas.openxmlformats.org/officeDocument/2006/relationships/image" Target="../media/image584.png"/><Relationship Id="rId2" Type="http://schemas.openxmlformats.org/officeDocument/2006/relationships/image" Target="../media/image5040.png"/><Relationship Id="rId16" Type="http://schemas.openxmlformats.org/officeDocument/2006/relationships/image" Target="../media/image600.png"/><Relationship Id="rId20" Type="http://schemas.openxmlformats.org/officeDocument/2006/relationships/image" Target="../media/image5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8.png"/><Relationship Id="rId11" Type="http://schemas.openxmlformats.org/officeDocument/2006/relationships/image" Target="../media/image589.png"/><Relationship Id="rId24" Type="http://schemas.openxmlformats.org/officeDocument/2006/relationships/image" Target="../media/image608.png"/><Relationship Id="rId5" Type="http://schemas.openxmlformats.org/officeDocument/2006/relationships/image" Target="../media/image587.png"/><Relationship Id="rId15" Type="http://schemas.openxmlformats.org/officeDocument/2006/relationships/image" Target="../media/image594.png"/><Relationship Id="rId23" Type="http://schemas.openxmlformats.org/officeDocument/2006/relationships/image" Target="../media/image606.png"/><Relationship Id="rId28" Type="http://schemas.openxmlformats.org/officeDocument/2006/relationships/image" Target="../media/image591.png"/><Relationship Id="rId10" Type="http://schemas.openxmlformats.org/officeDocument/2006/relationships/image" Target="../media/image583.png"/><Relationship Id="rId19" Type="http://schemas.openxmlformats.org/officeDocument/2006/relationships/image" Target="../media/image601.png"/><Relationship Id="rId4" Type="http://schemas.openxmlformats.org/officeDocument/2006/relationships/image" Target="../media/image535.png"/><Relationship Id="rId9" Type="http://schemas.openxmlformats.org/officeDocument/2006/relationships/image" Target="../media/image582.png"/><Relationship Id="rId14" Type="http://schemas.openxmlformats.org/officeDocument/2006/relationships/image" Target="../media/image593.png"/><Relationship Id="rId22" Type="http://schemas.openxmlformats.org/officeDocument/2006/relationships/image" Target="../media/image579.png"/><Relationship Id="rId27" Type="http://schemas.openxmlformats.org/officeDocument/2006/relationships/image" Target="../media/image586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13" Type="http://schemas.openxmlformats.org/officeDocument/2006/relationships/image" Target="../media/image585.png"/><Relationship Id="rId18" Type="http://schemas.openxmlformats.org/officeDocument/2006/relationships/image" Target="../media/image592.png"/><Relationship Id="rId26" Type="http://schemas.openxmlformats.org/officeDocument/2006/relationships/image" Target="../media/image607.png"/><Relationship Id="rId3" Type="http://schemas.openxmlformats.org/officeDocument/2006/relationships/image" Target="../media/image5040.png"/><Relationship Id="rId21" Type="http://schemas.openxmlformats.org/officeDocument/2006/relationships/image" Target="../media/image600.png"/><Relationship Id="rId7" Type="http://schemas.openxmlformats.org/officeDocument/2006/relationships/image" Target="../media/image588.png"/><Relationship Id="rId12" Type="http://schemas.openxmlformats.org/officeDocument/2006/relationships/image" Target="../media/image584.png"/><Relationship Id="rId17" Type="http://schemas.openxmlformats.org/officeDocument/2006/relationships/image" Target="../media/image591.png"/><Relationship Id="rId25" Type="http://schemas.openxmlformats.org/officeDocument/2006/relationships/image" Target="../media/image597.png"/><Relationship Id="rId2" Type="http://schemas.openxmlformats.org/officeDocument/2006/relationships/notesSlide" Target="../notesSlides/notesSlide50.xml"/><Relationship Id="rId16" Type="http://schemas.openxmlformats.org/officeDocument/2006/relationships/image" Target="../media/image590.png"/><Relationship Id="rId20" Type="http://schemas.openxmlformats.org/officeDocument/2006/relationships/image" Target="../media/image594.png"/><Relationship Id="rId29" Type="http://schemas.openxmlformats.org/officeDocument/2006/relationships/image" Target="../media/image6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7.png"/><Relationship Id="rId11" Type="http://schemas.openxmlformats.org/officeDocument/2006/relationships/image" Target="../media/image583.png"/><Relationship Id="rId24" Type="http://schemas.openxmlformats.org/officeDocument/2006/relationships/image" Target="../media/image601.png"/><Relationship Id="rId5" Type="http://schemas.openxmlformats.org/officeDocument/2006/relationships/image" Target="../media/image535.png"/><Relationship Id="rId15" Type="http://schemas.openxmlformats.org/officeDocument/2006/relationships/image" Target="../media/image589.png"/><Relationship Id="rId23" Type="http://schemas.openxmlformats.org/officeDocument/2006/relationships/image" Target="../media/image596.png"/><Relationship Id="rId28" Type="http://schemas.openxmlformats.org/officeDocument/2006/relationships/image" Target="../media/image606.png"/><Relationship Id="rId10" Type="http://schemas.openxmlformats.org/officeDocument/2006/relationships/image" Target="../media/image582.png"/><Relationship Id="rId19" Type="http://schemas.openxmlformats.org/officeDocument/2006/relationships/image" Target="../media/image593.png"/><Relationship Id="rId31" Type="http://schemas.openxmlformats.org/officeDocument/2006/relationships/image" Target="../media/image580.png"/><Relationship Id="rId4" Type="http://schemas.openxmlformats.org/officeDocument/2006/relationships/image" Target="../media/image5050.png"/><Relationship Id="rId9" Type="http://schemas.openxmlformats.org/officeDocument/2006/relationships/image" Target="../media/image568.png"/><Relationship Id="rId14" Type="http://schemas.openxmlformats.org/officeDocument/2006/relationships/image" Target="../media/image586.png"/><Relationship Id="rId22" Type="http://schemas.openxmlformats.org/officeDocument/2006/relationships/image" Target="../media/image595.png"/><Relationship Id="rId27" Type="http://schemas.openxmlformats.org/officeDocument/2006/relationships/image" Target="../media/image579.png"/><Relationship Id="rId30" Type="http://schemas.openxmlformats.org/officeDocument/2006/relationships/image" Target="../media/image609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13" Type="http://schemas.openxmlformats.org/officeDocument/2006/relationships/image" Target="../media/image585.png"/><Relationship Id="rId18" Type="http://schemas.openxmlformats.org/officeDocument/2006/relationships/image" Target="../media/image594.png"/><Relationship Id="rId26" Type="http://schemas.openxmlformats.org/officeDocument/2006/relationships/image" Target="../media/image580.png"/><Relationship Id="rId3" Type="http://schemas.openxmlformats.org/officeDocument/2006/relationships/image" Target="../media/image5040.png"/><Relationship Id="rId21" Type="http://schemas.openxmlformats.org/officeDocument/2006/relationships/image" Target="../media/image596.png"/><Relationship Id="rId7" Type="http://schemas.openxmlformats.org/officeDocument/2006/relationships/image" Target="../media/image588.png"/><Relationship Id="rId12" Type="http://schemas.openxmlformats.org/officeDocument/2006/relationships/image" Target="../media/image584.png"/><Relationship Id="rId17" Type="http://schemas.openxmlformats.org/officeDocument/2006/relationships/image" Target="../media/image591.png"/><Relationship Id="rId25" Type="http://schemas.openxmlformats.org/officeDocument/2006/relationships/image" Target="../media/image609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590.png"/><Relationship Id="rId20" Type="http://schemas.openxmlformats.org/officeDocument/2006/relationships/image" Target="../media/image5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7.png"/><Relationship Id="rId11" Type="http://schemas.openxmlformats.org/officeDocument/2006/relationships/image" Target="../media/image583.png"/><Relationship Id="rId24" Type="http://schemas.openxmlformats.org/officeDocument/2006/relationships/image" Target="../media/image579.png"/><Relationship Id="rId5" Type="http://schemas.openxmlformats.org/officeDocument/2006/relationships/image" Target="../media/image535.png"/><Relationship Id="rId15" Type="http://schemas.openxmlformats.org/officeDocument/2006/relationships/image" Target="../media/image589.png"/><Relationship Id="rId23" Type="http://schemas.openxmlformats.org/officeDocument/2006/relationships/image" Target="../media/image607.png"/><Relationship Id="rId10" Type="http://schemas.openxmlformats.org/officeDocument/2006/relationships/image" Target="../media/image582.png"/><Relationship Id="rId19" Type="http://schemas.openxmlformats.org/officeDocument/2006/relationships/image" Target="../media/image600.png"/><Relationship Id="rId4" Type="http://schemas.openxmlformats.org/officeDocument/2006/relationships/image" Target="../media/image5050.png"/><Relationship Id="rId9" Type="http://schemas.openxmlformats.org/officeDocument/2006/relationships/image" Target="../media/image568.png"/><Relationship Id="rId14" Type="http://schemas.openxmlformats.org/officeDocument/2006/relationships/image" Target="../media/image586.png"/><Relationship Id="rId22" Type="http://schemas.openxmlformats.org/officeDocument/2006/relationships/image" Target="../media/image601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13" Type="http://schemas.openxmlformats.org/officeDocument/2006/relationships/image" Target="../media/image585.png"/><Relationship Id="rId18" Type="http://schemas.openxmlformats.org/officeDocument/2006/relationships/image" Target="../media/image594.png"/><Relationship Id="rId26" Type="http://schemas.openxmlformats.org/officeDocument/2006/relationships/image" Target="../media/image580.png"/><Relationship Id="rId3" Type="http://schemas.openxmlformats.org/officeDocument/2006/relationships/image" Target="../media/image5040.png"/><Relationship Id="rId21" Type="http://schemas.openxmlformats.org/officeDocument/2006/relationships/image" Target="../media/image596.png"/><Relationship Id="rId7" Type="http://schemas.openxmlformats.org/officeDocument/2006/relationships/image" Target="../media/image588.png"/><Relationship Id="rId12" Type="http://schemas.openxmlformats.org/officeDocument/2006/relationships/image" Target="../media/image584.png"/><Relationship Id="rId17" Type="http://schemas.openxmlformats.org/officeDocument/2006/relationships/image" Target="../media/image591.png"/><Relationship Id="rId25" Type="http://schemas.openxmlformats.org/officeDocument/2006/relationships/image" Target="../media/image609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590.png"/><Relationship Id="rId20" Type="http://schemas.openxmlformats.org/officeDocument/2006/relationships/image" Target="../media/image5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7.png"/><Relationship Id="rId11" Type="http://schemas.openxmlformats.org/officeDocument/2006/relationships/image" Target="../media/image583.png"/><Relationship Id="rId24" Type="http://schemas.openxmlformats.org/officeDocument/2006/relationships/image" Target="../media/image579.png"/><Relationship Id="rId5" Type="http://schemas.openxmlformats.org/officeDocument/2006/relationships/image" Target="../media/image535.png"/><Relationship Id="rId15" Type="http://schemas.openxmlformats.org/officeDocument/2006/relationships/image" Target="../media/image589.png"/><Relationship Id="rId23" Type="http://schemas.openxmlformats.org/officeDocument/2006/relationships/image" Target="../media/image607.png"/><Relationship Id="rId10" Type="http://schemas.openxmlformats.org/officeDocument/2006/relationships/image" Target="../media/image582.png"/><Relationship Id="rId19" Type="http://schemas.openxmlformats.org/officeDocument/2006/relationships/image" Target="../media/image600.png"/><Relationship Id="rId4" Type="http://schemas.openxmlformats.org/officeDocument/2006/relationships/image" Target="../media/image5050.png"/><Relationship Id="rId9" Type="http://schemas.openxmlformats.org/officeDocument/2006/relationships/image" Target="../media/image568.png"/><Relationship Id="rId14" Type="http://schemas.openxmlformats.org/officeDocument/2006/relationships/image" Target="../media/image586.png"/><Relationship Id="rId22" Type="http://schemas.openxmlformats.org/officeDocument/2006/relationships/image" Target="../media/image601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13" Type="http://schemas.openxmlformats.org/officeDocument/2006/relationships/image" Target="../media/image585.png"/><Relationship Id="rId18" Type="http://schemas.openxmlformats.org/officeDocument/2006/relationships/image" Target="../media/image594.png"/><Relationship Id="rId26" Type="http://schemas.openxmlformats.org/officeDocument/2006/relationships/image" Target="../media/image580.png"/><Relationship Id="rId3" Type="http://schemas.openxmlformats.org/officeDocument/2006/relationships/image" Target="../media/image5040.png"/><Relationship Id="rId21" Type="http://schemas.openxmlformats.org/officeDocument/2006/relationships/image" Target="../media/image596.png"/><Relationship Id="rId7" Type="http://schemas.openxmlformats.org/officeDocument/2006/relationships/image" Target="../media/image588.png"/><Relationship Id="rId12" Type="http://schemas.openxmlformats.org/officeDocument/2006/relationships/image" Target="../media/image584.png"/><Relationship Id="rId17" Type="http://schemas.openxmlformats.org/officeDocument/2006/relationships/image" Target="../media/image591.png"/><Relationship Id="rId25" Type="http://schemas.openxmlformats.org/officeDocument/2006/relationships/image" Target="../media/image609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590.png"/><Relationship Id="rId20" Type="http://schemas.openxmlformats.org/officeDocument/2006/relationships/image" Target="../media/image5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7.png"/><Relationship Id="rId11" Type="http://schemas.openxmlformats.org/officeDocument/2006/relationships/image" Target="../media/image583.png"/><Relationship Id="rId24" Type="http://schemas.openxmlformats.org/officeDocument/2006/relationships/image" Target="../media/image579.png"/><Relationship Id="rId5" Type="http://schemas.openxmlformats.org/officeDocument/2006/relationships/image" Target="../media/image535.png"/><Relationship Id="rId15" Type="http://schemas.openxmlformats.org/officeDocument/2006/relationships/image" Target="../media/image589.png"/><Relationship Id="rId23" Type="http://schemas.openxmlformats.org/officeDocument/2006/relationships/image" Target="../media/image607.png"/><Relationship Id="rId10" Type="http://schemas.openxmlformats.org/officeDocument/2006/relationships/image" Target="../media/image582.png"/><Relationship Id="rId19" Type="http://schemas.openxmlformats.org/officeDocument/2006/relationships/image" Target="../media/image600.png"/><Relationship Id="rId4" Type="http://schemas.openxmlformats.org/officeDocument/2006/relationships/image" Target="../media/image5050.png"/><Relationship Id="rId9" Type="http://schemas.openxmlformats.org/officeDocument/2006/relationships/image" Target="../media/image568.png"/><Relationship Id="rId14" Type="http://schemas.openxmlformats.org/officeDocument/2006/relationships/image" Target="../media/image586.png"/><Relationship Id="rId22" Type="http://schemas.openxmlformats.org/officeDocument/2006/relationships/image" Target="../media/image601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13" Type="http://schemas.openxmlformats.org/officeDocument/2006/relationships/image" Target="../media/image585.png"/><Relationship Id="rId18" Type="http://schemas.openxmlformats.org/officeDocument/2006/relationships/image" Target="../media/image594.png"/><Relationship Id="rId26" Type="http://schemas.openxmlformats.org/officeDocument/2006/relationships/image" Target="../media/image580.png"/><Relationship Id="rId3" Type="http://schemas.openxmlformats.org/officeDocument/2006/relationships/image" Target="../media/image5040.png"/><Relationship Id="rId21" Type="http://schemas.openxmlformats.org/officeDocument/2006/relationships/image" Target="../media/image596.png"/><Relationship Id="rId7" Type="http://schemas.openxmlformats.org/officeDocument/2006/relationships/image" Target="../media/image588.png"/><Relationship Id="rId12" Type="http://schemas.openxmlformats.org/officeDocument/2006/relationships/image" Target="../media/image584.png"/><Relationship Id="rId17" Type="http://schemas.openxmlformats.org/officeDocument/2006/relationships/image" Target="../media/image591.png"/><Relationship Id="rId25" Type="http://schemas.openxmlformats.org/officeDocument/2006/relationships/image" Target="../media/image609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590.png"/><Relationship Id="rId20" Type="http://schemas.openxmlformats.org/officeDocument/2006/relationships/image" Target="../media/image5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7.png"/><Relationship Id="rId11" Type="http://schemas.openxmlformats.org/officeDocument/2006/relationships/image" Target="../media/image583.png"/><Relationship Id="rId24" Type="http://schemas.openxmlformats.org/officeDocument/2006/relationships/image" Target="../media/image579.png"/><Relationship Id="rId5" Type="http://schemas.openxmlformats.org/officeDocument/2006/relationships/image" Target="../media/image535.png"/><Relationship Id="rId15" Type="http://schemas.openxmlformats.org/officeDocument/2006/relationships/image" Target="../media/image589.png"/><Relationship Id="rId23" Type="http://schemas.openxmlformats.org/officeDocument/2006/relationships/image" Target="../media/image607.png"/><Relationship Id="rId10" Type="http://schemas.openxmlformats.org/officeDocument/2006/relationships/image" Target="../media/image582.png"/><Relationship Id="rId19" Type="http://schemas.openxmlformats.org/officeDocument/2006/relationships/image" Target="../media/image600.png"/><Relationship Id="rId4" Type="http://schemas.openxmlformats.org/officeDocument/2006/relationships/image" Target="../media/image5050.png"/><Relationship Id="rId9" Type="http://schemas.openxmlformats.org/officeDocument/2006/relationships/image" Target="../media/image568.png"/><Relationship Id="rId14" Type="http://schemas.openxmlformats.org/officeDocument/2006/relationships/image" Target="../media/image586.png"/><Relationship Id="rId22" Type="http://schemas.openxmlformats.org/officeDocument/2006/relationships/image" Target="../media/image601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13" Type="http://schemas.openxmlformats.org/officeDocument/2006/relationships/image" Target="../media/image585.png"/><Relationship Id="rId18" Type="http://schemas.openxmlformats.org/officeDocument/2006/relationships/image" Target="../media/image594.png"/><Relationship Id="rId26" Type="http://schemas.openxmlformats.org/officeDocument/2006/relationships/image" Target="../media/image580.png"/><Relationship Id="rId3" Type="http://schemas.openxmlformats.org/officeDocument/2006/relationships/image" Target="../media/image5040.png"/><Relationship Id="rId21" Type="http://schemas.openxmlformats.org/officeDocument/2006/relationships/image" Target="../media/image596.png"/><Relationship Id="rId7" Type="http://schemas.openxmlformats.org/officeDocument/2006/relationships/image" Target="../media/image588.png"/><Relationship Id="rId12" Type="http://schemas.openxmlformats.org/officeDocument/2006/relationships/image" Target="../media/image584.png"/><Relationship Id="rId17" Type="http://schemas.openxmlformats.org/officeDocument/2006/relationships/image" Target="../media/image591.png"/><Relationship Id="rId25" Type="http://schemas.openxmlformats.org/officeDocument/2006/relationships/image" Target="../media/image609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590.png"/><Relationship Id="rId20" Type="http://schemas.openxmlformats.org/officeDocument/2006/relationships/image" Target="../media/image595.png"/><Relationship Id="rId29" Type="http://schemas.openxmlformats.org/officeDocument/2006/relationships/image" Target="../media/image6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7.png"/><Relationship Id="rId11" Type="http://schemas.openxmlformats.org/officeDocument/2006/relationships/image" Target="../media/image583.png"/><Relationship Id="rId24" Type="http://schemas.openxmlformats.org/officeDocument/2006/relationships/image" Target="../media/image579.png"/><Relationship Id="rId5" Type="http://schemas.openxmlformats.org/officeDocument/2006/relationships/image" Target="../media/image535.png"/><Relationship Id="rId15" Type="http://schemas.openxmlformats.org/officeDocument/2006/relationships/image" Target="../media/image589.png"/><Relationship Id="rId23" Type="http://schemas.openxmlformats.org/officeDocument/2006/relationships/image" Target="../media/image607.png"/><Relationship Id="rId28" Type="http://schemas.openxmlformats.org/officeDocument/2006/relationships/image" Target="../media/image611.png"/><Relationship Id="rId10" Type="http://schemas.openxmlformats.org/officeDocument/2006/relationships/image" Target="../media/image582.png"/><Relationship Id="rId19" Type="http://schemas.openxmlformats.org/officeDocument/2006/relationships/image" Target="../media/image600.png"/><Relationship Id="rId4" Type="http://schemas.openxmlformats.org/officeDocument/2006/relationships/image" Target="../media/image5050.png"/><Relationship Id="rId9" Type="http://schemas.openxmlformats.org/officeDocument/2006/relationships/image" Target="../media/image568.png"/><Relationship Id="rId14" Type="http://schemas.openxmlformats.org/officeDocument/2006/relationships/image" Target="../media/image586.png"/><Relationship Id="rId22" Type="http://schemas.openxmlformats.org/officeDocument/2006/relationships/image" Target="../media/image601.png"/><Relationship Id="rId27" Type="http://schemas.openxmlformats.org/officeDocument/2006/relationships/image" Target="../media/image610.png"/><Relationship Id="rId30" Type="http://schemas.openxmlformats.org/officeDocument/2006/relationships/image" Target="../media/image613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13" Type="http://schemas.openxmlformats.org/officeDocument/2006/relationships/image" Target="../media/image585.png"/><Relationship Id="rId18" Type="http://schemas.openxmlformats.org/officeDocument/2006/relationships/image" Target="../media/image594.png"/><Relationship Id="rId26" Type="http://schemas.openxmlformats.org/officeDocument/2006/relationships/image" Target="../media/image580.png"/><Relationship Id="rId3" Type="http://schemas.openxmlformats.org/officeDocument/2006/relationships/image" Target="../media/image5040.png"/><Relationship Id="rId21" Type="http://schemas.openxmlformats.org/officeDocument/2006/relationships/image" Target="../media/image596.png"/><Relationship Id="rId7" Type="http://schemas.openxmlformats.org/officeDocument/2006/relationships/image" Target="../media/image588.png"/><Relationship Id="rId12" Type="http://schemas.openxmlformats.org/officeDocument/2006/relationships/image" Target="../media/image584.png"/><Relationship Id="rId17" Type="http://schemas.openxmlformats.org/officeDocument/2006/relationships/image" Target="../media/image591.png"/><Relationship Id="rId25" Type="http://schemas.openxmlformats.org/officeDocument/2006/relationships/image" Target="../media/image609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590.png"/><Relationship Id="rId20" Type="http://schemas.openxmlformats.org/officeDocument/2006/relationships/image" Target="../media/image595.png"/><Relationship Id="rId29" Type="http://schemas.openxmlformats.org/officeDocument/2006/relationships/image" Target="../media/image6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7.png"/><Relationship Id="rId11" Type="http://schemas.openxmlformats.org/officeDocument/2006/relationships/image" Target="../media/image583.png"/><Relationship Id="rId24" Type="http://schemas.openxmlformats.org/officeDocument/2006/relationships/image" Target="../media/image579.png"/><Relationship Id="rId5" Type="http://schemas.openxmlformats.org/officeDocument/2006/relationships/image" Target="../media/image535.png"/><Relationship Id="rId15" Type="http://schemas.openxmlformats.org/officeDocument/2006/relationships/image" Target="../media/image589.png"/><Relationship Id="rId23" Type="http://schemas.openxmlformats.org/officeDocument/2006/relationships/image" Target="../media/image607.png"/><Relationship Id="rId28" Type="http://schemas.openxmlformats.org/officeDocument/2006/relationships/image" Target="../media/image611.png"/><Relationship Id="rId10" Type="http://schemas.openxmlformats.org/officeDocument/2006/relationships/image" Target="../media/image582.png"/><Relationship Id="rId19" Type="http://schemas.openxmlformats.org/officeDocument/2006/relationships/image" Target="../media/image600.png"/><Relationship Id="rId4" Type="http://schemas.openxmlformats.org/officeDocument/2006/relationships/image" Target="../media/image5050.png"/><Relationship Id="rId9" Type="http://schemas.openxmlformats.org/officeDocument/2006/relationships/image" Target="../media/image568.png"/><Relationship Id="rId14" Type="http://schemas.openxmlformats.org/officeDocument/2006/relationships/image" Target="../media/image586.png"/><Relationship Id="rId22" Type="http://schemas.openxmlformats.org/officeDocument/2006/relationships/image" Target="../media/image601.png"/><Relationship Id="rId27" Type="http://schemas.openxmlformats.org/officeDocument/2006/relationships/image" Target="../media/image610.png"/><Relationship Id="rId30" Type="http://schemas.openxmlformats.org/officeDocument/2006/relationships/image" Target="../media/image613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13" Type="http://schemas.openxmlformats.org/officeDocument/2006/relationships/image" Target="../media/image579.png"/><Relationship Id="rId3" Type="http://schemas.openxmlformats.org/officeDocument/2006/relationships/image" Target="../media/image584.png"/><Relationship Id="rId7" Type="http://schemas.openxmlformats.org/officeDocument/2006/relationships/image" Target="../media/image594.png"/><Relationship Id="rId12" Type="http://schemas.openxmlformats.org/officeDocument/2006/relationships/image" Target="../media/image60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1.png"/><Relationship Id="rId11" Type="http://schemas.openxmlformats.org/officeDocument/2006/relationships/image" Target="../media/image601.png"/><Relationship Id="rId5" Type="http://schemas.openxmlformats.org/officeDocument/2006/relationships/image" Target="../media/image586.png"/><Relationship Id="rId15" Type="http://schemas.openxmlformats.org/officeDocument/2006/relationships/image" Target="../media/image580.png"/><Relationship Id="rId10" Type="http://schemas.openxmlformats.org/officeDocument/2006/relationships/image" Target="../media/image596.png"/><Relationship Id="rId4" Type="http://schemas.openxmlformats.org/officeDocument/2006/relationships/image" Target="../media/image585.png"/><Relationship Id="rId9" Type="http://schemas.openxmlformats.org/officeDocument/2006/relationships/image" Target="../media/image595.png"/><Relationship Id="rId14" Type="http://schemas.openxmlformats.org/officeDocument/2006/relationships/image" Target="../media/image609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7.png"/><Relationship Id="rId13" Type="http://schemas.openxmlformats.org/officeDocument/2006/relationships/image" Target="../media/image5050.png"/><Relationship Id="rId18" Type="http://schemas.openxmlformats.org/officeDocument/2006/relationships/image" Target="../media/image568.png"/><Relationship Id="rId26" Type="http://schemas.openxmlformats.org/officeDocument/2006/relationships/image" Target="../media/image591.png"/><Relationship Id="rId3" Type="http://schemas.openxmlformats.org/officeDocument/2006/relationships/image" Target="../media/image594.png"/><Relationship Id="rId21" Type="http://schemas.openxmlformats.org/officeDocument/2006/relationships/image" Target="../media/image584.png"/><Relationship Id="rId7" Type="http://schemas.openxmlformats.org/officeDocument/2006/relationships/image" Target="../media/image601.png"/><Relationship Id="rId12" Type="http://schemas.openxmlformats.org/officeDocument/2006/relationships/image" Target="../media/image5040.png"/><Relationship Id="rId17" Type="http://schemas.openxmlformats.org/officeDocument/2006/relationships/image" Target="../media/image578.png"/><Relationship Id="rId25" Type="http://schemas.openxmlformats.org/officeDocument/2006/relationships/image" Target="../media/image590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588.png"/><Relationship Id="rId20" Type="http://schemas.openxmlformats.org/officeDocument/2006/relationships/image" Target="../media/image5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6.png"/><Relationship Id="rId11" Type="http://schemas.openxmlformats.org/officeDocument/2006/relationships/image" Target="../media/image580.png"/><Relationship Id="rId24" Type="http://schemas.openxmlformats.org/officeDocument/2006/relationships/image" Target="../media/image589.png"/><Relationship Id="rId5" Type="http://schemas.openxmlformats.org/officeDocument/2006/relationships/image" Target="../media/image595.png"/><Relationship Id="rId15" Type="http://schemas.openxmlformats.org/officeDocument/2006/relationships/image" Target="../media/image587.png"/><Relationship Id="rId23" Type="http://schemas.openxmlformats.org/officeDocument/2006/relationships/image" Target="../media/image586.png"/><Relationship Id="rId10" Type="http://schemas.openxmlformats.org/officeDocument/2006/relationships/image" Target="../media/image609.png"/><Relationship Id="rId19" Type="http://schemas.openxmlformats.org/officeDocument/2006/relationships/image" Target="../media/image582.png"/><Relationship Id="rId4" Type="http://schemas.openxmlformats.org/officeDocument/2006/relationships/image" Target="../media/image600.png"/><Relationship Id="rId9" Type="http://schemas.openxmlformats.org/officeDocument/2006/relationships/image" Target="../media/image579.png"/><Relationship Id="rId14" Type="http://schemas.openxmlformats.org/officeDocument/2006/relationships/image" Target="../media/image535.png"/><Relationship Id="rId22" Type="http://schemas.openxmlformats.org/officeDocument/2006/relationships/image" Target="../media/image585.png"/><Relationship Id="rId27" Type="http://schemas.openxmlformats.org/officeDocument/2006/relationships/image" Target="../media/image614.png"/></Relationships>
</file>

<file path=ppt/slides/_rels/slide8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0.png"/><Relationship Id="rId18" Type="http://schemas.openxmlformats.org/officeDocument/2006/relationships/image" Target="../media/image624.png"/><Relationship Id="rId26" Type="http://schemas.openxmlformats.org/officeDocument/2006/relationships/image" Target="../media/image632.png"/><Relationship Id="rId39" Type="http://schemas.openxmlformats.org/officeDocument/2006/relationships/image" Target="../media/image645.png"/><Relationship Id="rId21" Type="http://schemas.openxmlformats.org/officeDocument/2006/relationships/image" Target="../media/image627.png"/><Relationship Id="rId34" Type="http://schemas.openxmlformats.org/officeDocument/2006/relationships/image" Target="../media/image640.png"/><Relationship Id="rId42" Type="http://schemas.openxmlformats.org/officeDocument/2006/relationships/image" Target="../media/image648.png"/><Relationship Id="rId7" Type="http://schemas.openxmlformats.org/officeDocument/2006/relationships/image" Target="../media/image601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622.png"/><Relationship Id="rId29" Type="http://schemas.openxmlformats.org/officeDocument/2006/relationships/image" Target="../media/image6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6.png"/><Relationship Id="rId11" Type="http://schemas.openxmlformats.org/officeDocument/2006/relationships/image" Target="../media/image618.png"/><Relationship Id="rId24" Type="http://schemas.openxmlformats.org/officeDocument/2006/relationships/image" Target="../media/image630.png"/><Relationship Id="rId32" Type="http://schemas.openxmlformats.org/officeDocument/2006/relationships/image" Target="../media/image638.png"/><Relationship Id="rId37" Type="http://schemas.openxmlformats.org/officeDocument/2006/relationships/image" Target="../media/image643.png"/><Relationship Id="rId40" Type="http://schemas.openxmlformats.org/officeDocument/2006/relationships/image" Target="../media/image646.png"/><Relationship Id="rId45" Type="http://schemas.openxmlformats.org/officeDocument/2006/relationships/image" Target="../media/image651.png"/><Relationship Id="rId5" Type="http://schemas.openxmlformats.org/officeDocument/2006/relationships/image" Target="../media/image595.png"/><Relationship Id="rId15" Type="http://schemas.openxmlformats.org/officeDocument/2006/relationships/image" Target="../media/image621.png"/><Relationship Id="rId23" Type="http://schemas.openxmlformats.org/officeDocument/2006/relationships/image" Target="../media/image629.png"/><Relationship Id="rId28" Type="http://schemas.openxmlformats.org/officeDocument/2006/relationships/image" Target="../media/image634.png"/><Relationship Id="rId36" Type="http://schemas.openxmlformats.org/officeDocument/2006/relationships/image" Target="../media/image642.png"/><Relationship Id="rId10" Type="http://schemas.openxmlformats.org/officeDocument/2006/relationships/image" Target="../media/image617.png"/><Relationship Id="rId19" Type="http://schemas.openxmlformats.org/officeDocument/2006/relationships/image" Target="../media/image625.png"/><Relationship Id="rId31" Type="http://schemas.openxmlformats.org/officeDocument/2006/relationships/image" Target="../media/image637.png"/><Relationship Id="rId44" Type="http://schemas.openxmlformats.org/officeDocument/2006/relationships/image" Target="../media/image650.png"/><Relationship Id="rId4" Type="http://schemas.openxmlformats.org/officeDocument/2006/relationships/image" Target="../media/image600.png"/><Relationship Id="rId9" Type="http://schemas.openxmlformats.org/officeDocument/2006/relationships/image" Target="../media/image616.png"/><Relationship Id="rId14" Type="http://schemas.openxmlformats.org/officeDocument/2006/relationships/image" Target="../media/image131.png"/><Relationship Id="rId22" Type="http://schemas.openxmlformats.org/officeDocument/2006/relationships/image" Target="../media/image628.png"/><Relationship Id="rId27" Type="http://schemas.openxmlformats.org/officeDocument/2006/relationships/image" Target="../media/image633.png"/><Relationship Id="rId30" Type="http://schemas.openxmlformats.org/officeDocument/2006/relationships/image" Target="../media/image636.png"/><Relationship Id="rId35" Type="http://schemas.openxmlformats.org/officeDocument/2006/relationships/image" Target="../media/image641.png"/><Relationship Id="rId43" Type="http://schemas.openxmlformats.org/officeDocument/2006/relationships/image" Target="../media/image649.png"/><Relationship Id="rId8" Type="http://schemas.openxmlformats.org/officeDocument/2006/relationships/image" Target="../media/image615.png"/><Relationship Id="rId3" Type="http://schemas.openxmlformats.org/officeDocument/2006/relationships/image" Target="../media/image594.png"/><Relationship Id="rId12" Type="http://schemas.openxmlformats.org/officeDocument/2006/relationships/image" Target="../media/image619.png"/><Relationship Id="rId17" Type="http://schemas.openxmlformats.org/officeDocument/2006/relationships/image" Target="../media/image623.png"/><Relationship Id="rId25" Type="http://schemas.openxmlformats.org/officeDocument/2006/relationships/image" Target="../media/image631.png"/><Relationship Id="rId33" Type="http://schemas.openxmlformats.org/officeDocument/2006/relationships/image" Target="../media/image639.png"/><Relationship Id="rId38" Type="http://schemas.openxmlformats.org/officeDocument/2006/relationships/image" Target="../media/image644.png"/><Relationship Id="rId46" Type="http://schemas.openxmlformats.org/officeDocument/2006/relationships/image" Target="../media/image652.png"/><Relationship Id="rId20" Type="http://schemas.openxmlformats.org/officeDocument/2006/relationships/image" Target="../media/image626.png"/><Relationship Id="rId41" Type="http://schemas.openxmlformats.org/officeDocument/2006/relationships/image" Target="../media/image647.png"/></Relationships>
</file>

<file path=ppt/slides/_rels/slide8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0.png"/><Relationship Id="rId18" Type="http://schemas.openxmlformats.org/officeDocument/2006/relationships/image" Target="../media/image624.png"/><Relationship Id="rId26" Type="http://schemas.openxmlformats.org/officeDocument/2006/relationships/image" Target="../media/image660.png"/><Relationship Id="rId39" Type="http://schemas.openxmlformats.org/officeDocument/2006/relationships/image" Target="../media/image645.png"/><Relationship Id="rId21" Type="http://schemas.openxmlformats.org/officeDocument/2006/relationships/image" Target="../media/image627.png"/><Relationship Id="rId34" Type="http://schemas.openxmlformats.org/officeDocument/2006/relationships/image" Target="../media/image664.png"/><Relationship Id="rId55" Type="http://schemas.openxmlformats.org/officeDocument/2006/relationships/image" Target="../media/image1550.png"/><Relationship Id="rId63" Type="http://schemas.openxmlformats.org/officeDocument/2006/relationships/image" Target="../media/image670.png"/><Relationship Id="rId68" Type="http://schemas.openxmlformats.org/officeDocument/2006/relationships/image" Target="../media/image675.png"/><Relationship Id="rId7" Type="http://schemas.openxmlformats.org/officeDocument/2006/relationships/image" Target="../media/image657.png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622.png"/><Relationship Id="rId29" Type="http://schemas.openxmlformats.org/officeDocument/2006/relationships/image" Target="../media/image635.png"/><Relationship Id="rId11" Type="http://schemas.openxmlformats.org/officeDocument/2006/relationships/image" Target="../media/image618.png"/><Relationship Id="rId24" Type="http://schemas.openxmlformats.org/officeDocument/2006/relationships/image" Target="../media/image630.png"/><Relationship Id="rId32" Type="http://schemas.openxmlformats.org/officeDocument/2006/relationships/image" Target="../media/image662.png"/><Relationship Id="rId37" Type="http://schemas.openxmlformats.org/officeDocument/2006/relationships/image" Target="../media/image643.png"/><Relationship Id="rId40" Type="http://schemas.openxmlformats.org/officeDocument/2006/relationships/image" Target="../media/image666.png"/><Relationship Id="rId58" Type="http://schemas.openxmlformats.org/officeDocument/2006/relationships/image" Target="../media/image1580.png"/><Relationship Id="rId66" Type="http://schemas.openxmlformats.org/officeDocument/2006/relationships/image" Target="../media/image673.png"/><Relationship Id="rId5" Type="http://schemas.openxmlformats.org/officeDocument/2006/relationships/image" Target="../media/image655.png"/><Relationship Id="rId61" Type="http://schemas.openxmlformats.org/officeDocument/2006/relationships/image" Target="../media/image668.png"/><Relationship Id="rId10" Type="http://schemas.openxmlformats.org/officeDocument/2006/relationships/image" Target="../media/image617.png"/><Relationship Id="rId19" Type="http://schemas.openxmlformats.org/officeDocument/2006/relationships/image" Target="../media/image625.png"/><Relationship Id="rId31" Type="http://schemas.openxmlformats.org/officeDocument/2006/relationships/image" Target="../media/image637.png"/><Relationship Id="rId60" Type="http://schemas.openxmlformats.org/officeDocument/2006/relationships/image" Target="../media/image667.png"/><Relationship Id="rId65" Type="http://schemas.openxmlformats.org/officeDocument/2006/relationships/image" Target="../media/image672.png"/><Relationship Id="rId4" Type="http://schemas.openxmlformats.org/officeDocument/2006/relationships/image" Target="../media/image654.png"/><Relationship Id="rId9" Type="http://schemas.openxmlformats.org/officeDocument/2006/relationships/image" Target="../media/image616.png"/><Relationship Id="rId14" Type="http://schemas.openxmlformats.org/officeDocument/2006/relationships/image" Target="../media/image658.png"/><Relationship Id="rId22" Type="http://schemas.openxmlformats.org/officeDocument/2006/relationships/image" Target="../media/image659.png"/><Relationship Id="rId27" Type="http://schemas.openxmlformats.org/officeDocument/2006/relationships/image" Target="../media/image633.png"/><Relationship Id="rId30" Type="http://schemas.openxmlformats.org/officeDocument/2006/relationships/image" Target="../media/image661.png"/><Relationship Id="rId35" Type="http://schemas.openxmlformats.org/officeDocument/2006/relationships/image" Target="../media/image665.png"/><Relationship Id="rId64" Type="http://schemas.openxmlformats.org/officeDocument/2006/relationships/image" Target="../media/image671.png"/><Relationship Id="rId69" Type="http://schemas.openxmlformats.org/officeDocument/2006/relationships/image" Target="../media/image676.png"/><Relationship Id="rId8" Type="http://schemas.openxmlformats.org/officeDocument/2006/relationships/image" Target="../media/image615.png"/><Relationship Id="rId3" Type="http://schemas.openxmlformats.org/officeDocument/2006/relationships/image" Target="../media/image653.png"/><Relationship Id="rId12" Type="http://schemas.openxmlformats.org/officeDocument/2006/relationships/image" Target="../media/image619.png"/><Relationship Id="rId17" Type="http://schemas.openxmlformats.org/officeDocument/2006/relationships/image" Target="../media/image623.png"/><Relationship Id="rId25" Type="http://schemas.openxmlformats.org/officeDocument/2006/relationships/image" Target="../media/image631.png"/><Relationship Id="rId33" Type="http://schemas.openxmlformats.org/officeDocument/2006/relationships/image" Target="../media/image663.png"/><Relationship Id="rId38" Type="http://schemas.openxmlformats.org/officeDocument/2006/relationships/image" Target="../media/image644.png"/><Relationship Id="rId59" Type="http://schemas.openxmlformats.org/officeDocument/2006/relationships/image" Target="../media/image159.png"/><Relationship Id="rId67" Type="http://schemas.openxmlformats.org/officeDocument/2006/relationships/image" Target="../media/image674.png"/><Relationship Id="rId20" Type="http://schemas.openxmlformats.org/officeDocument/2006/relationships/image" Target="../media/image626.png"/><Relationship Id="rId62" Type="http://schemas.openxmlformats.org/officeDocument/2006/relationships/image" Target="../media/image6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6.png"/><Relationship Id="rId15" Type="http://schemas.openxmlformats.org/officeDocument/2006/relationships/image" Target="../media/image621.png"/><Relationship Id="rId23" Type="http://schemas.openxmlformats.org/officeDocument/2006/relationships/image" Target="../media/image629.png"/><Relationship Id="rId28" Type="http://schemas.openxmlformats.org/officeDocument/2006/relationships/image" Target="../media/image634.png"/><Relationship Id="rId36" Type="http://schemas.openxmlformats.org/officeDocument/2006/relationships/image" Target="../media/image642.png"/><Relationship Id="rId57" Type="http://schemas.openxmlformats.org/officeDocument/2006/relationships/image" Target="../media/image157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7.png"/><Relationship Id="rId13" Type="http://schemas.openxmlformats.org/officeDocument/2006/relationships/image" Target="../media/image5050.png"/><Relationship Id="rId18" Type="http://schemas.openxmlformats.org/officeDocument/2006/relationships/image" Target="../media/image568.png"/><Relationship Id="rId26" Type="http://schemas.openxmlformats.org/officeDocument/2006/relationships/image" Target="../media/image591.png"/><Relationship Id="rId3" Type="http://schemas.openxmlformats.org/officeDocument/2006/relationships/image" Target="../media/image594.png"/><Relationship Id="rId21" Type="http://schemas.openxmlformats.org/officeDocument/2006/relationships/image" Target="../media/image584.png"/><Relationship Id="rId7" Type="http://schemas.openxmlformats.org/officeDocument/2006/relationships/image" Target="../media/image601.png"/><Relationship Id="rId12" Type="http://schemas.openxmlformats.org/officeDocument/2006/relationships/image" Target="../media/image5040.png"/><Relationship Id="rId17" Type="http://schemas.openxmlformats.org/officeDocument/2006/relationships/image" Target="../media/image578.png"/><Relationship Id="rId25" Type="http://schemas.openxmlformats.org/officeDocument/2006/relationships/image" Target="../media/image590.png"/><Relationship Id="rId2" Type="http://schemas.openxmlformats.org/officeDocument/2006/relationships/notesSlide" Target="../notesSlides/notesSlide61.xml"/><Relationship Id="rId16" Type="http://schemas.openxmlformats.org/officeDocument/2006/relationships/image" Target="../media/image588.png"/><Relationship Id="rId20" Type="http://schemas.openxmlformats.org/officeDocument/2006/relationships/image" Target="../media/image5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6.png"/><Relationship Id="rId11" Type="http://schemas.openxmlformats.org/officeDocument/2006/relationships/image" Target="../media/image580.png"/><Relationship Id="rId24" Type="http://schemas.openxmlformats.org/officeDocument/2006/relationships/image" Target="../media/image589.png"/><Relationship Id="rId5" Type="http://schemas.openxmlformats.org/officeDocument/2006/relationships/image" Target="../media/image595.png"/><Relationship Id="rId15" Type="http://schemas.openxmlformats.org/officeDocument/2006/relationships/image" Target="../media/image587.png"/><Relationship Id="rId23" Type="http://schemas.openxmlformats.org/officeDocument/2006/relationships/image" Target="../media/image586.png"/><Relationship Id="rId10" Type="http://schemas.openxmlformats.org/officeDocument/2006/relationships/image" Target="../media/image609.png"/><Relationship Id="rId19" Type="http://schemas.openxmlformats.org/officeDocument/2006/relationships/image" Target="../media/image582.png"/><Relationship Id="rId4" Type="http://schemas.openxmlformats.org/officeDocument/2006/relationships/image" Target="../media/image600.png"/><Relationship Id="rId9" Type="http://schemas.openxmlformats.org/officeDocument/2006/relationships/image" Target="../media/image579.png"/><Relationship Id="rId14" Type="http://schemas.openxmlformats.org/officeDocument/2006/relationships/image" Target="../media/image535.png"/><Relationship Id="rId22" Type="http://schemas.openxmlformats.org/officeDocument/2006/relationships/image" Target="../media/image585.png"/><Relationship Id="rId27" Type="http://schemas.openxmlformats.org/officeDocument/2006/relationships/image" Target="../media/image614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7.png"/><Relationship Id="rId13" Type="http://schemas.openxmlformats.org/officeDocument/2006/relationships/image" Target="../media/image5050.png"/><Relationship Id="rId18" Type="http://schemas.openxmlformats.org/officeDocument/2006/relationships/image" Target="../media/image568.png"/><Relationship Id="rId26" Type="http://schemas.openxmlformats.org/officeDocument/2006/relationships/image" Target="../media/image591.png"/><Relationship Id="rId3" Type="http://schemas.openxmlformats.org/officeDocument/2006/relationships/image" Target="../media/image594.png"/><Relationship Id="rId21" Type="http://schemas.openxmlformats.org/officeDocument/2006/relationships/image" Target="../media/image584.png"/><Relationship Id="rId7" Type="http://schemas.openxmlformats.org/officeDocument/2006/relationships/image" Target="../media/image601.png"/><Relationship Id="rId12" Type="http://schemas.openxmlformats.org/officeDocument/2006/relationships/image" Target="../media/image5040.png"/><Relationship Id="rId17" Type="http://schemas.openxmlformats.org/officeDocument/2006/relationships/image" Target="../media/image578.png"/><Relationship Id="rId25" Type="http://schemas.openxmlformats.org/officeDocument/2006/relationships/image" Target="../media/image590.pn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588.png"/><Relationship Id="rId20" Type="http://schemas.openxmlformats.org/officeDocument/2006/relationships/image" Target="../media/image5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6.png"/><Relationship Id="rId11" Type="http://schemas.openxmlformats.org/officeDocument/2006/relationships/image" Target="../media/image580.png"/><Relationship Id="rId24" Type="http://schemas.openxmlformats.org/officeDocument/2006/relationships/image" Target="../media/image589.png"/><Relationship Id="rId5" Type="http://schemas.openxmlformats.org/officeDocument/2006/relationships/image" Target="../media/image595.png"/><Relationship Id="rId15" Type="http://schemas.openxmlformats.org/officeDocument/2006/relationships/image" Target="../media/image587.png"/><Relationship Id="rId23" Type="http://schemas.openxmlformats.org/officeDocument/2006/relationships/image" Target="../media/image586.png"/><Relationship Id="rId10" Type="http://schemas.openxmlformats.org/officeDocument/2006/relationships/image" Target="../media/image609.png"/><Relationship Id="rId19" Type="http://schemas.openxmlformats.org/officeDocument/2006/relationships/image" Target="../media/image582.png"/><Relationship Id="rId4" Type="http://schemas.openxmlformats.org/officeDocument/2006/relationships/image" Target="../media/image600.png"/><Relationship Id="rId9" Type="http://schemas.openxmlformats.org/officeDocument/2006/relationships/image" Target="../media/image579.png"/><Relationship Id="rId14" Type="http://schemas.openxmlformats.org/officeDocument/2006/relationships/image" Target="../media/image535.png"/><Relationship Id="rId22" Type="http://schemas.openxmlformats.org/officeDocument/2006/relationships/image" Target="../media/image585.png"/><Relationship Id="rId27" Type="http://schemas.openxmlformats.org/officeDocument/2006/relationships/image" Target="../media/image614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7.png"/><Relationship Id="rId13" Type="http://schemas.openxmlformats.org/officeDocument/2006/relationships/image" Target="../media/image5050.png"/><Relationship Id="rId18" Type="http://schemas.openxmlformats.org/officeDocument/2006/relationships/image" Target="../media/image568.png"/><Relationship Id="rId26" Type="http://schemas.openxmlformats.org/officeDocument/2006/relationships/image" Target="../media/image591.png"/><Relationship Id="rId3" Type="http://schemas.openxmlformats.org/officeDocument/2006/relationships/image" Target="../media/image594.png"/><Relationship Id="rId21" Type="http://schemas.openxmlformats.org/officeDocument/2006/relationships/image" Target="../media/image584.png"/><Relationship Id="rId7" Type="http://schemas.openxmlformats.org/officeDocument/2006/relationships/image" Target="../media/image601.png"/><Relationship Id="rId12" Type="http://schemas.openxmlformats.org/officeDocument/2006/relationships/image" Target="../media/image5040.png"/><Relationship Id="rId17" Type="http://schemas.openxmlformats.org/officeDocument/2006/relationships/image" Target="../media/image578.png"/><Relationship Id="rId25" Type="http://schemas.openxmlformats.org/officeDocument/2006/relationships/image" Target="../media/image590.png"/><Relationship Id="rId2" Type="http://schemas.openxmlformats.org/officeDocument/2006/relationships/notesSlide" Target="../notesSlides/notesSlide63.xml"/><Relationship Id="rId16" Type="http://schemas.openxmlformats.org/officeDocument/2006/relationships/image" Target="../media/image588.png"/><Relationship Id="rId20" Type="http://schemas.openxmlformats.org/officeDocument/2006/relationships/image" Target="../media/image583.png"/><Relationship Id="rId29" Type="http://schemas.openxmlformats.org/officeDocument/2006/relationships/image" Target="../media/image6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6.png"/><Relationship Id="rId11" Type="http://schemas.openxmlformats.org/officeDocument/2006/relationships/image" Target="../media/image580.png"/><Relationship Id="rId24" Type="http://schemas.openxmlformats.org/officeDocument/2006/relationships/image" Target="../media/image589.png"/><Relationship Id="rId5" Type="http://schemas.openxmlformats.org/officeDocument/2006/relationships/image" Target="../media/image595.png"/><Relationship Id="rId15" Type="http://schemas.openxmlformats.org/officeDocument/2006/relationships/image" Target="../media/image587.png"/><Relationship Id="rId23" Type="http://schemas.openxmlformats.org/officeDocument/2006/relationships/image" Target="../media/image586.png"/><Relationship Id="rId28" Type="http://schemas.openxmlformats.org/officeDocument/2006/relationships/image" Target="../media/image677.png"/><Relationship Id="rId10" Type="http://schemas.openxmlformats.org/officeDocument/2006/relationships/image" Target="../media/image609.png"/><Relationship Id="rId19" Type="http://schemas.openxmlformats.org/officeDocument/2006/relationships/image" Target="../media/image582.png"/><Relationship Id="rId4" Type="http://schemas.openxmlformats.org/officeDocument/2006/relationships/image" Target="../media/image600.png"/><Relationship Id="rId9" Type="http://schemas.openxmlformats.org/officeDocument/2006/relationships/image" Target="../media/image579.png"/><Relationship Id="rId14" Type="http://schemas.openxmlformats.org/officeDocument/2006/relationships/image" Target="../media/image535.png"/><Relationship Id="rId22" Type="http://schemas.openxmlformats.org/officeDocument/2006/relationships/image" Target="../media/image585.png"/><Relationship Id="rId27" Type="http://schemas.openxmlformats.org/officeDocument/2006/relationships/image" Target="../media/image614.png"/><Relationship Id="rId30" Type="http://schemas.openxmlformats.org/officeDocument/2006/relationships/image" Target="../media/image679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5.png"/><Relationship Id="rId3" Type="http://schemas.openxmlformats.org/officeDocument/2006/relationships/image" Target="../media/image680.png"/><Relationship Id="rId7" Type="http://schemas.openxmlformats.org/officeDocument/2006/relationships/image" Target="../media/image684.png"/><Relationship Id="rId12" Type="http://schemas.openxmlformats.org/officeDocument/2006/relationships/image" Target="../media/image68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3.png"/><Relationship Id="rId11" Type="http://schemas.openxmlformats.org/officeDocument/2006/relationships/image" Target="../media/image688.png"/><Relationship Id="rId5" Type="http://schemas.openxmlformats.org/officeDocument/2006/relationships/image" Target="../media/image682.png"/><Relationship Id="rId10" Type="http://schemas.openxmlformats.org/officeDocument/2006/relationships/image" Target="../media/image687.png"/><Relationship Id="rId4" Type="http://schemas.openxmlformats.org/officeDocument/2006/relationships/image" Target="../media/image681.png"/><Relationship Id="rId9" Type="http://schemas.openxmlformats.org/officeDocument/2006/relationships/image" Target="../media/image686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5.png"/><Relationship Id="rId3" Type="http://schemas.openxmlformats.org/officeDocument/2006/relationships/image" Target="../media/image680.png"/><Relationship Id="rId7" Type="http://schemas.openxmlformats.org/officeDocument/2006/relationships/image" Target="../media/image68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3.png"/><Relationship Id="rId5" Type="http://schemas.openxmlformats.org/officeDocument/2006/relationships/image" Target="../media/image682.png"/><Relationship Id="rId4" Type="http://schemas.openxmlformats.org/officeDocument/2006/relationships/image" Target="../media/image68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1.png"/><Relationship Id="rId4" Type="http://schemas.openxmlformats.org/officeDocument/2006/relationships/image" Target="../media/image68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3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9.png"/><Relationship Id="rId13" Type="http://schemas.openxmlformats.org/officeDocument/2006/relationships/image" Target="../media/image677.png"/><Relationship Id="rId3" Type="http://schemas.openxmlformats.org/officeDocument/2006/relationships/image" Target="../media/image694.png"/><Relationship Id="rId7" Type="http://schemas.openxmlformats.org/officeDocument/2006/relationships/image" Target="../media/image698.png"/><Relationship Id="rId12" Type="http://schemas.openxmlformats.org/officeDocument/2006/relationships/image" Target="../media/image70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7.png"/><Relationship Id="rId11" Type="http://schemas.openxmlformats.org/officeDocument/2006/relationships/image" Target="../media/image702.png"/><Relationship Id="rId5" Type="http://schemas.openxmlformats.org/officeDocument/2006/relationships/image" Target="../media/image696.png"/><Relationship Id="rId10" Type="http://schemas.openxmlformats.org/officeDocument/2006/relationships/image" Target="../media/image701.png"/><Relationship Id="rId4" Type="http://schemas.openxmlformats.org/officeDocument/2006/relationships/image" Target="../media/image695.png"/><Relationship Id="rId9" Type="http://schemas.openxmlformats.org/officeDocument/2006/relationships/image" Target="../media/image700.png"/><Relationship Id="rId14" Type="http://schemas.openxmlformats.org/officeDocument/2006/relationships/image" Target="../media/image7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F87C7D3-3A24-3C83-B798-9B9F58B75FA3}"/>
              </a:ext>
            </a:extLst>
          </p:cNvPr>
          <p:cNvSpPr txBox="1"/>
          <p:nvPr/>
        </p:nvSpPr>
        <p:spPr>
          <a:xfrm>
            <a:off x="2362591" y="2400280"/>
            <a:ext cx="74668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/>
              <a:t>Transformers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674939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8913550" y="1696654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3622975" y="1892182"/>
            <a:ext cx="4946050" cy="24496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20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3637002" y="2732304"/>
            <a:ext cx="49966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412490" y="2793861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D6AB7-7B9D-33F0-6D84-4526E297E69E}"/>
              </a:ext>
            </a:extLst>
          </p:cNvPr>
          <p:cNvSpPr txBox="1"/>
          <p:nvPr/>
        </p:nvSpPr>
        <p:spPr>
          <a:xfrm>
            <a:off x="1882589" y="5124138"/>
            <a:ext cx="33221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08B54-DAA8-1139-F2A1-DAFC7AB92BF5}"/>
              </a:ext>
            </a:extLst>
          </p:cNvPr>
          <p:cNvSpPr txBox="1"/>
          <p:nvPr/>
        </p:nvSpPr>
        <p:spPr>
          <a:xfrm>
            <a:off x="4592155" y="5125804"/>
            <a:ext cx="1385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/>
              <a:t>-to-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1913C-A1DC-66B1-88F9-72A6A5D5D7F7}"/>
              </a:ext>
            </a:extLst>
          </p:cNvPr>
          <p:cNvSpPr txBox="1"/>
          <p:nvPr/>
        </p:nvSpPr>
        <p:spPr>
          <a:xfrm>
            <a:off x="5753488" y="5124138"/>
            <a:ext cx="29960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Sequence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E2D60-C574-53CF-7B34-93CEE235F7DB}"/>
              </a:ext>
            </a:extLst>
          </p:cNvPr>
          <p:cNvSpPr txBox="1"/>
          <p:nvPr/>
        </p:nvSpPr>
        <p:spPr>
          <a:xfrm>
            <a:off x="8687231" y="5122472"/>
            <a:ext cx="24661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model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</p:cNvCxnSpPr>
          <p:nvPr/>
        </p:nvCxnSpPr>
        <p:spPr>
          <a:xfrm>
            <a:off x="3200323" y="3117027"/>
            <a:ext cx="411635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2FC6478-2684-449C-C292-CD10FD0D479B}"/>
              </a:ext>
            </a:extLst>
          </p:cNvPr>
          <p:cNvCxnSpPr>
            <a:cxnSpLocks/>
          </p:cNvCxnSpPr>
          <p:nvPr/>
        </p:nvCxnSpPr>
        <p:spPr>
          <a:xfrm>
            <a:off x="8569025" y="3117025"/>
            <a:ext cx="36105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2296940" y="169665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87DB721-A639-DEB5-CD4C-01C848B6463A}"/>
              </a:ext>
            </a:extLst>
          </p:cNvPr>
          <p:cNvSpPr txBox="1"/>
          <p:nvPr/>
        </p:nvSpPr>
        <p:spPr>
          <a:xfrm>
            <a:off x="8895986" y="2793718"/>
            <a:ext cx="2048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你好吗</a:t>
            </a: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4160768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107327"/>
            <a:ext cx="249493" cy="60319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561294"/>
            <a:ext cx="249493" cy="1492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400557"/>
            <a:ext cx="249493" cy="3099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633379"/>
            <a:ext cx="249493" cy="771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6824760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7287114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EB06D1-ABBE-EA91-5344-2D698761687B}"/>
              </a:ext>
            </a:extLst>
          </p:cNvPr>
          <p:cNvSpPr txBox="1"/>
          <p:nvPr/>
        </p:nvSpPr>
        <p:spPr>
          <a:xfrm>
            <a:off x="9556960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25623" y="734507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091395-0575-6035-99E9-B1B8B33D4202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BF62430-2C3B-7C9E-CC91-65D3292CD366}"/>
              </a:ext>
            </a:extLst>
          </p:cNvPr>
          <p:cNvCxnSpPr>
            <a:cxnSpLocks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8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  <p:bldP spid="17" grpId="1" animBg="1"/>
      <p:bldP spid="29" grpId="0"/>
      <p:bldP spid="30" grpId="0"/>
      <p:bldP spid="30" grpId="1"/>
      <p:bldP spid="50" grpId="0"/>
      <p:bldP spid="51" grpId="0"/>
      <p:bldP spid="52" grpId="0"/>
      <p:bldP spid="53" grpId="0"/>
      <p:bldP spid="54" grpId="0"/>
      <p:bldP spid="55" grpId="0"/>
      <p:bldP spid="56" grpId="0" animBg="1"/>
      <p:bldP spid="57" grpId="0" animBg="1"/>
      <p:bldP spid="58" grpId="0" animBg="1"/>
      <p:bldP spid="59" grpId="0" animBg="1"/>
      <p:bldP spid="60" grpId="0" animBg="1"/>
      <p:bldP spid="63" grpId="0"/>
      <p:bldP spid="66" grpId="0" animBg="1"/>
      <p:bldP spid="67" grpId="0" animBg="1"/>
      <p:bldP spid="69" grpId="0"/>
      <p:bldP spid="70" grpId="0"/>
      <p:bldP spid="71" grpId="0"/>
      <p:bldP spid="72" grpId="0"/>
      <p:bldP spid="73" grpId="0"/>
      <p:bldP spid="74" grpId="0"/>
      <p:bldP spid="78" grpId="0"/>
      <p:bldP spid="79" grpId="0" animBg="1"/>
      <p:bldP spid="80" grpId="0"/>
      <p:bldP spid="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107327"/>
            <a:ext cx="249493" cy="60319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561294"/>
            <a:ext cx="249493" cy="1492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400557"/>
            <a:ext cx="249493" cy="3099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633379"/>
            <a:ext cx="249493" cy="771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7884014" y="6114455"/>
            <a:ext cx="576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7287114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EB06D1-ABBE-EA91-5344-2D698761687B}"/>
              </a:ext>
            </a:extLst>
          </p:cNvPr>
          <p:cNvSpPr txBox="1"/>
          <p:nvPr/>
        </p:nvSpPr>
        <p:spPr>
          <a:xfrm>
            <a:off x="9556960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25623" y="734507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3FF45-CD80-7204-28C9-40633CE682D6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79EFE1-8F58-A9BE-702C-60F7780C3126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74043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156756"/>
            <a:ext cx="249493" cy="5537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411480"/>
            <a:ext cx="249493" cy="2990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522999"/>
            <a:ext cx="249493" cy="18752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656371"/>
            <a:ext cx="249493" cy="541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7884014" y="6114455"/>
            <a:ext cx="576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7287114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EB06D1-ABBE-EA91-5344-2D698761687B}"/>
              </a:ext>
            </a:extLst>
          </p:cNvPr>
          <p:cNvSpPr txBox="1"/>
          <p:nvPr/>
        </p:nvSpPr>
        <p:spPr>
          <a:xfrm>
            <a:off x="9556960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84967E7-3BA3-F8E4-C100-DE3164951BD1}"/>
              </a:ext>
            </a:extLst>
          </p:cNvPr>
          <p:cNvSpPr txBox="1"/>
          <p:nvPr/>
        </p:nvSpPr>
        <p:spPr>
          <a:xfrm>
            <a:off x="8674176" y="720058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25623" y="734507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3FF45-CD80-7204-28C9-40633CE682D6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1AFF8F3-6814-538D-0B41-60B184EE6000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78450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156756"/>
            <a:ext cx="249493" cy="5537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411480"/>
            <a:ext cx="249493" cy="2990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522999"/>
            <a:ext cx="249493" cy="18752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656371"/>
            <a:ext cx="249493" cy="541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7884014" y="6114455"/>
            <a:ext cx="576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8434101" y="6114454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3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EB06D1-ABBE-EA91-5344-2D698761687B}"/>
              </a:ext>
            </a:extLst>
          </p:cNvPr>
          <p:cNvSpPr txBox="1"/>
          <p:nvPr/>
        </p:nvSpPr>
        <p:spPr>
          <a:xfrm>
            <a:off x="9556960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84967E7-3BA3-F8E4-C100-DE3164951BD1}"/>
              </a:ext>
            </a:extLst>
          </p:cNvPr>
          <p:cNvSpPr txBox="1"/>
          <p:nvPr/>
        </p:nvSpPr>
        <p:spPr>
          <a:xfrm>
            <a:off x="8674263" y="720058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25623" y="734507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3FF45-CD80-7204-28C9-40633CE682D6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471F46-B08B-27BE-68FB-1403598337D4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405286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613578"/>
            <a:ext cx="249493" cy="969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656532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448736"/>
            <a:ext cx="249493" cy="26178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156757"/>
            <a:ext cx="249493" cy="5537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575543"/>
            <a:ext cx="249493" cy="1349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7884014" y="6114455"/>
            <a:ext cx="576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8434101" y="6114454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3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EB06D1-ABBE-EA91-5344-2D698761687B}"/>
              </a:ext>
            </a:extLst>
          </p:cNvPr>
          <p:cNvSpPr txBox="1"/>
          <p:nvPr/>
        </p:nvSpPr>
        <p:spPr>
          <a:xfrm>
            <a:off x="9556960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84967E7-3BA3-F8E4-C100-DE3164951BD1}"/>
              </a:ext>
            </a:extLst>
          </p:cNvPr>
          <p:cNvSpPr txBox="1"/>
          <p:nvPr/>
        </p:nvSpPr>
        <p:spPr>
          <a:xfrm>
            <a:off x="8728653" y="696813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25623" y="734507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3FF45-CD80-7204-28C9-40633CE682D6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FABF63-4563-1227-6283-9E0475DAB9DB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70541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613578"/>
            <a:ext cx="249493" cy="969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656532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448736"/>
            <a:ext cx="249493" cy="26178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156757"/>
            <a:ext cx="249493" cy="5537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575543"/>
            <a:ext cx="249493" cy="1349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7884014" y="6114455"/>
            <a:ext cx="576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8434101" y="6114454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3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EB06D1-ABBE-EA91-5344-2D698761687B}"/>
              </a:ext>
            </a:extLst>
          </p:cNvPr>
          <p:cNvSpPr txBox="1"/>
          <p:nvPr/>
        </p:nvSpPr>
        <p:spPr>
          <a:xfrm>
            <a:off x="9556960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84967E7-3BA3-F8E4-C100-DE3164951BD1}"/>
              </a:ext>
            </a:extLst>
          </p:cNvPr>
          <p:cNvSpPr txBox="1"/>
          <p:nvPr/>
        </p:nvSpPr>
        <p:spPr>
          <a:xfrm>
            <a:off x="8944889" y="6114453"/>
            <a:ext cx="612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25623" y="734507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3FF45-CD80-7204-28C9-40633CE682D6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0ECD7E-6F83-5CA7-5C47-C2DE66B611BF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81673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613578"/>
            <a:ext cx="249493" cy="969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656532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656532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631887"/>
            <a:ext cx="249493" cy="7863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82956"/>
            <a:ext cx="249493" cy="62756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7884014" y="6114455"/>
            <a:ext cx="576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8434101" y="6114454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3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84967E7-3BA3-F8E4-C100-DE3164951BD1}"/>
              </a:ext>
            </a:extLst>
          </p:cNvPr>
          <p:cNvSpPr txBox="1"/>
          <p:nvPr/>
        </p:nvSpPr>
        <p:spPr>
          <a:xfrm>
            <a:off x="8944889" y="6114453"/>
            <a:ext cx="612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25623" y="734507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3FF45-CD80-7204-28C9-40633CE682D6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27FA194-4B04-6186-AB16-68F9AAB69B71}"/>
              </a:ext>
            </a:extLst>
          </p:cNvPr>
          <p:cNvSpPr txBox="1"/>
          <p:nvPr/>
        </p:nvSpPr>
        <p:spPr>
          <a:xfrm>
            <a:off x="9556959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D4D1D-6214-2F82-9981-A11AE437F054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89894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613578"/>
            <a:ext cx="249493" cy="969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656532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656532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631887"/>
            <a:ext cx="249493" cy="7863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82956"/>
            <a:ext cx="249493" cy="62756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7884014" y="6114455"/>
            <a:ext cx="576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8434101" y="6114454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3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EB06D1-ABBE-EA91-5344-2D698761687B}"/>
              </a:ext>
            </a:extLst>
          </p:cNvPr>
          <p:cNvSpPr txBox="1"/>
          <p:nvPr/>
        </p:nvSpPr>
        <p:spPr>
          <a:xfrm>
            <a:off x="9463888" y="6114452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84967E7-3BA3-F8E4-C100-DE3164951BD1}"/>
              </a:ext>
            </a:extLst>
          </p:cNvPr>
          <p:cNvSpPr txBox="1"/>
          <p:nvPr/>
        </p:nvSpPr>
        <p:spPr>
          <a:xfrm>
            <a:off x="8944889" y="6114453"/>
            <a:ext cx="612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25623" y="734507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3FF45-CD80-7204-28C9-40633CE682D6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B294F54-09C0-502A-CBDA-36489B512F53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48928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656370"/>
            <a:ext cx="249493" cy="541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656532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632050"/>
            <a:ext cx="249493" cy="784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656371"/>
            <a:ext cx="249493" cy="541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664804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7884014" y="6114455"/>
            <a:ext cx="576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8434101" y="6114454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3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EB06D1-ABBE-EA91-5344-2D698761687B}"/>
              </a:ext>
            </a:extLst>
          </p:cNvPr>
          <p:cNvSpPr txBox="1"/>
          <p:nvPr/>
        </p:nvSpPr>
        <p:spPr>
          <a:xfrm>
            <a:off x="9463888" y="6114452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84967E7-3BA3-F8E4-C100-DE3164951BD1}"/>
              </a:ext>
            </a:extLst>
          </p:cNvPr>
          <p:cNvSpPr txBox="1"/>
          <p:nvPr/>
        </p:nvSpPr>
        <p:spPr>
          <a:xfrm>
            <a:off x="8944889" y="6114453"/>
            <a:ext cx="612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82957"/>
            <a:ext cx="249493" cy="6275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25623" y="734507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3FF45-CD80-7204-28C9-40633CE682D6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70AFFD-8A96-A253-FD2E-371BD255995D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72544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BC4B0-230E-AF82-58DA-FD5B515CF1A4}"/>
              </a:ext>
            </a:extLst>
          </p:cNvPr>
          <p:cNvGrpSpPr/>
          <p:nvPr/>
        </p:nvGrpSpPr>
        <p:grpSpPr>
          <a:xfrm>
            <a:off x="10914519" y="231435"/>
            <a:ext cx="914400" cy="914400"/>
            <a:chOff x="5803997" y="327654"/>
            <a:chExt cx="914400" cy="91440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AAA0DC6-FDE9-E847-3896-835F5094821F}"/>
                </a:ext>
              </a:extLst>
            </p:cNvPr>
            <p:cNvSpPr/>
            <p:nvPr/>
          </p:nvSpPr>
          <p:spPr>
            <a:xfrm>
              <a:off x="5803997" y="327654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F3C827-0A06-2075-56F3-D9DEB99A986B}"/>
                </a:ext>
              </a:extLst>
            </p:cNvPr>
            <p:cNvSpPr txBox="1"/>
            <p:nvPr/>
          </p:nvSpPr>
          <p:spPr>
            <a:xfrm>
              <a:off x="5821928" y="430911"/>
              <a:ext cx="89646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ZH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2EECCD-D86A-FDAC-452B-11EA55E15DFD}"/>
              </a:ext>
            </a:extLst>
          </p:cNvPr>
          <p:cNvGrpSpPr/>
          <p:nvPr/>
        </p:nvGrpSpPr>
        <p:grpSpPr>
          <a:xfrm>
            <a:off x="1360226" y="1211855"/>
            <a:ext cx="9471549" cy="4691092"/>
            <a:chOff x="3888886" y="2085109"/>
            <a:chExt cx="4345141" cy="215207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47B4E81-3B84-F0C0-06C8-7EF7FDC69D6B}"/>
                </a:ext>
              </a:extLst>
            </p:cNvPr>
            <p:cNvSpPr/>
            <p:nvPr/>
          </p:nvSpPr>
          <p:spPr>
            <a:xfrm>
              <a:off x="3888886" y="2085109"/>
              <a:ext cx="4345141" cy="21520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Cartoon of a robot&#10;&#10;Description automatically generated">
              <a:extLst>
                <a:ext uri="{FF2B5EF4-FFF2-40B4-BE49-F238E27FC236}">
                  <a16:creationId xmlns:a16="http://schemas.microsoft.com/office/drawing/2014/main" id="{86DE7343-B899-E895-26AB-433716FE0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</a:blip>
            <a:srcRect t="27859"/>
            <a:stretch/>
          </p:blipFill>
          <p:spPr>
            <a:xfrm>
              <a:off x="4319596" y="2135941"/>
              <a:ext cx="3552807" cy="20504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DCA9-6A86-72FF-99CB-958AF764C3DC}"/>
              </a:ext>
            </a:extLst>
          </p:cNvPr>
          <p:cNvSpPr txBox="1"/>
          <p:nvPr/>
        </p:nvSpPr>
        <p:spPr>
          <a:xfrm>
            <a:off x="4488824" y="5447575"/>
            <a:ext cx="321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transformer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2A939-C944-8EFC-ED38-A0EB48B87C82}"/>
              </a:ext>
            </a:extLst>
          </p:cNvPr>
          <p:cNvSpPr txBox="1"/>
          <p:nvPr/>
        </p:nvSpPr>
        <p:spPr>
          <a:xfrm>
            <a:off x="2094051" y="5995279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C6755-EEB0-F348-15E6-ED95DBFA3A5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93477" y="5379727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AC9D92-0420-1743-1BDB-774EA161FA2D}"/>
              </a:ext>
            </a:extLst>
          </p:cNvPr>
          <p:cNvGrpSpPr/>
          <p:nvPr/>
        </p:nvGrpSpPr>
        <p:grpSpPr>
          <a:xfrm>
            <a:off x="582457" y="5861244"/>
            <a:ext cx="914400" cy="914400"/>
            <a:chOff x="3277888" y="350181"/>
            <a:chExt cx="914400" cy="9144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766AB9-E8C3-006C-2D15-BDD844D3BF79}"/>
                </a:ext>
              </a:extLst>
            </p:cNvPr>
            <p:cNvSpPr/>
            <p:nvPr/>
          </p:nvSpPr>
          <p:spPr>
            <a:xfrm>
              <a:off x="3277888" y="350181"/>
              <a:ext cx="914400" cy="91440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648214-EED8-BC42-504C-BBFB2AF5D1C6}"/>
                </a:ext>
              </a:extLst>
            </p:cNvPr>
            <p:cNvSpPr txBox="1"/>
            <p:nvPr/>
          </p:nvSpPr>
          <p:spPr>
            <a:xfrm>
              <a:off x="3327066" y="453438"/>
              <a:ext cx="84715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619712" y="1858810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653E53-60A9-E853-F8E4-19025220D182}"/>
              </a:ext>
            </a:extLst>
          </p:cNvPr>
          <p:cNvSpPr/>
          <p:nvPr/>
        </p:nvSpPr>
        <p:spPr>
          <a:xfrm>
            <a:off x="6824760" y="1858809"/>
            <a:ext cx="3747529" cy="3520917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4A3F0-C453-6C02-6444-43DD486E836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367241" y="3619269"/>
            <a:ext cx="14575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2271536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8299F-BEEC-1311-481D-9810CC8F7D26}"/>
              </a:ext>
            </a:extLst>
          </p:cNvPr>
          <p:cNvSpPr txBox="1"/>
          <p:nvPr/>
        </p:nvSpPr>
        <p:spPr>
          <a:xfrm>
            <a:off x="7476583" y="3265325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Decoders</a:t>
            </a:r>
            <a:endParaRPr lang="en-US" sz="4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55EB5-B3A7-8E77-445B-1DFEB4232D5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98525" y="1065856"/>
            <a:ext cx="0" cy="792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46525E-343F-0BFF-E400-C4242B8353F2}"/>
              </a:ext>
            </a:extLst>
          </p:cNvPr>
          <p:cNvCxnSpPr>
            <a:cxnSpLocks/>
          </p:cNvCxnSpPr>
          <p:nvPr/>
        </p:nvCxnSpPr>
        <p:spPr>
          <a:xfrm>
            <a:off x="6670234" y="724381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B8850-1A21-487C-C070-3059F584EC6E}"/>
              </a:ext>
            </a:extLst>
          </p:cNvPr>
          <p:cNvCxnSpPr>
            <a:cxnSpLocks/>
          </p:cNvCxnSpPr>
          <p:nvPr/>
        </p:nvCxnSpPr>
        <p:spPr>
          <a:xfrm flipV="1">
            <a:off x="6670234" y="37236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A84612-E03D-B2EE-C9B0-97FC34511571}"/>
              </a:ext>
            </a:extLst>
          </p:cNvPr>
          <p:cNvSpPr txBox="1"/>
          <p:nvPr/>
        </p:nvSpPr>
        <p:spPr>
          <a:xfrm>
            <a:off x="68247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088431-6AAD-B807-4CA9-04C7FB84986E}"/>
              </a:ext>
            </a:extLst>
          </p:cNvPr>
          <p:cNvSpPr txBox="1"/>
          <p:nvPr/>
        </p:nvSpPr>
        <p:spPr>
          <a:xfrm>
            <a:off x="7287114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9783BA-87D2-64FB-9676-330D5E428080}"/>
              </a:ext>
            </a:extLst>
          </p:cNvPr>
          <p:cNvSpPr txBox="1"/>
          <p:nvPr/>
        </p:nvSpPr>
        <p:spPr>
          <a:xfrm>
            <a:off x="7749468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3D0B18-F720-5A81-C25E-4D97990A2D69}"/>
              </a:ext>
            </a:extLst>
          </p:cNvPr>
          <p:cNvSpPr txBox="1"/>
          <p:nvPr/>
        </p:nvSpPr>
        <p:spPr>
          <a:xfrm>
            <a:off x="8211822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3A7B-12DC-8F5A-BDBB-106504E53742}"/>
              </a:ext>
            </a:extLst>
          </p:cNvPr>
          <p:cNvSpPr txBox="1"/>
          <p:nvPr/>
        </p:nvSpPr>
        <p:spPr>
          <a:xfrm>
            <a:off x="9556960" y="73450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/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2E42C7-8C37-AD83-3B7A-524B152C4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4507"/>
                <a:ext cx="4445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1C07121-017A-DE8F-27D7-A1B24FFB71A7}"/>
              </a:ext>
            </a:extLst>
          </p:cNvPr>
          <p:cNvSpPr/>
          <p:nvPr/>
        </p:nvSpPr>
        <p:spPr>
          <a:xfrm>
            <a:off x="6933309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2554B1-0415-9B9C-E2E0-B52A431E58CD}"/>
              </a:ext>
            </a:extLst>
          </p:cNvPr>
          <p:cNvSpPr/>
          <p:nvPr/>
        </p:nvSpPr>
        <p:spPr>
          <a:xfrm>
            <a:off x="7401612" y="656370"/>
            <a:ext cx="249493" cy="541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92E386-3BA8-33B3-75CD-07F3FB0791F1}"/>
              </a:ext>
            </a:extLst>
          </p:cNvPr>
          <p:cNvSpPr/>
          <p:nvPr/>
        </p:nvSpPr>
        <p:spPr>
          <a:xfrm>
            <a:off x="7869915" y="656532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E0A07F-2F28-3AD6-94BD-933A446B73E7}"/>
              </a:ext>
            </a:extLst>
          </p:cNvPr>
          <p:cNvSpPr/>
          <p:nvPr/>
        </p:nvSpPr>
        <p:spPr>
          <a:xfrm>
            <a:off x="8338218" y="632050"/>
            <a:ext cx="249493" cy="784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FA870E-9FD4-68EB-9FE6-12CD8464B509}"/>
              </a:ext>
            </a:extLst>
          </p:cNvPr>
          <p:cNvSpPr/>
          <p:nvPr/>
        </p:nvSpPr>
        <p:spPr>
          <a:xfrm>
            <a:off x="9274825" y="664803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79F672-5EBB-5C8A-8CDA-7FCA657A66CA}"/>
              </a:ext>
            </a:extLst>
          </p:cNvPr>
          <p:cNvSpPr txBox="1"/>
          <p:nvPr/>
        </p:nvSpPr>
        <p:spPr>
          <a:xfrm>
            <a:off x="8674177" y="72422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CE73C8-E68B-EEB1-49DB-8ECC9A13183F}"/>
              </a:ext>
            </a:extLst>
          </p:cNvPr>
          <p:cNvSpPr/>
          <p:nvPr/>
        </p:nvSpPr>
        <p:spPr>
          <a:xfrm>
            <a:off x="8806521" y="656371"/>
            <a:ext cx="249493" cy="541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72A809-1BBD-B346-CF2F-9026E382B89A}"/>
              </a:ext>
            </a:extLst>
          </p:cNvPr>
          <p:cNvSpPr/>
          <p:nvPr/>
        </p:nvSpPr>
        <p:spPr>
          <a:xfrm>
            <a:off x="9699741" y="664804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F7145-07DC-76D6-52A5-4FAF9D1FC27A}"/>
              </a:ext>
            </a:extLst>
          </p:cNvPr>
          <p:cNvSpPr txBox="1"/>
          <p:nvPr/>
        </p:nvSpPr>
        <p:spPr>
          <a:xfrm>
            <a:off x="7884014" y="6114455"/>
            <a:ext cx="576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31517-C01D-3389-1DA5-1F0360791803}"/>
              </a:ext>
            </a:extLst>
          </p:cNvPr>
          <p:cNvSpPr txBox="1"/>
          <p:nvPr/>
        </p:nvSpPr>
        <p:spPr>
          <a:xfrm>
            <a:off x="8434101" y="6114454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3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37A044-33E4-0D63-AAC9-969668376812}"/>
              </a:ext>
            </a:extLst>
          </p:cNvPr>
          <p:cNvSpPr txBox="1"/>
          <p:nvPr/>
        </p:nvSpPr>
        <p:spPr>
          <a:xfrm>
            <a:off x="7749468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02A0C9-E50D-D103-505E-C4E589F0AF63}"/>
              </a:ext>
            </a:extLst>
          </p:cNvPr>
          <p:cNvSpPr txBox="1"/>
          <p:nvPr/>
        </p:nvSpPr>
        <p:spPr>
          <a:xfrm>
            <a:off x="8211822" y="738685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EB06D1-ABBE-EA91-5344-2D698761687B}"/>
              </a:ext>
            </a:extLst>
          </p:cNvPr>
          <p:cNvSpPr txBox="1"/>
          <p:nvPr/>
        </p:nvSpPr>
        <p:spPr>
          <a:xfrm>
            <a:off x="9463888" y="6114452"/>
            <a:ext cx="576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/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F60C98-1398-FFC1-D407-4D19DCD1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738685"/>
                <a:ext cx="44455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84967E7-3BA3-F8E4-C100-DE3164951BD1}"/>
              </a:ext>
            </a:extLst>
          </p:cNvPr>
          <p:cNvSpPr txBox="1"/>
          <p:nvPr/>
        </p:nvSpPr>
        <p:spPr>
          <a:xfrm>
            <a:off x="8944889" y="6114453"/>
            <a:ext cx="612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B0298-01B3-E006-7D10-C24365E09D50}"/>
              </a:ext>
            </a:extLst>
          </p:cNvPr>
          <p:cNvSpPr txBox="1"/>
          <p:nvPr/>
        </p:nvSpPr>
        <p:spPr>
          <a:xfrm>
            <a:off x="9925623" y="741328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B00FD7-EF41-9224-396A-1D670A3C98E3}"/>
              </a:ext>
            </a:extLst>
          </p:cNvPr>
          <p:cNvSpPr/>
          <p:nvPr/>
        </p:nvSpPr>
        <p:spPr>
          <a:xfrm>
            <a:off x="10152459" y="82957"/>
            <a:ext cx="249493" cy="6275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28CF24-1DBD-DC40-61F3-8A18BAA6EA7D}"/>
              </a:ext>
            </a:extLst>
          </p:cNvPr>
          <p:cNvSpPr txBox="1"/>
          <p:nvPr/>
        </p:nvSpPr>
        <p:spPr>
          <a:xfrm>
            <a:off x="9934400" y="6081311"/>
            <a:ext cx="1275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32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3FF45-CD80-7204-28C9-40633CE682D6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698525" y="5379726"/>
            <a:ext cx="0" cy="749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79A8107-B660-D517-0C9A-091FC726FE22}"/>
              </a:ext>
            </a:extLst>
          </p:cNvPr>
          <p:cNvSpPr txBox="1"/>
          <p:nvPr/>
        </p:nvSpPr>
        <p:spPr>
          <a:xfrm>
            <a:off x="1050758" y="360279"/>
            <a:ext cx="5176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AuTo</a:t>
            </a:r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-regressive</a:t>
            </a:r>
            <a:endParaRPr lang="en-US" sz="32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7564C-3254-9FA8-D32C-8FC6FA80E608}"/>
              </a:ext>
            </a:extLst>
          </p:cNvPr>
          <p:cNvSpPr txBox="1"/>
          <p:nvPr/>
        </p:nvSpPr>
        <p:spPr>
          <a:xfrm>
            <a:off x="6560536" y="6081310"/>
            <a:ext cx="138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64801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373816" y="1844982"/>
            <a:ext cx="9444369" cy="316803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4874059" y="3044278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199E14-8157-65DD-D50C-99515BC49C4D}"/>
              </a:ext>
            </a:extLst>
          </p:cNvPr>
          <p:cNvSpPr txBox="1"/>
          <p:nvPr/>
        </p:nvSpPr>
        <p:spPr>
          <a:xfrm>
            <a:off x="4784088" y="5889144"/>
            <a:ext cx="279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you?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7E3AA0-FDFB-E037-ECD8-2AEF83FCC403}"/>
              </a:ext>
            </a:extLst>
          </p:cNvPr>
          <p:cNvCxnSpPr>
            <a:cxnSpLocks/>
          </p:cNvCxnSpPr>
          <p:nvPr/>
        </p:nvCxnSpPr>
        <p:spPr>
          <a:xfrm flipV="1">
            <a:off x="6183514" y="5273592"/>
            <a:ext cx="0" cy="701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874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390011" y="-1645645"/>
            <a:ext cx="9444369" cy="157443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4890254" y="-1243151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6E6641-E4C2-1C7F-33EA-0F72711370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414" y="850614"/>
            <a:ext cx="11658600" cy="608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B4D72E-6D43-6A86-0B96-8F9DC7EF2DA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65416" y="874113"/>
            <a:ext cx="11695497" cy="584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66BF4A-1CC7-B2A0-AACE-1F124E05C279}"/>
              </a:ext>
            </a:extLst>
          </p:cNvPr>
          <p:cNvSpPr txBox="1"/>
          <p:nvPr/>
        </p:nvSpPr>
        <p:spPr>
          <a:xfrm>
            <a:off x="12192" y="295768"/>
            <a:ext cx="4595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Tokenization</a:t>
            </a:r>
            <a:endParaRPr lang="en-US" sz="32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51073-9A8F-67D3-FAC4-8EE5B08D9832}"/>
              </a:ext>
            </a:extLst>
          </p:cNvPr>
          <p:cNvSpPr txBox="1"/>
          <p:nvPr/>
        </p:nvSpPr>
        <p:spPr>
          <a:xfrm>
            <a:off x="430618" y="1597151"/>
            <a:ext cx="6751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8607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ECF837-1428-8DC0-E80E-62205755BF5D}"/>
              </a:ext>
            </a:extLst>
          </p:cNvPr>
          <p:cNvSpPr txBox="1"/>
          <p:nvPr/>
        </p:nvSpPr>
        <p:spPr>
          <a:xfrm>
            <a:off x="1439991" y="1597151"/>
            <a:ext cx="6583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4339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03CDF0-7DBC-4C5B-B0E5-8635B0D7DA70}"/>
              </a:ext>
            </a:extLst>
          </p:cNvPr>
          <p:cNvSpPr txBox="1"/>
          <p:nvPr/>
        </p:nvSpPr>
        <p:spPr>
          <a:xfrm>
            <a:off x="2417908" y="1597151"/>
            <a:ext cx="6583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2472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0FDBF9-3502-F12E-EF4D-5D54F4DF02B5}"/>
              </a:ext>
            </a:extLst>
          </p:cNvPr>
          <p:cNvSpPr txBox="1"/>
          <p:nvPr/>
        </p:nvSpPr>
        <p:spPr>
          <a:xfrm>
            <a:off x="3200400" y="1597151"/>
            <a:ext cx="5486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311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2DA9E2-15AF-A25B-F3C5-38CB2CC9EFB6}"/>
              </a:ext>
            </a:extLst>
          </p:cNvPr>
          <p:cNvSpPr txBox="1"/>
          <p:nvPr/>
        </p:nvSpPr>
        <p:spPr>
          <a:xfrm>
            <a:off x="3975989" y="1597151"/>
            <a:ext cx="5486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832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73F1C-7969-0A6F-A858-347307A5351A}"/>
              </a:ext>
            </a:extLst>
          </p:cNvPr>
          <p:cNvSpPr txBox="1"/>
          <p:nvPr/>
        </p:nvSpPr>
        <p:spPr>
          <a:xfrm>
            <a:off x="4874059" y="1597151"/>
            <a:ext cx="6583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4037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6D181-4382-F63D-B24A-72F66D13D56D}"/>
              </a:ext>
            </a:extLst>
          </p:cNvPr>
          <p:cNvSpPr txBox="1"/>
          <p:nvPr/>
        </p:nvSpPr>
        <p:spPr>
          <a:xfrm>
            <a:off x="5608070" y="1597151"/>
            <a:ext cx="4389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C545BB-6C31-916D-97B9-B49E0584189D}"/>
              </a:ext>
            </a:extLst>
          </p:cNvPr>
          <p:cNvSpPr txBox="1"/>
          <p:nvPr/>
        </p:nvSpPr>
        <p:spPr>
          <a:xfrm>
            <a:off x="6112196" y="1597151"/>
            <a:ext cx="5486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719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312C4-23B9-01E1-D709-1BE0F00DD508}"/>
              </a:ext>
            </a:extLst>
          </p:cNvPr>
          <p:cNvSpPr txBox="1"/>
          <p:nvPr/>
        </p:nvSpPr>
        <p:spPr>
          <a:xfrm>
            <a:off x="6959092" y="1597151"/>
            <a:ext cx="6583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353740"/>
                </a:solidFill>
                <a:latin typeface="var(--monospace)"/>
              </a:rPr>
              <a:t>1063</a:t>
            </a:r>
            <a:endParaRPr lang="en-US" b="0" i="0" dirty="0">
              <a:solidFill>
                <a:srgbClr val="353740"/>
              </a:solidFill>
              <a:effectLst/>
              <a:latin typeface="var(--monospace)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CD86E0-5869-F268-0054-25D63BDE21D9}"/>
              </a:ext>
            </a:extLst>
          </p:cNvPr>
          <p:cNvSpPr txBox="1"/>
          <p:nvPr/>
        </p:nvSpPr>
        <p:spPr>
          <a:xfrm>
            <a:off x="7869902" y="1597151"/>
            <a:ext cx="6583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1541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6CDDB1-541F-3EE7-E9ED-5ACB4CD751E5}"/>
              </a:ext>
            </a:extLst>
          </p:cNvPr>
          <p:cNvSpPr txBox="1"/>
          <p:nvPr/>
        </p:nvSpPr>
        <p:spPr>
          <a:xfrm>
            <a:off x="8518467" y="1597151"/>
            <a:ext cx="5486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956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60AE15-0891-B2A2-F2B0-EFAFC20A70C8}"/>
              </a:ext>
            </a:extLst>
          </p:cNvPr>
          <p:cNvSpPr txBox="1"/>
          <p:nvPr/>
        </p:nvSpPr>
        <p:spPr>
          <a:xfrm>
            <a:off x="9040093" y="1597151"/>
            <a:ext cx="4607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178C1D-7F20-BF39-1CCA-FBFCD30EA56E}"/>
              </a:ext>
            </a:extLst>
          </p:cNvPr>
          <p:cNvSpPr txBox="1"/>
          <p:nvPr/>
        </p:nvSpPr>
        <p:spPr>
          <a:xfrm>
            <a:off x="9559408" y="1597151"/>
            <a:ext cx="6583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3687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DF5E54-EF3E-6F89-E6EF-7449B17842FC}"/>
              </a:ext>
            </a:extLst>
          </p:cNvPr>
          <p:cNvSpPr txBox="1"/>
          <p:nvPr/>
        </p:nvSpPr>
        <p:spPr>
          <a:xfrm>
            <a:off x="10623771" y="1597151"/>
            <a:ext cx="7701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53740"/>
                </a:solidFill>
                <a:effectLst/>
                <a:latin typeface="var(--monospace)"/>
              </a:rPr>
              <a:t>23936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4F2081-F35D-24D9-6B34-6E3DE08852CF}"/>
              </a:ext>
            </a:extLst>
          </p:cNvPr>
          <p:cNvSpPr txBox="1"/>
          <p:nvPr/>
        </p:nvSpPr>
        <p:spPr>
          <a:xfrm>
            <a:off x="11544139" y="1597151"/>
            <a:ext cx="4389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353740"/>
                </a:solidFill>
                <a:latin typeface="var(--monospace)"/>
              </a:rPr>
              <a:t>13</a:t>
            </a:r>
            <a:endParaRPr lang="en-US" b="0" i="0" dirty="0">
              <a:solidFill>
                <a:srgbClr val="353740"/>
              </a:solidFill>
              <a:effectLst/>
              <a:latin typeface="var(--monospace)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1A5A47-51C1-10A6-24D7-3B5E4FC00195}"/>
              </a:ext>
            </a:extLst>
          </p:cNvPr>
          <p:cNvCxnSpPr>
            <a:cxnSpLocks/>
          </p:cNvCxnSpPr>
          <p:nvPr/>
        </p:nvCxnSpPr>
        <p:spPr>
          <a:xfrm>
            <a:off x="768201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9A5EE4-B986-E889-E38D-39C54A611426}"/>
              </a:ext>
            </a:extLst>
          </p:cNvPr>
          <p:cNvCxnSpPr>
            <a:cxnSpLocks/>
          </p:cNvCxnSpPr>
          <p:nvPr/>
        </p:nvCxnSpPr>
        <p:spPr>
          <a:xfrm>
            <a:off x="1769175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3BBCCD2-8A05-EE15-0DB1-A55FFB2832ED}"/>
              </a:ext>
            </a:extLst>
          </p:cNvPr>
          <p:cNvCxnSpPr>
            <a:cxnSpLocks/>
          </p:cNvCxnSpPr>
          <p:nvPr/>
        </p:nvCxnSpPr>
        <p:spPr>
          <a:xfrm>
            <a:off x="2768698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79645A-DBFF-048F-DB8E-40BF780C09C2}"/>
              </a:ext>
            </a:extLst>
          </p:cNvPr>
          <p:cNvCxnSpPr>
            <a:cxnSpLocks/>
          </p:cNvCxnSpPr>
          <p:nvPr/>
        </p:nvCxnSpPr>
        <p:spPr>
          <a:xfrm>
            <a:off x="3474719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4858970-ED31-F9E1-86E1-9A7DB6E86A6A}"/>
              </a:ext>
            </a:extLst>
          </p:cNvPr>
          <p:cNvCxnSpPr>
            <a:cxnSpLocks/>
          </p:cNvCxnSpPr>
          <p:nvPr/>
        </p:nvCxnSpPr>
        <p:spPr>
          <a:xfrm>
            <a:off x="4250308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5941A4F-74D1-67D5-1F8A-6EFC0BD5BC84}"/>
              </a:ext>
            </a:extLst>
          </p:cNvPr>
          <p:cNvCxnSpPr>
            <a:cxnSpLocks/>
          </p:cNvCxnSpPr>
          <p:nvPr/>
        </p:nvCxnSpPr>
        <p:spPr>
          <a:xfrm>
            <a:off x="5226970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BAC783-71CC-D7C3-00E3-F3EC91EC7BC5}"/>
              </a:ext>
            </a:extLst>
          </p:cNvPr>
          <p:cNvCxnSpPr>
            <a:cxnSpLocks/>
          </p:cNvCxnSpPr>
          <p:nvPr/>
        </p:nvCxnSpPr>
        <p:spPr>
          <a:xfrm>
            <a:off x="5932991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F81C5B7-01B3-3AE6-921C-C4E9CF598BA4}"/>
              </a:ext>
            </a:extLst>
          </p:cNvPr>
          <p:cNvCxnSpPr>
            <a:cxnSpLocks/>
          </p:cNvCxnSpPr>
          <p:nvPr/>
        </p:nvCxnSpPr>
        <p:spPr>
          <a:xfrm>
            <a:off x="6386516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A699241-F799-5566-58D2-E672334C692E}"/>
              </a:ext>
            </a:extLst>
          </p:cNvPr>
          <p:cNvCxnSpPr>
            <a:cxnSpLocks/>
          </p:cNvCxnSpPr>
          <p:nvPr/>
        </p:nvCxnSpPr>
        <p:spPr>
          <a:xfrm>
            <a:off x="7357468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DBF968A-C3DB-033B-552B-8FDD2CF0CE06}"/>
              </a:ext>
            </a:extLst>
          </p:cNvPr>
          <p:cNvCxnSpPr>
            <a:cxnSpLocks/>
          </p:cNvCxnSpPr>
          <p:nvPr/>
        </p:nvCxnSpPr>
        <p:spPr>
          <a:xfrm>
            <a:off x="8195953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D0DDA36-4939-B9B0-0402-256FCDEC2F77}"/>
              </a:ext>
            </a:extLst>
          </p:cNvPr>
          <p:cNvCxnSpPr>
            <a:cxnSpLocks/>
          </p:cNvCxnSpPr>
          <p:nvPr/>
        </p:nvCxnSpPr>
        <p:spPr>
          <a:xfrm>
            <a:off x="8792787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0156631-686B-68D0-9BD0-B4C6FB6B1D90}"/>
              </a:ext>
            </a:extLst>
          </p:cNvPr>
          <p:cNvCxnSpPr>
            <a:cxnSpLocks/>
          </p:cNvCxnSpPr>
          <p:nvPr/>
        </p:nvCxnSpPr>
        <p:spPr>
          <a:xfrm>
            <a:off x="9171183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B11CFE-E752-B117-5309-99C6E0151520}"/>
              </a:ext>
            </a:extLst>
          </p:cNvPr>
          <p:cNvCxnSpPr>
            <a:cxnSpLocks/>
          </p:cNvCxnSpPr>
          <p:nvPr/>
        </p:nvCxnSpPr>
        <p:spPr>
          <a:xfrm>
            <a:off x="9856876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4CC757D-32FE-5BD3-C610-465201D7DCB0}"/>
              </a:ext>
            </a:extLst>
          </p:cNvPr>
          <p:cNvCxnSpPr>
            <a:cxnSpLocks/>
          </p:cNvCxnSpPr>
          <p:nvPr/>
        </p:nvCxnSpPr>
        <p:spPr>
          <a:xfrm>
            <a:off x="11004126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080D93-0E64-8D11-3756-B292C06EB6D1}"/>
              </a:ext>
            </a:extLst>
          </p:cNvPr>
          <p:cNvCxnSpPr>
            <a:cxnSpLocks/>
          </p:cNvCxnSpPr>
          <p:nvPr/>
        </p:nvCxnSpPr>
        <p:spPr>
          <a:xfrm>
            <a:off x="11790476" y="1366415"/>
            <a:ext cx="1" cy="2307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B7E03E7D-1BCF-9188-7025-FED969984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414" y="2292331"/>
            <a:ext cx="1636935" cy="163693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DA89352-8655-5E4A-63DE-1325F5FD86DB}"/>
              </a:ext>
            </a:extLst>
          </p:cNvPr>
          <p:cNvSpPr txBox="1"/>
          <p:nvPr/>
        </p:nvSpPr>
        <p:spPr>
          <a:xfrm>
            <a:off x="4264922" y="2630256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cat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609B5B-F22C-8369-BF4F-701504D4622F}"/>
              </a:ext>
            </a:extLst>
          </p:cNvPr>
          <p:cNvSpPr txBox="1"/>
          <p:nvPr/>
        </p:nvSpPr>
        <p:spPr>
          <a:xfrm>
            <a:off x="5340751" y="2636214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dog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415122-4311-ECC6-0EEB-D42B2A7808A9}"/>
              </a:ext>
            </a:extLst>
          </p:cNvPr>
          <p:cNvSpPr txBox="1"/>
          <p:nvPr/>
        </p:nvSpPr>
        <p:spPr>
          <a:xfrm>
            <a:off x="7427816" y="2634340"/>
            <a:ext cx="878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cow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D9CC5B-338F-B90D-28B5-F74E96E4AEF1}"/>
              </a:ext>
            </a:extLst>
          </p:cNvPr>
          <p:cNvSpPr txBox="1"/>
          <p:nvPr/>
        </p:nvSpPr>
        <p:spPr>
          <a:xfrm>
            <a:off x="6380806" y="2636214"/>
            <a:ext cx="1084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bear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AA22B1-E8CF-0425-430A-5BD33E92CC31}"/>
                  </a:ext>
                </a:extLst>
              </p:cNvPr>
              <p:cNvSpPr txBox="1"/>
              <p:nvPr/>
            </p:nvSpPr>
            <p:spPr>
              <a:xfrm>
                <a:off x="4384192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AA22B1-E8CF-0425-430A-5BD33E92C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192" y="3101481"/>
                <a:ext cx="967713" cy="2915542"/>
              </a:xfrm>
              <a:prstGeom prst="rect">
                <a:avLst/>
              </a:prstGeom>
              <a:blipFill>
                <a:blip r:embed="rId6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/>
              <p:nvPr/>
            </p:nvSpPr>
            <p:spPr>
              <a:xfrm>
                <a:off x="5421841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841" y="3101481"/>
                <a:ext cx="967713" cy="2915542"/>
              </a:xfrm>
              <a:prstGeom prst="rect">
                <a:avLst/>
              </a:prstGeom>
              <a:blipFill>
                <a:blip r:embed="rId7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BE88F9-2654-2648-B73D-13FCFDCB2436}"/>
                  </a:ext>
                </a:extLst>
              </p:cNvPr>
              <p:cNvSpPr txBox="1"/>
              <p:nvPr/>
            </p:nvSpPr>
            <p:spPr>
              <a:xfrm>
                <a:off x="7391909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BE88F9-2654-2648-B73D-13FCFDCB2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909" y="3101481"/>
                <a:ext cx="967713" cy="2915542"/>
              </a:xfrm>
              <a:prstGeom prst="rect">
                <a:avLst/>
              </a:prstGeom>
              <a:blipFill>
                <a:blip r:embed="rId8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2DF323D-D89A-8F6C-4500-8F4EA9F978AA}"/>
                  </a:ext>
                </a:extLst>
              </p:cNvPr>
              <p:cNvSpPr txBox="1"/>
              <p:nvPr/>
            </p:nvSpPr>
            <p:spPr>
              <a:xfrm>
                <a:off x="6439012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2DF323D-D89A-8F6C-4500-8F4EA9F97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012" y="3101481"/>
                <a:ext cx="967713" cy="2915542"/>
              </a:xfrm>
              <a:prstGeom prst="rect">
                <a:avLst/>
              </a:prstGeom>
              <a:blipFill>
                <a:blip r:embed="rId9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E99CA281-5E1F-E475-B220-A46F1B02BC5B}"/>
              </a:ext>
            </a:extLst>
          </p:cNvPr>
          <p:cNvSpPr txBox="1"/>
          <p:nvPr/>
        </p:nvSpPr>
        <p:spPr>
          <a:xfrm>
            <a:off x="-125686" y="4039576"/>
            <a:ext cx="38112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One-hot encoding</a:t>
            </a:r>
            <a:endParaRPr lang="en-US" sz="3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5E1AF4-CBD6-86D7-3AEF-4B08BEF16E6A}"/>
              </a:ext>
            </a:extLst>
          </p:cNvPr>
          <p:cNvSpPr txBox="1"/>
          <p:nvPr/>
        </p:nvSpPr>
        <p:spPr>
          <a:xfrm>
            <a:off x="8826185" y="2679541"/>
            <a:ext cx="1084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 err="1"/>
              <a:t>indiv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FDA56BC-402D-3F41-5171-ADFE2901F98C}"/>
                  </a:ext>
                </a:extLst>
              </p:cNvPr>
              <p:cNvSpPr txBox="1"/>
              <p:nvPr/>
            </p:nvSpPr>
            <p:spPr>
              <a:xfrm>
                <a:off x="8925364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FDA56BC-402D-3F41-5171-ADFE2901F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364" y="3101481"/>
                <a:ext cx="967713" cy="2915542"/>
              </a:xfrm>
              <a:prstGeom prst="rect">
                <a:avLst/>
              </a:prstGeom>
              <a:blipFill>
                <a:blip r:embed="rId10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7C5401-8746-FCB7-5E4B-AEFD3E7B86C1}"/>
              </a:ext>
            </a:extLst>
          </p:cNvPr>
          <p:cNvCxnSpPr>
            <a:cxnSpLocks/>
            <a:stCxn id="72" idx="1"/>
          </p:cNvCxnSpPr>
          <p:nvPr/>
        </p:nvCxnSpPr>
        <p:spPr>
          <a:xfrm flipH="1">
            <a:off x="9572353" y="5022757"/>
            <a:ext cx="775719" cy="23809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C8CF455-0872-D35A-2DC8-C2D32CB51936}"/>
              </a:ext>
            </a:extLst>
          </p:cNvPr>
          <p:cNvSpPr txBox="1"/>
          <p:nvPr/>
        </p:nvSpPr>
        <p:spPr>
          <a:xfrm>
            <a:off x="10348072" y="4330259"/>
            <a:ext cx="18439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53740"/>
                </a:solidFill>
                <a:latin typeface="var(--monospace)"/>
              </a:rPr>
              <a:t>Value 1 at 3687</a:t>
            </a:r>
            <a:r>
              <a:rPr lang="en-US" sz="2800" baseline="30000" dirty="0">
                <a:solidFill>
                  <a:srgbClr val="353740"/>
                </a:solidFill>
                <a:latin typeface="var(--monospace)"/>
              </a:rPr>
              <a:t>th</a:t>
            </a:r>
            <a:r>
              <a:rPr lang="en-US" sz="2800" dirty="0">
                <a:solidFill>
                  <a:srgbClr val="353740"/>
                </a:solidFill>
                <a:latin typeface="var(--monospace)"/>
              </a:rPr>
              <a:t> entry</a:t>
            </a:r>
            <a:endParaRPr lang="en-US" sz="28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5956215-4100-8B31-F722-9B3744DF2A1E}"/>
              </a:ext>
            </a:extLst>
          </p:cNvPr>
          <p:cNvCxnSpPr>
            <a:cxnSpLocks/>
          </p:cNvCxnSpPr>
          <p:nvPr/>
        </p:nvCxnSpPr>
        <p:spPr>
          <a:xfrm flipV="1">
            <a:off x="3976677" y="3215031"/>
            <a:ext cx="0" cy="268127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92A426-BE1A-86C6-4F4D-7404741B05C4}"/>
                  </a:ext>
                </a:extLst>
              </p:cNvPr>
              <p:cNvSpPr txBox="1"/>
              <p:nvPr/>
            </p:nvSpPr>
            <p:spPr>
              <a:xfrm>
                <a:off x="2967756" y="4707675"/>
                <a:ext cx="156256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r>
                  <a:rPr lang="en-US" sz="2800" dirty="0"/>
                  <a:t> tokens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92A426-BE1A-86C6-4F4D-7404741B0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756" y="4707675"/>
                <a:ext cx="1562568" cy="523220"/>
              </a:xfrm>
              <a:prstGeom prst="rect">
                <a:avLst/>
              </a:prstGeom>
              <a:blipFill>
                <a:blip r:embed="rId11"/>
                <a:stretch>
                  <a:fillRect t="-11905" r="-4032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886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5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0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9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2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5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1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4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2" presetClass="entr" presetSubtype="8" accel="50000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1" dur="1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92" dur="1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7" fill="hold">
                          <p:stCondLst>
                            <p:cond delay="indefinite"/>
                          </p:stCondLst>
                          <p:childTnLst>
                            <p:par>
                              <p:cTn id="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5" fill="hold">
                          <p:stCondLst>
                            <p:cond delay="indefinite"/>
                          </p:stCondLst>
                          <p:childTnLst>
                            <p:par>
                              <p:cTn id="1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5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6" fill="hold">
                          <p:stCondLst>
                            <p:cond delay="indefinite"/>
                          </p:stCondLst>
                          <p:childTnLst>
                            <p:par>
                              <p:cTn id="1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8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2" grpId="0" animBg="1"/>
          <p:bldP spid="15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52" grpId="0"/>
          <p:bldP spid="53" grpId="0"/>
          <p:bldP spid="54" grpId="0"/>
          <p:bldP spid="55" grpId="0"/>
          <p:bldP spid="58" grpId="0"/>
          <p:bldP spid="59" grpId="0"/>
          <p:bldP spid="60" grpId="0"/>
          <p:bldP spid="61" grpId="0"/>
          <p:bldP spid="62" grpId="0"/>
          <p:bldP spid="63" grpId="0"/>
          <p:bldP spid="64" grpId="0"/>
          <p:bldP spid="72" grpId="0"/>
          <p:bldP spid="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5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0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9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2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5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1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4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2" presetClass="entr" presetSubtype="8" ac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1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" dur="1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7" fill="hold">
                          <p:stCondLst>
                            <p:cond delay="indefinite"/>
                          </p:stCondLst>
                          <p:childTnLst>
                            <p:par>
                              <p:cTn id="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5" fill="hold">
                          <p:stCondLst>
                            <p:cond delay="indefinite"/>
                          </p:stCondLst>
                          <p:childTnLst>
                            <p:par>
                              <p:cTn id="1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5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6" fill="hold">
                          <p:stCondLst>
                            <p:cond delay="indefinite"/>
                          </p:stCondLst>
                          <p:childTnLst>
                            <p:par>
                              <p:cTn id="1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8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2" grpId="0" animBg="1"/>
          <p:bldP spid="15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52" grpId="0"/>
          <p:bldP spid="53" grpId="0"/>
          <p:bldP spid="54" grpId="0"/>
          <p:bldP spid="55" grpId="0"/>
          <p:bldP spid="58" grpId="0"/>
          <p:bldP spid="59" grpId="0"/>
          <p:bldP spid="60" grpId="0"/>
          <p:bldP spid="61" grpId="0"/>
          <p:bldP spid="62" grpId="0"/>
          <p:bldP spid="63" grpId="0"/>
          <p:bldP spid="64" grpId="0"/>
          <p:bldP spid="72" grpId="0"/>
          <p:bldP spid="6" grpId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390011" y="-1645645"/>
            <a:ext cx="9444369" cy="157443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4890254" y="-1243151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6BF4A-1CC7-B2A0-AACE-1F124E05C279}"/>
              </a:ext>
            </a:extLst>
          </p:cNvPr>
          <p:cNvSpPr txBox="1"/>
          <p:nvPr/>
        </p:nvSpPr>
        <p:spPr>
          <a:xfrm>
            <a:off x="12192" y="663277"/>
            <a:ext cx="5323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TOKEN EMBEDDING</a:t>
            </a:r>
            <a:endParaRPr lang="en-US" sz="32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A89352-8655-5E4A-63DE-1325F5FD86DB}"/>
              </a:ext>
            </a:extLst>
          </p:cNvPr>
          <p:cNvSpPr txBox="1"/>
          <p:nvPr/>
        </p:nvSpPr>
        <p:spPr>
          <a:xfrm>
            <a:off x="4264922" y="2630256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cat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609B5B-F22C-8369-BF4F-701504D4622F}"/>
              </a:ext>
            </a:extLst>
          </p:cNvPr>
          <p:cNvSpPr txBox="1"/>
          <p:nvPr/>
        </p:nvSpPr>
        <p:spPr>
          <a:xfrm>
            <a:off x="5340751" y="2636214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dog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415122-4311-ECC6-0EEB-D42B2A7808A9}"/>
              </a:ext>
            </a:extLst>
          </p:cNvPr>
          <p:cNvSpPr txBox="1"/>
          <p:nvPr/>
        </p:nvSpPr>
        <p:spPr>
          <a:xfrm>
            <a:off x="7427816" y="2634340"/>
            <a:ext cx="878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cow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D9CC5B-338F-B90D-28B5-F74E96E4AEF1}"/>
              </a:ext>
            </a:extLst>
          </p:cNvPr>
          <p:cNvSpPr txBox="1"/>
          <p:nvPr/>
        </p:nvSpPr>
        <p:spPr>
          <a:xfrm>
            <a:off x="6380806" y="2636214"/>
            <a:ext cx="1084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bear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AA22B1-E8CF-0425-430A-5BD33E92CC31}"/>
                  </a:ext>
                </a:extLst>
              </p:cNvPr>
              <p:cNvSpPr txBox="1"/>
              <p:nvPr/>
            </p:nvSpPr>
            <p:spPr>
              <a:xfrm>
                <a:off x="4384192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AA22B1-E8CF-0425-430A-5BD33E92C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192" y="3101481"/>
                <a:ext cx="967713" cy="2915542"/>
              </a:xfrm>
              <a:prstGeom prst="rect">
                <a:avLst/>
              </a:prstGeom>
              <a:blipFill>
                <a:blip r:embed="rId3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/>
              <p:nvPr/>
            </p:nvSpPr>
            <p:spPr>
              <a:xfrm>
                <a:off x="5421841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841" y="3101481"/>
                <a:ext cx="967713" cy="2915542"/>
              </a:xfrm>
              <a:prstGeom prst="rect">
                <a:avLst/>
              </a:prstGeom>
              <a:blipFill>
                <a:blip r:embed="rId4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BE88F9-2654-2648-B73D-13FCFDCB2436}"/>
                  </a:ext>
                </a:extLst>
              </p:cNvPr>
              <p:cNvSpPr txBox="1"/>
              <p:nvPr/>
            </p:nvSpPr>
            <p:spPr>
              <a:xfrm>
                <a:off x="7391909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BE88F9-2654-2648-B73D-13FCFDCB2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909" y="3101481"/>
                <a:ext cx="967713" cy="2915542"/>
              </a:xfrm>
              <a:prstGeom prst="rect">
                <a:avLst/>
              </a:prstGeom>
              <a:blipFill>
                <a:blip r:embed="rId5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2DF323D-D89A-8F6C-4500-8F4EA9F978AA}"/>
                  </a:ext>
                </a:extLst>
              </p:cNvPr>
              <p:cNvSpPr txBox="1"/>
              <p:nvPr/>
            </p:nvSpPr>
            <p:spPr>
              <a:xfrm>
                <a:off x="6439012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2DF323D-D89A-8F6C-4500-8F4EA9F97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012" y="3101481"/>
                <a:ext cx="967713" cy="2915542"/>
              </a:xfrm>
              <a:prstGeom prst="rect">
                <a:avLst/>
              </a:prstGeom>
              <a:blipFill>
                <a:blip r:embed="rId6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B05E1AF4-CBD6-86D7-3AEF-4B08BEF16E6A}"/>
              </a:ext>
            </a:extLst>
          </p:cNvPr>
          <p:cNvSpPr txBox="1"/>
          <p:nvPr/>
        </p:nvSpPr>
        <p:spPr>
          <a:xfrm>
            <a:off x="8826185" y="2679541"/>
            <a:ext cx="1084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 err="1"/>
              <a:t>indiv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FDA56BC-402D-3F41-5171-ADFE2901F98C}"/>
                  </a:ext>
                </a:extLst>
              </p:cNvPr>
              <p:cNvSpPr txBox="1"/>
              <p:nvPr/>
            </p:nvSpPr>
            <p:spPr>
              <a:xfrm>
                <a:off x="8925364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FDA56BC-402D-3F41-5171-ADFE2901F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364" y="3101481"/>
                <a:ext cx="967713" cy="2915542"/>
              </a:xfrm>
              <a:prstGeom prst="rect">
                <a:avLst/>
              </a:prstGeom>
              <a:blipFill>
                <a:blip r:embed="rId7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7C5401-8746-FCB7-5E4B-AEFD3E7B86C1}"/>
              </a:ext>
            </a:extLst>
          </p:cNvPr>
          <p:cNvCxnSpPr>
            <a:cxnSpLocks/>
            <a:stCxn id="72" idx="1"/>
          </p:cNvCxnSpPr>
          <p:nvPr/>
        </p:nvCxnSpPr>
        <p:spPr>
          <a:xfrm flipH="1">
            <a:off x="9572353" y="5022757"/>
            <a:ext cx="775719" cy="23809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C8CF455-0872-D35A-2DC8-C2D32CB51936}"/>
              </a:ext>
            </a:extLst>
          </p:cNvPr>
          <p:cNvSpPr txBox="1"/>
          <p:nvPr/>
        </p:nvSpPr>
        <p:spPr>
          <a:xfrm>
            <a:off x="10348072" y="4330259"/>
            <a:ext cx="18439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53740"/>
                </a:solidFill>
                <a:latin typeface="var(--monospace)"/>
              </a:rPr>
              <a:t>Value 1 at 3687</a:t>
            </a:r>
            <a:r>
              <a:rPr lang="en-US" sz="2800" baseline="30000" dirty="0">
                <a:solidFill>
                  <a:srgbClr val="353740"/>
                </a:solidFill>
                <a:latin typeface="var(--monospace)"/>
              </a:rPr>
              <a:t>th</a:t>
            </a:r>
            <a:r>
              <a:rPr lang="en-US" sz="2800" dirty="0">
                <a:solidFill>
                  <a:srgbClr val="353740"/>
                </a:solidFill>
                <a:latin typeface="var(--monospace)"/>
              </a:rPr>
              <a:t> entry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4C7190-F3D6-CB6C-2B29-CF774CD838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7092" y="4800854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DE9413-F92E-9E88-5C78-A849EAA7EF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001" y="2749467"/>
            <a:ext cx="914400" cy="914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07CB123-B2DE-66EC-7E40-492ACB1AD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9721" y="2749467"/>
            <a:ext cx="914400" cy="91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2BE6FE1-92B0-9E15-4AB8-445344D55C23}"/>
              </a:ext>
            </a:extLst>
          </p:cNvPr>
          <p:cNvSpPr txBox="1"/>
          <p:nvPr/>
        </p:nvSpPr>
        <p:spPr>
          <a:xfrm>
            <a:off x="-125686" y="1786698"/>
            <a:ext cx="38112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One-hot encoding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BD4E9-6A2C-D0DD-2C55-493B14902F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311001" y="480364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92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390011" y="-1645645"/>
            <a:ext cx="9444369" cy="157443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4890254" y="-1243151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A89352-8655-5E4A-63DE-1325F5FD86DB}"/>
              </a:ext>
            </a:extLst>
          </p:cNvPr>
          <p:cNvSpPr txBox="1"/>
          <p:nvPr/>
        </p:nvSpPr>
        <p:spPr>
          <a:xfrm>
            <a:off x="4264922" y="2630256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cat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609B5B-F22C-8369-BF4F-701504D4622F}"/>
              </a:ext>
            </a:extLst>
          </p:cNvPr>
          <p:cNvSpPr txBox="1"/>
          <p:nvPr/>
        </p:nvSpPr>
        <p:spPr>
          <a:xfrm>
            <a:off x="5340751" y="2636214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dog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415122-4311-ECC6-0EEB-D42B2A7808A9}"/>
              </a:ext>
            </a:extLst>
          </p:cNvPr>
          <p:cNvSpPr txBox="1"/>
          <p:nvPr/>
        </p:nvSpPr>
        <p:spPr>
          <a:xfrm>
            <a:off x="7427816" y="2634340"/>
            <a:ext cx="878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cow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D9CC5B-338F-B90D-28B5-F74E96E4AEF1}"/>
              </a:ext>
            </a:extLst>
          </p:cNvPr>
          <p:cNvSpPr txBox="1"/>
          <p:nvPr/>
        </p:nvSpPr>
        <p:spPr>
          <a:xfrm>
            <a:off x="6380806" y="2636214"/>
            <a:ext cx="1084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bear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AA22B1-E8CF-0425-430A-5BD33E92CC31}"/>
                  </a:ext>
                </a:extLst>
              </p:cNvPr>
              <p:cNvSpPr txBox="1"/>
              <p:nvPr/>
            </p:nvSpPr>
            <p:spPr>
              <a:xfrm>
                <a:off x="4384192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AA22B1-E8CF-0425-430A-5BD33E92C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192" y="3101481"/>
                <a:ext cx="967713" cy="2915542"/>
              </a:xfrm>
              <a:prstGeom prst="rect">
                <a:avLst/>
              </a:prstGeom>
              <a:blipFill>
                <a:blip r:embed="rId3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/>
              <p:nvPr/>
            </p:nvSpPr>
            <p:spPr>
              <a:xfrm>
                <a:off x="5421841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841" y="3101481"/>
                <a:ext cx="967713" cy="2915542"/>
              </a:xfrm>
              <a:prstGeom prst="rect">
                <a:avLst/>
              </a:prstGeom>
              <a:blipFill>
                <a:blip r:embed="rId4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BE88F9-2654-2648-B73D-13FCFDCB2436}"/>
                  </a:ext>
                </a:extLst>
              </p:cNvPr>
              <p:cNvSpPr txBox="1"/>
              <p:nvPr/>
            </p:nvSpPr>
            <p:spPr>
              <a:xfrm>
                <a:off x="7391909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BE88F9-2654-2648-B73D-13FCFDCB2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909" y="3101481"/>
                <a:ext cx="967713" cy="2915542"/>
              </a:xfrm>
              <a:prstGeom prst="rect">
                <a:avLst/>
              </a:prstGeom>
              <a:blipFill>
                <a:blip r:embed="rId5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2DF323D-D89A-8F6C-4500-8F4EA9F978AA}"/>
                  </a:ext>
                </a:extLst>
              </p:cNvPr>
              <p:cNvSpPr txBox="1"/>
              <p:nvPr/>
            </p:nvSpPr>
            <p:spPr>
              <a:xfrm>
                <a:off x="6439012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2DF323D-D89A-8F6C-4500-8F4EA9F97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012" y="3101481"/>
                <a:ext cx="967713" cy="2915542"/>
              </a:xfrm>
              <a:prstGeom prst="rect">
                <a:avLst/>
              </a:prstGeom>
              <a:blipFill>
                <a:blip r:embed="rId6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B05E1AF4-CBD6-86D7-3AEF-4B08BEF16E6A}"/>
              </a:ext>
            </a:extLst>
          </p:cNvPr>
          <p:cNvSpPr txBox="1"/>
          <p:nvPr/>
        </p:nvSpPr>
        <p:spPr>
          <a:xfrm>
            <a:off x="8826185" y="2679541"/>
            <a:ext cx="1084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 err="1"/>
              <a:t>indiv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FDA56BC-402D-3F41-5171-ADFE2901F98C}"/>
                  </a:ext>
                </a:extLst>
              </p:cNvPr>
              <p:cNvSpPr txBox="1"/>
              <p:nvPr/>
            </p:nvSpPr>
            <p:spPr>
              <a:xfrm>
                <a:off x="8925364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FDA56BC-402D-3F41-5171-ADFE2901F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364" y="3101481"/>
                <a:ext cx="967713" cy="2915542"/>
              </a:xfrm>
              <a:prstGeom prst="rect">
                <a:avLst/>
              </a:prstGeom>
              <a:blipFill>
                <a:blip r:embed="rId7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7C5401-8746-FCB7-5E4B-AEFD3E7B86C1}"/>
              </a:ext>
            </a:extLst>
          </p:cNvPr>
          <p:cNvCxnSpPr>
            <a:cxnSpLocks/>
            <a:stCxn id="72" idx="1"/>
          </p:cNvCxnSpPr>
          <p:nvPr/>
        </p:nvCxnSpPr>
        <p:spPr>
          <a:xfrm flipH="1">
            <a:off x="9572353" y="5022757"/>
            <a:ext cx="775719" cy="23809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C8CF455-0872-D35A-2DC8-C2D32CB51936}"/>
              </a:ext>
            </a:extLst>
          </p:cNvPr>
          <p:cNvSpPr txBox="1"/>
          <p:nvPr/>
        </p:nvSpPr>
        <p:spPr>
          <a:xfrm>
            <a:off x="10348072" y="4330259"/>
            <a:ext cx="18439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53740"/>
                </a:solidFill>
                <a:latin typeface="var(--monospace)"/>
              </a:rPr>
              <a:t>Value 1 at 3687</a:t>
            </a:r>
            <a:r>
              <a:rPr lang="en-US" sz="2800" baseline="30000" dirty="0">
                <a:solidFill>
                  <a:srgbClr val="353740"/>
                </a:solidFill>
                <a:latin typeface="var(--monospace)"/>
              </a:rPr>
              <a:t>th</a:t>
            </a:r>
            <a:r>
              <a:rPr lang="en-US" sz="2800" dirty="0">
                <a:solidFill>
                  <a:srgbClr val="353740"/>
                </a:solidFill>
                <a:latin typeface="var(--monospace)"/>
              </a:rPr>
              <a:t> entry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4C7190-F3D6-CB6C-2B29-CF774CD838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908" y="2604777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DE9413-F92E-9E88-5C78-A849EAA7EF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87" y="2980588"/>
            <a:ext cx="914400" cy="914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07CB123-B2DE-66EC-7E40-492ACB1AD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1588" y="4227403"/>
            <a:ext cx="914400" cy="9144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760E87-AE1E-1B99-639B-34651159539B}"/>
              </a:ext>
            </a:extLst>
          </p:cNvPr>
          <p:cNvCxnSpPr/>
          <p:nvPr/>
        </p:nvCxnSpPr>
        <p:spPr>
          <a:xfrm>
            <a:off x="311001" y="4157472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9A9A62-CBCE-1D69-C6E6-F05E1BEF2A7C}"/>
              </a:ext>
            </a:extLst>
          </p:cNvPr>
          <p:cNvCxnSpPr>
            <a:cxnSpLocks/>
          </p:cNvCxnSpPr>
          <p:nvPr/>
        </p:nvCxnSpPr>
        <p:spPr>
          <a:xfrm flipV="1">
            <a:off x="2011785" y="2420283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5394CA1-AA4D-A808-4496-6BFAED9B5F07}"/>
              </a:ext>
            </a:extLst>
          </p:cNvPr>
          <p:cNvSpPr txBox="1"/>
          <p:nvPr/>
        </p:nvSpPr>
        <p:spPr>
          <a:xfrm>
            <a:off x="311001" y="5925973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5A49507-DEDA-575E-C3DC-CCC04230087B}"/>
              </a:ext>
            </a:extLst>
          </p:cNvPr>
          <p:cNvCxnSpPr>
            <a:cxnSpLocks/>
          </p:cNvCxnSpPr>
          <p:nvPr/>
        </p:nvCxnSpPr>
        <p:spPr>
          <a:xfrm flipH="1" flipV="1">
            <a:off x="622377" y="3964918"/>
            <a:ext cx="1389408" cy="192554"/>
          </a:xfrm>
          <a:prstGeom prst="straightConnector1">
            <a:avLst/>
          </a:prstGeom>
          <a:ln w="19050">
            <a:solidFill>
              <a:srgbClr val="FFBA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0C56BEF-BC5E-9A05-843C-BCD11B3DA784}"/>
              </a:ext>
            </a:extLst>
          </p:cNvPr>
          <p:cNvCxnSpPr>
            <a:cxnSpLocks/>
          </p:cNvCxnSpPr>
          <p:nvPr/>
        </p:nvCxnSpPr>
        <p:spPr>
          <a:xfrm flipH="1" flipV="1">
            <a:off x="1572768" y="3489469"/>
            <a:ext cx="439017" cy="668003"/>
          </a:xfrm>
          <a:prstGeom prst="straightConnector1">
            <a:avLst/>
          </a:prstGeom>
          <a:ln w="19050">
            <a:solidFill>
              <a:srgbClr val="F29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77597AB-3573-5111-5D54-5851A0B057FB}"/>
              </a:ext>
            </a:extLst>
          </p:cNvPr>
          <p:cNvCxnSpPr>
            <a:cxnSpLocks/>
          </p:cNvCxnSpPr>
          <p:nvPr/>
        </p:nvCxnSpPr>
        <p:spPr>
          <a:xfrm>
            <a:off x="2011785" y="4157472"/>
            <a:ext cx="467944" cy="925972"/>
          </a:xfrm>
          <a:prstGeom prst="straightConnector1">
            <a:avLst/>
          </a:prstGeom>
          <a:ln w="19050">
            <a:solidFill>
              <a:srgbClr val="4989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E2FBCEC-9AE0-609B-D003-164EBE45BFB8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2011785" y="4157472"/>
            <a:ext cx="1049803" cy="527131"/>
          </a:xfrm>
          <a:prstGeom prst="straightConnector1">
            <a:avLst/>
          </a:prstGeom>
          <a:ln w="19050">
            <a:solidFill>
              <a:srgbClr val="FA85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3C609CB-BB3C-2D8E-302D-20FEC6CC3C2B}"/>
              </a:ext>
            </a:extLst>
          </p:cNvPr>
          <p:cNvSpPr txBox="1"/>
          <p:nvPr/>
        </p:nvSpPr>
        <p:spPr>
          <a:xfrm>
            <a:off x="12192" y="663277"/>
            <a:ext cx="5323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TOKEN EMBEDDING</a:t>
            </a:r>
            <a:endParaRPr lang="en-US" sz="32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C89EB7-9B70-B6B7-4D56-9DFCADCF16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2283589" y="48480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68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56407-6416-800D-242D-0AF0DD316E09}"/>
              </a:ext>
            </a:extLst>
          </p:cNvPr>
          <p:cNvCxnSpPr>
            <a:cxnSpLocks/>
          </p:cNvCxnSpPr>
          <p:nvPr/>
        </p:nvCxnSpPr>
        <p:spPr>
          <a:xfrm>
            <a:off x="7451163" y="3760844"/>
            <a:ext cx="0" cy="17096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50D35D-516F-D8CB-CC41-F9D0AA261F28}"/>
              </a:ext>
            </a:extLst>
          </p:cNvPr>
          <p:cNvCxnSpPr/>
          <p:nvPr/>
        </p:nvCxnSpPr>
        <p:spPr>
          <a:xfrm>
            <a:off x="7843101" y="3570871"/>
            <a:ext cx="22617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390011" y="-1645645"/>
            <a:ext cx="9444369" cy="157443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4890254" y="-1243151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Encoders</a:t>
            </a:r>
            <a:endParaRPr lang="en-US" sz="4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609B5B-F22C-8369-BF4F-701504D4622F}"/>
              </a:ext>
            </a:extLst>
          </p:cNvPr>
          <p:cNvSpPr txBox="1"/>
          <p:nvPr/>
        </p:nvSpPr>
        <p:spPr>
          <a:xfrm>
            <a:off x="10104807" y="2636214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dog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/>
              <p:nvPr/>
            </p:nvSpPr>
            <p:spPr>
              <a:xfrm>
                <a:off x="10185897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897" y="3101481"/>
                <a:ext cx="967713" cy="2915542"/>
              </a:xfrm>
              <a:prstGeom prst="rect">
                <a:avLst/>
              </a:prstGeom>
              <a:blipFill>
                <a:blip r:embed="rId3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934C7190-F3D6-CB6C-2B29-CF774CD83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908" y="2604777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DE9413-F92E-9E88-5C78-A849EAA7E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7" y="2980588"/>
            <a:ext cx="914400" cy="914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07CB123-B2DE-66EC-7E40-492ACB1AD8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1588" y="4227403"/>
            <a:ext cx="914400" cy="9144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760E87-AE1E-1B99-639B-34651159539B}"/>
              </a:ext>
            </a:extLst>
          </p:cNvPr>
          <p:cNvCxnSpPr/>
          <p:nvPr/>
        </p:nvCxnSpPr>
        <p:spPr>
          <a:xfrm>
            <a:off x="311001" y="4157472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9A9A62-CBCE-1D69-C6E6-F05E1BEF2A7C}"/>
              </a:ext>
            </a:extLst>
          </p:cNvPr>
          <p:cNvCxnSpPr>
            <a:cxnSpLocks/>
          </p:cNvCxnSpPr>
          <p:nvPr/>
        </p:nvCxnSpPr>
        <p:spPr>
          <a:xfrm flipV="1">
            <a:off x="2011785" y="2420283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5394CA1-AA4D-A808-4496-6BFAED9B5F07}"/>
              </a:ext>
            </a:extLst>
          </p:cNvPr>
          <p:cNvSpPr txBox="1"/>
          <p:nvPr/>
        </p:nvSpPr>
        <p:spPr>
          <a:xfrm>
            <a:off x="311001" y="5925973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5A49507-DEDA-575E-C3DC-CCC04230087B}"/>
              </a:ext>
            </a:extLst>
          </p:cNvPr>
          <p:cNvCxnSpPr>
            <a:cxnSpLocks/>
          </p:cNvCxnSpPr>
          <p:nvPr/>
        </p:nvCxnSpPr>
        <p:spPr>
          <a:xfrm flipH="1" flipV="1">
            <a:off x="622377" y="3964918"/>
            <a:ext cx="1389408" cy="192554"/>
          </a:xfrm>
          <a:prstGeom prst="straightConnector1">
            <a:avLst/>
          </a:prstGeom>
          <a:ln w="19050">
            <a:solidFill>
              <a:srgbClr val="FFBA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0C56BEF-BC5E-9A05-843C-BCD11B3DA784}"/>
              </a:ext>
            </a:extLst>
          </p:cNvPr>
          <p:cNvCxnSpPr>
            <a:cxnSpLocks/>
          </p:cNvCxnSpPr>
          <p:nvPr/>
        </p:nvCxnSpPr>
        <p:spPr>
          <a:xfrm flipH="1" flipV="1">
            <a:off x="1572768" y="3489469"/>
            <a:ext cx="439017" cy="668003"/>
          </a:xfrm>
          <a:prstGeom prst="straightConnector1">
            <a:avLst/>
          </a:prstGeom>
          <a:ln w="19050">
            <a:solidFill>
              <a:srgbClr val="F29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E2FBCEC-9AE0-609B-D003-164EBE45BFB8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2011785" y="4157472"/>
            <a:ext cx="1049803" cy="527131"/>
          </a:xfrm>
          <a:prstGeom prst="straightConnector1">
            <a:avLst/>
          </a:prstGeom>
          <a:ln w="19050">
            <a:solidFill>
              <a:srgbClr val="FA85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37ED22D-1EAB-C077-20BF-6671DC3A7B3B}"/>
              </a:ext>
            </a:extLst>
          </p:cNvPr>
          <p:cNvGrpSpPr/>
          <p:nvPr/>
        </p:nvGrpSpPr>
        <p:grpSpPr>
          <a:xfrm>
            <a:off x="7740153" y="3553163"/>
            <a:ext cx="2488412" cy="2070823"/>
            <a:chOff x="7275442" y="3553163"/>
            <a:chExt cx="2488412" cy="20708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8542B32-A344-A883-201D-C0FCE0BEBD29}"/>
                    </a:ext>
                  </a:extLst>
                </p:cNvPr>
                <p:cNvSpPr txBox="1"/>
                <p:nvPr/>
              </p:nvSpPr>
              <p:spPr>
                <a:xfrm>
                  <a:off x="7275442" y="3553163"/>
                  <a:ext cx="2488412" cy="20708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8542B32-A344-A883-201D-C0FCE0BEBD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5442" y="3553163"/>
                  <a:ext cx="2488412" cy="2070823"/>
                </a:xfrm>
                <a:prstGeom prst="rect">
                  <a:avLst/>
                </a:prstGeom>
                <a:blipFill>
                  <a:blip r:embed="rId8"/>
                  <a:stretch>
                    <a:fillRect l="-35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C595B49-5E7C-5C19-6638-84EC5AD9AB8D}"/>
                    </a:ext>
                  </a:extLst>
                </p:cNvPr>
                <p:cNvSpPr txBox="1"/>
                <p:nvPr/>
              </p:nvSpPr>
              <p:spPr>
                <a:xfrm>
                  <a:off x="7572964" y="3639752"/>
                  <a:ext cx="1794287" cy="18212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C595B49-5E7C-5C19-6638-84EC5AD9AB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964" y="3639752"/>
                  <a:ext cx="1794287" cy="1821268"/>
                </a:xfrm>
                <a:prstGeom prst="rect">
                  <a:avLst/>
                </a:prstGeom>
                <a:blipFill>
                  <a:blip r:embed="rId9"/>
                  <a:stretch>
                    <a:fillRect l="-23239" r="-28873" b="-131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7D62A4-215C-390C-7A5C-81D21F1E81FC}"/>
                  </a:ext>
                </a:extLst>
              </p:cNvPr>
              <p:cNvSpPr txBox="1"/>
              <p:nvPr/>
            </p:nvSpPr>
            <p:spPr>
              <a:xfrm>
                <a:off x="8243974" y="3291553"/>
                <a:ext cx="156256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r>
                  <a:rPr lang="en-US" sz="2800" dirty="0"/>
                  <a:t> tokens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7D62A4-215C-390C-7A5C-81D21F1E8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974" y="3291553"/>
                <a:ext cx="1562568" cy="523220"/>
              </a:xfrm>
              <a:prstGeom prst="rect">
                <a:avLst/>
              </a:prstGeom>
              <a:blipFill>
                <a:blip r:embed="rId10"/>
                <a:stretch>
                  <a:fillRect t="-14286" r="-4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F9107DB-4D2B-5F96-C7BC-724CDA9A9738}"/>
                  </a:ext>
                </a:extLst>
              </p:cNvPr>
              <p:cNvSpPr txBox="1"/>
              <p:nvPr/>
            </p:nvSpPr>
            <p:spPr>
              <a:xfrm>
                <a:off x="7229957" y="4326964"/>
                <a:ext cx="42760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F9107DB-4D2B-5F96-C7BC-724CDA9A9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957" y="4326964"/>
                <a:ext cx="427609" cy="523220"/>
              </a:xfrm>
              <a:prstGeom prst="rect">
                <a:avLst/>
              </a:prstGeom>
              <a:blipFill>
                <a:blip r:embed="rId11"/>
                <a:stretch>
                  <a:fillRect l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048C5057-DFE2-ADFA-C4BB-A28443E9C89C}"/>
              </a:ext>
            </a:extLst>
          </p:cNvPr>
          <p:cNvSpPr txBox="1"/>
          <p:nvPr/>
        </p:nvSpPr>
        <p:spPr>
          <a:xfrm>
            <a:off x="7926692" y="5918936"/>
            <a:ext cx="2531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Matrix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3ABFFF-6667-548F-92BA-409256DFAA6A}"/>
                  </a:ext>
                </a:extLst>
              </p:cNvPr>
              <p:cNvSpPr txBox="1"/>
              <p:nvPr/>
            </p:nvSpPr>
            <p:spPr>
              <a:xfrm>
                <a:off x="5693365" y="3553163"/>
                <a:ext cx="967713" cy="20708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2.7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1.2</m:t>
                              </m:r>
                            </m:e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3ABFFF-6667-548F-92BA-409256DF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365" y="3553163"/>
                <a:ext cx="967713" cy="2070823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7476F32-57F1-97BA-1511-E959AA9E5F48}"/>
                  </a:ext>
                </a:extLst>
              </p:cNvPr>
              <p:cNvSpPr txBox="1"/>
              <p:nvPr/>
            </p:nvSpPr>
            <p:spPr>
              <a:xfrm>
                <a:off x="6786449" y="4297642"/>
                <a:ext cx="4612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7476F32-57F1-97BA-1511-E959AA9E5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449" y="4297642"/>
                <a:ext cx="461266" cy="523220"/>
              </a:xfrm>
              <a:prstGeom prst="rect">
                <a:avLst/>
              </a:prstGeom>
              <a:blipFill>
                <a:blip r:embed="rId13"/>
                <a:stretch>
                  <a:fillRect l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B76112B0-054C-9A34-6634-917150A70617}"/>
              </a:ext>
            </a:extLst>
          </p:cNvPr>
          <p:cNvSpPr txBox="1"/>
          <p:nvPr/>
        </p:nvSpPr>
        <p:spPr>
          <a:xfrm>
            <a:off x="5054477" y="5925273"/>
            <a:ext cx="2331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 token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910E0C-9FF5-28A9-8830-B249A5F737EC}"/>
              </a:ext>
            </a:extLst>
          </p:cNvPr>
          <p:cNvSpPr txBox="1"/>
          <p:nvPr/>
        </p:nvSpPr>
        <p:spPr>
          <a:xfrm>
            <a:off x="12192" y="663277"/>
            <a:ext cx="5323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TOKEN EMBEDDING</a:t>
            </a:r>
            <a:endParaRPr lang="en-US" sz="32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50DD8-C196-6C09-9FFB-AD13B86365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2283589" y="4848088"/>
            <a:ext cx="914400" cy="9144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1C8A00-21FC-2933-B990-35D70F905638}"/>
              </a:ext>
            </a:extLst>
          </p:cNvPr>
          <p:cNvCxnSpPr>
            <a:cxnSpLocks/>
          </p:cNvCxnSpPr>
          <p:nvPr/>
        </p:nvCxnSpPr>
        <p:spPr>
          <a:xfrm>
            <a:off x="5541999" y="3760844"/>
            <a:ext cx="0" cy="17096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E9DEF9-A6E8-FF4D-A599-93BB3A6F5654}"/>
                  </a:ext>
                </a:extLst>
              </p:cNvPr>
              <p:cNvSpPr txBox="1"/>
              <p:nvPr/>
            </p:nvSpPr>
            <p:spPr>
              <a:xfrm>
                <a:off x="5320793" y="4326964"/>
                <a:ext cx="42760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E9DEF9-A6E8-FF4D-A599-93BB3A6F5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793" y="4326964"/>
                <a:ext cx="427609" cy="523220"/>
              </a:xfrm>
              <a:prstGeom prst="rect">
                <a:avLst/>
              </a:prstGeom>
              <a:blipFill>
                <a:blip r:embed="rId15"/>
                <a:stretch>
                  <a:fillRect l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196FE6-3584-4C0C-00B4-1AF893970537}"/>
              </a:ext>
            </a:extLst>
          </p:cNvPr>
          <p:cNvCxnSpPr>
            <a:cxnSpLocks/>
          </p:cNvCxnSpPr>
          <p:nvPr/>
        </p:nvCxnSpPr>
        <p:spPr>
          <a:xfrm>
            <a:off x="2011785" y="4157472"/>
            <a:ext cx="467944" cy="925972"/>
          </a:xfrm>
          <a:prstGeom prst="straightConnector1">
            <a:avLst/>
          </a:prstGeom>
          <a:ln w="19050">
            <a:solidFill>
              <a:srgbClr val="4989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612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1" grpId="0" animBg="1"/>
      <p:bldP spid="56" grpId="0"/>
      <p:bldP spid="62" grpId="0"/>
      <p:bldP spid="65" grpId="0"/>
      <p:bldP spid="69" grpId="0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61609B5B-F22C-8369-BF4F-701504D4622F}"/>
              </a:ext>
            </a:extLst>
          </p:cNvPr>
          <p:cNvSpPr txBox="1"/>
          <p:nvPr/>
        </p:nvSpPr>
        <p:spPr>
          <a:xfrm>
            <a:off x="10104807" y="2636214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dog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/>
              <p:nvPr/>
            </p:nvSpPr>
            <p:spPr>
              <a:xfrm>
                <a:off x="10185897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897" y="3101481"/>
                <a:ext cx="967713" cy="2915542"/>
              </a:xfrm>
              <a:prstGeom prst="rect">
                <a:avLst/>
              </a:prstGeom>
              <a:blipFill>
                <a:blip r:embed="rId3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837ED22D-1EAB-C077-20BF-6671DC3A7B3B}"/>
              </a:ext>
            </a:extLst>
          </p:cNvPr>
          <p:cNvGrpSpPr/>
          <p:nvPr/>
        </p:nvGrpSpPr>
        <p:grpSpPr>
          <a:xfrm>
            <a:off x="7740153" y="3553163"/>
            <a:ext cx="2488412" cy="2070823"/>
            <a:chOff x="7275442" y="3553163"/>
            <a:chExt cx="2488412" cy="20708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8542B32-A344-A883-201D-C0FCE0BEBD29}"/>
                    </a:ext>
                  </a:extLst>
                </p:cNvPr>
                <p:cNvSpPr txBox="1"/>
                <p:nvPr/>
              </p:nvSpPr>
              <p:spPr>
                <a:xfrm>
                  <a:off x="7275442" y="3553163"/>
                  <a:ext cx="2488412" cy="20708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8542B32-A344-A883-201D-C0FCE0BEBD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5442" y="3553163"/>
                  <a:ext cx="2488412" cy="2070823"/>
                </a:xfrm>
                <a:prstGeom prst="rect">
                  <a:avLst/>
                </a:prstGeom>
                <a:blipFill>
                  <a:blip r:embed="rId8"/>
                  <a:stretch>
                    <a:fillRect l="-35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C595B49-5E7C-5C19-6638-84EC5AD9AB8D}"/>
                    </a:ext>
                  </a:extLst>
                </p:cNvPr>
                <p:cNvSpPr txBox="1"/>
                <p:nvPr/>
              </p:nvSpPr>
              <p:spPr>
                <a:xfrm>
                  <a:off x="7572964" y="3639752"/>
                  <a:ext cx="1794287" cy="18212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a14:m>
                  <a:r>
                    <a:rPr lang="en-US" sz="2800" dirty="0">
                      <a:solidFill>
                        <a:schemeClr val="bg1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C595B49-5E7C-5C19-6638-84EC5AD9AB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964" y="3639752"/>
                  <a:ext cx="1794287" cy="1821268"/>
                </a:xfrm>
                <a:prstGeom prst="rect">
                  <a:avLst/>
                </a:prstGeom>
                <a:blipFill>
                  <a:blip r:embed="rId9"/>
                  <a:stretch>
                    <a:fillRect l="-23239" r="-28873" b="-131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48C5057-DFE2-ADFA-C4BB-A28443E9C89C}"/>
              </a:ext>
            </a:extLst>
          </p:cNvPr>
          <p:cNvSpPr txBox="1"/>
          <p:nvPr/>
        </p:nvSpPr>
        <p:spPr>
          <a:xfrm>
            <a:off x="7926692" y="5918936"/>
            <a:ext cx="2531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Matrix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3ABFFF-6667-548F-92BA-409256DFAA6A}"/>
                  </a:ext>
                </a:extLst>
              </p:cNvPr>
              <p:cNvSpPr txBox="1"/>
              <p:nvPr/>
            </p:nvSpPr>
            <p:spPr>
              <a:xfrm>
                <a:off x="5693365" y="3553163"/>
                <a:ext cx="967713" cy="20708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2.7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1.2</m:t>
                              </m:r>
                            </m:e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3ABFFF-6667-548F-92BA-409256DF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365" y="3553163"/>
                <a:ext cx="967713" cy="2070823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7476F32-57F1-97BA-1511-E959AA9E5F48}"/>
                  </a:ext>
                </a:extLst>
              </p:cNvPr>
              <p:cNvSpPr txBox="1"/>
              <p:nvPr/>
            </p:nvSpPr>
            <p:spPr>
              <a:xfrm>
                <a:off x="6786449" y="4297642"/>
                <a:ext cx="4612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7476F32-57F1-97BA-1511-E959AA9E5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449" y="4297642"/>
                <a:ext cx="461266" cy="523220"/>
              </a:xfrm>
              <a:prstGeom prst="rect">
                <a:avLst/>
              </a:prstGeom>
              <a:blipFill>
                <a:blip r:embed="rId13"/>
                <a:stretch>
                  <a:fillRect l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B76112B0-054C-9A34-6634-917150A70617}"/>
              </a:ext>
            </a:extLst>
          </p:cNvPr>
          <p:cNvSpPr txBox="1"/>
          <p:nvPr/>
        </p:nvSpPr>
        <p:spPr>
          <a:xfrm>
            <a:off x="5054477" y="5925273"/>
            <a:ext cx="2331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 token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910E0C-9FF5-28A9-8830-B249A5F737EC}"/>
              </a:ext>
            </a:extLst>
          </p:cNvPr>
          <p:cNvSpPr txBox="1"/>
          <p:nvPr/>
        </p:nvSpPr>
        <p:spPr>
          <a:xfrm>
            <a:off x="12192" y="663277"/>
            <a:ext cx="5323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TOKEN EMBEDDING</a:t>
            </a:r>
            <a:endParaRPr lang="en-US" sz="32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4D7435-8DE0-09C6-2776-6147A512D98F}"/>
              </a:ext>
            </a:extLst>
          </p:cNvPr>
          <p:cNvSpPr/>
          <p:nvPr/>
        </p:nvSpPr>
        <p:spPr>
          <a:xfrm>
            <a:off x="7876877" y="3832481"/>
            <a:ext cx="182880" cy="1664661"/>
          </a:xfrm>
          <a:prstGeom prst="rect">
            <a:avLst/>
          </a:prstGeom>
          <a:solidFill>
            <a:srgbClr val="FFB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69F08B-7237-0C05-EAC8-3B1331BF4CD1}"/>
              </a:ext>
            </a:extLst>
          </p:cNvPr>
          <p:cNvSpPr/>
          <p:nvPr/>
        </p:nvSpPr>
        <p:spPr>
          <a:xfrm>
            <a:off x="8145958" y="3832481"/>
            <a:ext cx="182880" cy="1664661"/>
          </a:xfrm>
          <a:prstGeom prst="rect">
            <a:avLst/>
          </a:prstGeom>
          <a:solidFill>
            <a:srgbClr val="F295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335A8-5AF3-F5C7-8047-1BCC192FC756}"/>
              </a:ext>
            </a:extLst>
          </p:cNvPr>
          <p:cNvSpPr/>
          <p:nvPr/>
        </p:nvSpPr>
        <p:spPr>
          <a:xfrm>
            <a:off x="8415039" y="3832481"/>
            <a:ext cx="182880" cy="16646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2876CA-7814-6EB8-3B92-6E61D69D45EF}"/>
              </a:ext>
            </a:extLst>
          </p:cNvPr>
          <p:cNvSpPr/>
          <p:nvPr/>
        </p:nvSpPr>
        <p:spPr>
          <a:xfrm>
            <a:off x="8684120" y="3832481"/>
            <a:ext cx="182880" cy="16646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807BCC-01F5-E6F1-621B-E7DFB3E8A7C4}"/>
              </a:ext>
            </a:extLst>
          </p:cNvPr>
          <p:cNvSpPr/>
          <p:nvPr/>
        </p:nvSpPr>
        <p:spPr>
          <a:xfrm>
            <a:off x="9866294" y="3832481"/>
            <a:ext cx="182880" cy="166466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6E1BC7-D028-0BDB-2F97-492405D76EF5}"/>
                  </a:ext>
                </a:extLst>
              </p:cNvPr>
              <p:cNvSpPr txBox="1"/>
              <p:nvPr/>
            </p:nvSpPr>
            <p:spPr>
              <a:xfrm>
                <a:off x="9041264" y="4360536"/>
                <a:ext cx="5891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6E1BC7-D028-0BDB-2F97-492405D76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264" y="4360536"/>
                <a:ext cx="58918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2A6585-7F1C-F89E-B0BE-D53D2A89E6A9}"/>
              </a:ext>
            </a:extLst>
          </p:cNvPr>
          <p:cNvSpPr/>
          <p:nvPr/>
        </p:nvSpPr>
        <p:spPr>
          <a:xfrm>
            <a:off x="1373815" y="-2598837"/>
            <a:ext cx="9444369" cy="250031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06B00-1F30-7F08-53F6-C2DEBDFB69A4}"/>
              </a:ext>
            </a:extLst>
          </p:cNvPr>
          <p:cNvSpPr txBox="1"/>
          <p:nvPr/>
        </p:nvSpPr>
        <p:spPr>
          <a:xfrm>
            <a:off x="4874058" y="-1733403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</a:t>
            </a:r>
            <a:endParaRPr lang="en-US" sz="4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DB6B7D-360A-AC68-7CC5-C52E26B7112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908" y="2604777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8DBCC3-B37A-0C86-D6C7-157AD311DCA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887" y="2980588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2BF79B-7DFE-2579-BB2B-5B0E744A564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61588" y="4227403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A7DE93-BDCD-967B-E931-A4BF00729DD8}"/>
              </a:ext>
            </a:extLst>
          </p:cNvPr>
          <p:cNvCxnSpPr/>
          <p:nvPr/>
        </p:nvCxnSpPr>
        <p:spPr>
          <a:xfrm>
            <a:off x="311001" y="4157472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C87C06-2876-2A28-69C1-ED863B88911C}"/>
              </a:ext>
            </a:extLst>
          </p:cNvPr>
          <p:cNvCxnSpPr>
            <a:cxnSpLocks/>
          </p:cNvCxnSpPr>
          <p:nvPr/>
        </p:nvCxnSpPr>
        <p:spPr>
          <a:xfrm flipV="1">
            <a:off x="2011785" y="2420283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FBF7C1-5BD5-F980-E43C-92B27E45DAD5}"/>
              </a:ext>
            </a:extLst>
          </p:cNvPr>
          <p:cNvSpPr txBox="1"/>
          <p:nvPr/>
        </p:nvSpPr>
        <p:spPr>
          <a:xfrm>
            <a:off x="311001" y="5925973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067FB1-D620-7E70-2C4E-5DD29DF8CDEB}"/>
              </a:ext>
            </a:extLst>
          </p:cNvPr>
          <p:cNvCxnSpPr>
            <a:cxnSpLocks/>
          </p:cNvCxnSpPr>
          <p:nvPr/>
        </p:nvCxnSpPr>
        <p:spPr>
          <a:xfrm flipH="1" flipV="1">
            <a:off x="622377" y="3964918"/>
            <a:ext cx="1389408" cy="192554"/>
          </a:xfrm>
          <a:prstGeom prst="straightConnector1">
            <a:avLst/>
          </a:prstGeom>
          <a:ln w="19050">
            <a:solidFill>
              <a:srgbClr val="FFBA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BFF584C-3F6F-D39E-95B1-4C3665329D9B}"/>
              </a:ext>
            </a:extLst>
          </p:cNvPr>
          <p:cNvCxnSpPr>
            <a:cxnSpLocks/>
          </p:cNvCxnSpPr>
          <p:nvPr/>
        </p:nvCxnSpPr>
        <p:spPr>
          <a:xfrm flipH="1" flipV="1">
            <a:off x="1572768" y="3489469"/>
            <a:ext cx="439017" cy="668003"/>
          </a:xfrm>
          <a:prstGeom prst="straightConnector1">
            <a:avLst/>
          </a:prstGeom>
          <a:ln w="19050">
            <a:solidFill>
              <a:srgbClr val="F29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CB2B4B-37FE-6D68-5ED2-3D0E9868DE3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011785" y="4157472"/>
            <a:ext cx="1049803" cy="527131"/>
          </a:xfrm>
          <a:prstGeom prst="straightConnector1">
            <a:avLst/>
          </a:prstGeom>
          <a:ln w="19050">
            <a:solidFill>
              <a:srgbClr val="FA85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646171D-BE46-77CA-FD5F-1717A8BDA15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2283589" y="4848088"/>
            <a:ext cx="914400" cy="9144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F3E818-70F9-6668-364E-50CF9DC47587}"/>
              </a:ext>
            </a:extLst>
          </p:cNvPr>
          <p:cNvCxnSpPr>
            <a:cxnSpLocks/>
          </p:cNvCxnSpPr>
          <p:nvPr/>
        </p:nvCxnSpPr>
        <p:spPr>
          <a:xfrm>
            <a:off x="2011785" y="4157472"/>
            <a:ext cx="467944" cy="925972"/>
          </a:xfrm>
          <a:prstGeom prst="straightConnector1">
            <a:avLst/>
          </a:prstGeom>
          <a:ln w="19050">
            <a:solidFill>
              <a:srgbClr val="4989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C04A2-15A5-C97F-2CFB-79436338535D}"/>
              </a:ext>
            </a:extLst>
          </p:cNvPr>
          <p:cNvCxnSpPr>
            <a:cxnSpLocks/>
          </p:cNvCxnSpPr>
          <p:nvPr/>
        </p:nvCxnSpPr>
        <p:spPr>
          <a:xfrm>
            <a:off x="7451163" y="3760844"/>
            <a:ext cx="0" cy="17096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204C6-AE60-E1DA-E976-849E61766521}"/>
              </a:ext>
            </a:extLst>
          </p:cNvPr>
          <p:cNvCxnSpPr/>
          <p:nvPr/>
        </p:nvCxnSpPr>
        <p:spPr>
          <a:xfrm>
            <a:off x="7843101" y="3570871"/>
            <a:ext cx="22617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DF742D-46AA-C3B0-2EC1-CAB525FE38F4}"/>
                  </a:ext>
                </a:extLst>
              </p:cNvPr>
              <p:cNvSpPr txBox="1"/>
              <p:nvPr/>
            </p:nvSpPr>
            <p:spPr>
              <a:xfrm>
                <a:off x="8243974" y="3291553"/>
                <a:ext cx="156256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r>
                  <a:rPr lang="en-US" sz="2800" dirty="0"/>
                  <a:t> tokens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DF742D-46AA-C3B0-2EC1-CAB525FE3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974" y="3291553"/>
                <a:ext cx="1562568" cy="523220"/>
              </a:xfrm>
              <a:prstGeom prst="rect">
                <a:avLst/>
              </a:prstGeom>
              <a:blipFill>
                <a:blip r:embed="rId19"/>
                <a:stretch>
                  <a:fillRect t="-14286" r="-4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C26996-F635-7626-D745-9E39B6E0208B}"/>
                  </a:ext>
                </a:extLst>
              </p:cNvPr>
              <p:cNvSpPr txBox="1"/>
              <p:nvPr/>
            </p:nvSpPr>
            <p:spPr>
              <a:xfrm>
                <a:off x="7229957" y="4326964"/>
                <a:ext cx="42760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C26996-F635-7626-D745-9E39B6E02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957" y="4326964"/>
                <a:ext cx="427609" cy="523220"/>
              </a:xfrm>
              <a:prstGeom prst="rect">
                <a:avLst/>
              </a:prstGeom>
              <a:blipFill>
                <a:blip r:embed="rId20"/>
                <a:stretch>
                  <a:fillRect l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DDA6626-937C-CC79-B8D3-DD4BF0A5EFAF}"/>
              </a:ext>
            </a:extLst>
          </p:cNvPr>
          <p:cNvCxnSpPr>
            <a:cxnSpLocks/>
          </p:cNvCxnSpPr>
          <p:nvPr/>
        </p:nvCxnSpPr>
        <p:spPr>
          <a:xfrm>
            <a:off x="5541999" y="3760844"/>
            <a:ext cx="0" cy="17096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37E9A-3783-1714-F025-05744FF8B682}"/>
                  </a:ext>
                </a:extLst>
              </p:cNvPr>
              <p:cNvSpPr txBox="1"/>
              <p:nvPr/>
            </p:nvSpPr>
            <p:spPr>
              <a:xfrm>
                <a:off x="5320793" y="4326964"/>
                <a:ext cx="42760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37E9A-3783-1714-F025-05744FF8B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793" y="4326964"/>
                <a:ext cx="427609" cy="523220"/>
              </a:xfrm>
              <a:prstGeom prst="rect">
                <a:avLst/>
              </a:prstGeom>
              <a:blipFill>
                <a:blip r:embed="rId9"/>
                <a:stretch>
                  <a:fillRect l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81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10" grpId="0" animBg="1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61609B5B-F22C-8369-BF4F-701504D4622F}"/>
              </a:ext>
            </a:extLst>
          </p:cNvPr>
          <p:cNvSpPr txBox="1"/>
          <p:nvPr/>
        </p:nvSpPr>
        <p:spPr>
          <a:xfrm>
            <a:off x="10104807" y="2636214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dog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/>
              <p:nvPr/>
            </p:nvSpPr>
            <p:spPr>
              <a:xfrm>
                <a:off x="10185897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897" y="3101481"/>
                <a:ext cx="967713" cy="2915542"/>
              </a:xfrm>
              <a:prstGeom prst="rect">
                <a:avLst/>
              </a:prstGeom>
              <a:blipFill>
                <a:blip r:embed="rId3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837ED22D-1EAB-C077-20BF-6671DC3A7B3B}"/>
              </a:ext>
            </a:extLst>
          </p:cNvPr>
          <p:cNvGrpSpPr/>
          <p:nvPr/>
        </p:nvGrpSpPr>
        <p:grpSpPr>
          <a:xfrm>
            <a:off x="7740153" y="3553163"/>
            <a:ext cx="2488412" cy="2070823"/>
            <a:chOff x="7275442" y="3553163"/>
            <a:chExt cx="2488412" cy="20708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8542B32-A344-A883-201D-C0FCE0BEBD29}"/>
                    </a:ext>
                  </a:extLst>
                </p:cNvPr>
                <p:cNvSpPr txBox="1"/>
                <p:nvPr/>
              </p:nvSpPr>
              <p:spPr>
                <a:xfrm>
                  <a:off x="7275442" y="3553163"/>
                  <a:ext cx="2488412" cy="20708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8542B32-A344-A883-201D-C0FCE0BEBD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5442" y="3553163"/>
                  <a:ext cx="2488412" cy="2070823"/>
                </a:xfrm>
                <a:prstGeom prst="rect">
                  <a:avLst/>
                </a:prstGeom>
                <a:blipFill>
                  <a:blip r:embed="rId4"/>
                  <a:stretch>
                    <a:fillRect l="-3046" r="-5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C595B49-5E7C-5C19-6638-84EC5AD9AB8D}"/>
                    </a:ext>
                  </a:extLst>
                </p:cNvPr>
                <p:cNvSpPr txBox="1"/>
                <p:nvPr/>
              </p:nvSpPr>
              <p:spPr>
                <a:xfrm>
                  <a:off x="7572964" y="3639752"/>
                  <a:ext cx="1794287" cy="18212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a14:m>
                  <a:r>
                    <a:rPr lang="en-US" sz="2800" dirty="0">
                      <a:solidFill>
                        <a:schemeClr val="bg1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C595B49-5E7C-5C19-6638-84EC5AD9AB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964" y="3639752"/>
                  <a:ext cx="1794287" cy="1821268"/>
                </a:xfrm>
                <a:prstGeom prst="rect">
                  <a:avLst/>
                </a:prstGeom>
                <a:blipFill>
                  <a:blip r:embed="rId5"/>
                  <a:stretch>
                    <a:fillRect l="-23239" r="-28873" b="-131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48C5057-DFE2-ADFA-C4BB-A28443E9C89C}"/>
              </a:ext>
            </a:extLst>
          </p:cNvPr>
          <p:cNvSpPr txBox="1"/>
          <p:nvPr/>
        </p:nvSpPr>
        <p:spPr>
          <a:xfrm>
            <a:off x="7926692" y="5918936"/>
            <a:ext cx="2531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Matrix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3ABFFF-6667-548F-92BA-409256DFAA6A}"/>
                  </a:ext>
                </a:extLst>
              </p:cNvPr>
              <p:cNvSpPr txBox="1"/>
              <p:nvPr/>
            </p:nvSpPr>
            <p:spPr>
              <a:xfrm>
                <a:off x="5693365" y="3553163"/>
                <a:ext cx="967713" cy="20708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2.7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1.2</m:t>
                              </m:r>
                            </m:e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3ABFFF-6667-548F-92BA-409256DF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365" y="3553163"/>
                <a:ext cx="967713" cy="2070823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7476F32-57F1-97BA-1511-E959AA9E5F48}"/>
                  </a:ext>
                </a:extLst>
              </p:cNvPr>
              <p:cNvSpPr txBox="1"/>
              <p:nvPr/>
            </p:nvSpPr>
            <p:spPr>
              <a:xfrm>
                <a:off x="6786449" y="4297642"/>
                <a:ext cx="4612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7476F32-57F1-97BA-1511-E959AA9E5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449" y="4297642"/>
                <a:ext cx="461266" cy="523220"/>
              </a:xfrm>
              <a:prstGeom prst="rect">
                <a:avLst/>
              </a:prstGeom>
              <a:blipFill>
                <a:blip r:embed="rId7"/>
                <a:stretch>
                  <a:fillRect l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B76112B0-054C-9A34-6634-917150A70617}"/>
              </a:ext>
            </a:extLst>
          </p:cNvPr>
          <p:cNvSpPr txBox="1"/>
          <p:nvPr/>
        </p:nvSpPr>
        <p:spPr>
          <a:xfrm>
            <a:off x="5054477" y="5925273"/>
            <a:ext cx="2331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 token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910E0C-9FF5-28A9-8830-B249A5F737EC}"/>
              </a:ext>
            </a:extLst>
          </p:cNvPr>
          <p:cNvSpPr txBox="1"/>
          <p:nvPr/>
        </p:nvSpPr>
        <p:spPr>
          <a:xfrm>
            <a:off x="12192" y="663277"/>
            <a:ext cx="5323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TOKEN EMBEDDING</a:t>
            </a:r>
            <a:endParaRPr lang="en-US" sz="32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6E1BC7-D028-0BDB-2F97-492405D76EF5}"/>
                  </a:ext>
                </a:extLst>
              </p:cNvPr>
              <p:cNvSpPr txBox="1"/>
              <p:nvPr/>
            </p:nvSpPr>
            <p:spPr>
              <a:xfrm>
                <a:off x="9041264" y="4360536"/>
                <a:ext cx="5891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6E1BC7-D028-0BDB-2F97-492405D76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264" y="4360536"/>
                <a:ext cx="58918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2A6585-7F1C-F89E-B0BE-D53D2A89E6A9}"/>
              </a:ext>
            </a:extLst>
          </p:cNvPr>
          <p:cNvSpPr/>
          <p:nvPr/>
        </p:nvSpPr>
        <p:spPr>
          <a:xfrm>
            <a:off x="1373815" y="-2598837"/>
            <a:ext cx="9444369" cy="250031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06B00-1F30-7F08-53F6-C2DEBDFB69A4}"/>
              </a:ext>
            </a:extLst>
          </p:cNvPr>
          <p:cNvSpPr txBox="1"/>
          <p:nvPr/>
        </p:nvSpPr>
        <p:spPr>
          <a:xfrm>
            <a:off x="4874058" y="-1733403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</a:t>
            </a:r>
            <a:endParaRPr lang="en-US" sz="4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DB6B7D-360A-AC68-7CC5-C52E26B711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908" y="2604777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8DBCC3-B37A-0C86-D6C7-157AD311DC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87" y="2980588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2BF79B-7DFE-2579-BB2B-5B0E744A56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1588" y="4227403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A7DE93-BDCD-967B-E931-A4BF00729DD8}"/>
              </a:ext>
            </a:extLst>
          </p:cNvPr>
          <p:cNvCxnSpPr/>
          <p:nvPr/>
        </p:nvCxnSpPr>
        <p:spPr>
          <a:xfrm>
            <a:off x="311001" y="4157472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C87C06-2876-2A28-69C1-ED863B88911C}"/>
              </a:ext>
            </a:extLst>
          </p:cNvPr>
          <p:cNvCxnSpPr>
            <a:cxnSpLocks/>
          </p:cNvCxnSpPr>
          <p:nvPr/>
        </p:nvCxnSpPr>
        <p:spPr>
          <a:xfrm flipV="1">
            <a:off x="2011785" y="2420283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FBF7C1-5BD5-F980-E43C-92B27E45DAD5}"/>
              </a:ext>
            </a:extLst>
          </p:cNvPr>
          <p:cNvSpPr txBox="1"/>
          <p:nvPr/>
        </p:nvSpPr>
        <p:spPr>
          <a:xfrm>
            <a:off x="311001" y="5925973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067FB1-D620-7E70-2C4E-5DD29DF8CDEB}"/>
              </a:ext>
            </a:extLst>
          </p:cNvPr>
          <p:cNvCxnSpPr>
            <a:cxnSpLocks/>
          </p:cNvCxnSpPr>
          <p:nvPr/>
        </p:nvCxnSpPr>
        <p:spPr>
          <a:xfrm flipH="1" flipV="1">
            <a:off x="622377" y="3964918"/>
            <a:ext cx="1389408" cy="192554"/>
          </a:xfrm>
          <a:prstGeom prst="straightConnector1">
            <a:avLst/>
          </a:prstGeom>
          <a:ln w="19050">
            <a:solidFill>
              <a:srgbClr val="FFBA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BFF584C-3F6F-D39E-95B1-4C3665329D9B}"/>
              </a:ext>
            </a:extLst>
          </p:cNvPr>
          <p:cNvCxnSpPr>
            <a:cxnSpLocks/>
          </p:cNvCxnSpPr>
          <p:nvPr/>
        </p:nvCxnSpPr>
        <p:spPr>
          <a:xfrm flipH="1" flipV="1">
            <a:off x="1572768" y="3489469"/>
            <a:ext cx="439017" cy="668003"/>
          </a:xfrm>
          <a:prstGeom prst="straightConnector1">
            <a:avLst/>
          </a:prstGeom>
          <a:ln w="19050">
            <a:solidFill>
              <a:srgbClr val="F29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CB2B4B-37FE-6D68-5ED2-3D0E9868DE3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011785" y="4157472"/>
            <a:ext cx="1049803" cy="527131"/>
          </a:xfrm>
          <a:prstGeom prst="straightConnector1">
            <a:avLst/>
          </a:prstGeom>
          <a:ln w="19050">
            <a:solidFill>
              <a:srgbClr val="FA85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646171D-BE46-77CA-FD5F-1717A8BDA1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2283589" y="4848088"/>
            <a:ext cx="914400" cy="9144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F3E818-70F9-6668-364E-50CF9DC47587}"/>
              </a:ext>
            </a:extLst>
          </p:cNvPr>
          <p:cNvCxnSpPr>
            <a:cxnSpLocks/>
          </p:cNvCxnSpPr>
          <p:nvPr/>
        </p:nvCxnSpPr>
        <p:spPr>
          <a:xfrm>
            <a:off x="2011785" y="4157472"/>
            <a:ext cx="467944" cy="925972"/>
          </a:xfrm>
          <a:prstGeom prst="straightConnector1">
            <a:avLst/>
          </a:prstGeom>
          <a:ln w="19050">
            <a:solidFill>
              <a:srgbClr val="4989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C04A2-15A5-C97F-2CFB-79436338535D}"/>
              </a:ext>
            </a:extLst>
          </p:cNvPr>
          <p:cNvCxnSpPr>
            <a:cxnSpLocks/>
          </p:cNvCxnSpPr>
          <p:nvPr/>
        </p:nvCxnSpPr>
        <p:spPr>
          <a:xfrm>
            <a:off x="7451163" y="3760844"/>
            <a:ext cx="0" cy="17096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204C6-AE60-E1DA-E976-849E61766521}"/>
              </a:ext>
            </a:extLst>
          </p:cNvPr>
          <p:cNvCxnSpPr/>
          <p:nvPr/>
        </p:nvCxnSpPr>
        <p:spPr>
          <a:xfrm>
            <a:off x="7843101" y="3570871"/>
            <a:ext cx="22617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DF742D-46AA-C3B0-2EC1-CAB525FE38F4}"/>
                  </a:ext>
                </a:extLst>
              </p:cNvPr>
              <p:cNvSpPr txBox="1"/>
              <p:nvPr/>
            </p:nvSpPr>
            <p:spPr>
              <a:xfrm>
                <a:off x="8243974" y="3291553"/>
                <a:ext cx="156256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r>
                  <a:rPr lang="en-US" sz="2800" dirty="0"/>
                  <a:t> tokens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DF742D-46AA-C3B0-2EC1-CAB525FE3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974" y="3291553"/>
                <a:ext cx="1562568" cy="523220"/>
              </a:xfrm>
              <a:prstGeom prst="rect">
                <a:avLst/>
              </a:prstGeom>
              <a:blipFill>
                <a:blip r:embed="rId13"/>
                <a:stretch>
                  <a:fillRect t="-14286" r="-4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C26996-F635-7626-D745-9E39B6E0208B}"/>
                  </a:ext>
                </a:extLst>
              </p:cNvPr>
              <p:cNvSpPr txBox="1"/>
              <p:nvPr/>
            </p:nvSpPr>
            <p:spPr>
              <a:xfrm>
                <a:off x="7229957" y="4326964"/>
                <a:ext cx="42760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C26996-F635-7626-D745-9E39B6E02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957" y="4326964"/>
                <a:ext cx="427609" cy="523220"/>
              </a:xfrm>
              <a:prstGeom prst="rect">
                <a:avLst/>
              </a:prstGeom>
              <a:blipFill>
                <a:blip r:embed="rId14"/>
                <a:stretch>
                  <a:fillRect l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DDA6626-937C-CC79-B8D3-DD4BF0A5EFAF}"/>
              </a:ext>
            </a:extLst>
          </p:cNvPr>
          <p:cNvCxnSpPr>
            <a:cxnSpLocks/>
          </p:cNvCxnSpPr>
          <p:nvPr/>
        </p:nvCxnSpPr>
        <p:spPr>
          <a:xfrm>
            <a:off x="5541999" y="3760844"/>
            <a:ext cx="0" cy="17096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37E9A-3783-1714-F025-05744FF8B682}"/>
                  </a:ext>
                </a:extLst>
              </p:cNvPr>
              <p:cNvSpPr txBox="1"/>
              <p:nvPr/>
            </p:nvSpPr>
            <p:spPr>
              <a:xfrm>
                <a:off x="5320793" y="4326964"/>
                <a:ext cx="42760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37E9A-3783-1714-F025-05744FF8B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793" y="4326964"/>
                <a:ext cx="427609" cy="523220"/>
              </a:xfrm>
              <a:prstGeom prst="rect">
                <a:avLst/>
              </a:prstGeom>
              <a:blipFill>
                <a:blip r:embed="rId15"/>
                <a:stretch>
                  <a:fillRect l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5403621-405B-BF5F-BF76-350D5D60445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74047" y="5162710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296C75-9A3B-5E68-4139-8A72B4B90D22}"/>
              </a:ext>
            </a:extLst>
          </p:cNvPr>
          <p:cNvSpPr txBox="1"/>
          <p:nvPr/>
        </p:nvSpPr>
        <p:spPr>
          <a:xfrm>
            <a:off x="4619833" y="1474438"/>
            <a:ext cx="140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Apple</a:t>
            </a:r>
            <a:endParaRPr lang="en-US" sz="3200" dirty="0"/>
          </a:p>
        </p:txBody>
      </p:sp>
      <p:pic>
        <p:nvPicPr>
          <p:cNvPr id="1026" name="Picture 2" descr="Apple logo - Free logo icons">
            <a:extLst>
              <a:ext uri="{FF2B5EF4-FFF2-40B4-BE49-F238E27FC236}">
                <a16:creationId xmlns:a16="http://schemas.microsoft.com/office/drawing/2014/main" id="{55E9BC29-CD5C-4764-AB48-4F0B7A65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083" y="2243328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151C04-C475-0ED5-C2DF-EE048E41668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995372" y="4169044"/>
            <a:ext cx="1578675" cy="1450866"/>
          </a:xfrm>
          <a:prstGeom prst="straightConnector1">
            <a:avLst/>
          </a:prstGeom>
          <a:ln w="19050">
            <a:solidFill>
              <a:srgbClr val="FA47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E6A3F4-BCDA-753A-1DEB-3A7D43AB662F}"/>
              </a:ext>
            </a:extLst>
          </p:cNvPr>
          <p:cNvCxnSpPr>
            <a:cxnSpLocks/>
          </p:cNvCxnSpPr>
          <p:nvPr/>
        </p:nvCxnSpPr>
        <p:spPr>
          <a:xfrm flipV="1">
            <a:off x="1983605" y="3220989"/>
            <a:ext cx="978571" cy="936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B76DE3E-49E0-EF18-94C8-C44813A363FE}"/>
              </a:ext>
            </a:extLst>
          </p:cNvPr>
          <p:cNvSpPr/>
          <p:nvPr/>
        </p:nvSpPr>
        <p:spPr>
          <a:xfrm>
            <a:off x="7876877" y="3832481"/>
            <a:ext cx="182880" cy="1664661"/>
          </a:xfrm>
          <a:prstGeom prst="rect">
            <a:avLst/>
          </a:prstGeom>
          <a:solidFill>
            <a:srgbClr val="FFB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64C53BC-D800-C828-6A14-FC920295BE9C}"/>
              </a:ext>
            </a:extLst>
          </p:cNvPr>
          <p:cNvSpPr/>
          <p:nvPr/>
        </p:nvSpPr>
        <p:spPr>
          <a:xfrm>
            <a:off x="8145958" y="3832481"/>
            <a:ext cx="182880" cy="1664661"/>
          </a:xfrm>
          <a:prstGeom prst="rect">
            <a:avLst/>
          </a:prstGeom>
          <a:solidFill>
            <a:srgbClr val="F295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4D0995-9B22-E01D-809E-FE064B24F62F}"/>
              </a:ext>
            </a:extLst>
          </p:cNvPr>
          <p:cNvSpPr/>
          <p:nvPr/>
        </p:nvSpPr>
        <p:spPr>
          <a:xfrm>
            <a:off x="8415039" y="3832481"/>
            <a:ext cx="182880" cy="16646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56CD56-F127-FA1E-EA3C-D6388415676C}"/>
              </a:ext>
            </a:extLst>
          </p:cNvPr>
          <p:cNvSpPr/>
          <p:nvPr/>
        </p:nvSpPr>
        <p:spPr>
          <a:xfrm>
            <a:off x="8684120" y="3832481"/>
            <a:ext cx="182880" cy="16646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4692F9-F7C5-2657-B92B-DC70905C8449}"/>
              </a:ext>
            </a:extLst>
          </p:cNvPr>
          <p:cNvSpPr/>
          <p:nvPr/>
        </p:nvSpPr>
        <p:spPr>
          <a:xfrm>
            <a:off x="9866294" y="3832481"/>
            <a:ext cx="182880" cy="166466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C912DB7-903E-EA78-E710-680EAB68966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13591" y="2670378"/>
            <a:ext cx="914400" cy="914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8DEB16E-F90F-3F63-6709-CA25D5CE5C2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18788" y="1615671"/>
            <a:ext cx="914400" cy="9144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A5CFE3A-1984-1373-15BE-08047A91E5D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87601" y="15394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8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61609B5B-F22C-8369-BF4F-701504D4622F}"/>
              </a:ext>
            </a:extLst>
          </p:cNvPr>
          <p:cNvSpPr txBox="1"/>
          <p:nvPr/>
        </p:nvSpPr>
        <p:spPr>
          <a:xfrm>
            <a:off x="10104807" y="2636214"/>
            <a:ext cx="1129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dog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/>
              <p:nvPr/>
            </p:nvSpPr>
            <p:spPr>
              <a:xfrm>
                <a:off x="10185897" y="3101481"/>
                <a:ext cx="967713" cy="291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F90DCF-8638-EDED-C5DF-CAE502E2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897" y="3101481"/>
                <a:ext cx="967713" cy="2915542"/>
              </a:xfrm>
              <a:prstGeom prst="rect">
                <a:avLst/>
              </a:prstGeom>
              <a:blipFill>
                <a:blip r:embed="rId3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837ED22D-1EAB-C077-20BF-6671DC3A7B3B}"/>
              </a:ext>
            </a:extLst>
          </p:cNvPr>
          <p:cNvGrpSpPr/>
          <p:nvPr/>
        </p:nvGrpSpPr>
        <p:grpSpPr>
          <a:xfrm>
            <a:off x="7740153" y="3553163"/>
            <a:ext cx="2488412" cy="2070823"/>
            <a:chOff x="7275442" y="3553163"/>
            <a:chExt cx="2488412" cy="20708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8542B32-A344-A883-201D-C0FCE0BEBD29}"/>
                    </a:ext>
                  </a:extLst>
                </p:cNvPr>
                <p:cNvSpPr txBox="1"/>
                <p:nvPr/>
              </p:nvSpPr>
              <p:spPr>
                <a:xfrm>
                  <a:off x="7275442" y="3553163"/>
                  <a:ext cx="2488412" cy="20708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8542B32-A344-A883-201D-C0FCE0BEBD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5442" y="3553163"/>
                  <a:ext cx="2488412" cy="2070823"/>
                </a:xfrm>
                <a:prstGeom prst="rect">
                  <a:avLst/>
                </a:prstGeom>
                <a:blipFill>
                  <a:blip r:embed="rId4"/>
                  <a:stretch>
                    <a:fillRect l="-3046" r="-5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C595B49-5E7C-5C19-6638-84EC5AD9AB8D}"/>
                    </a:ext>
                  </a:extLst>
                </p:cNvPr>
                <p:cNvSpPr txBox="1"/>
                <p:nvPr/>
              </p:nvSpPr>
              <p:spPr>
                <a:xfrm>
                  <a:off x="7572964" y="3639752"/>
                  <a:ext cx="1794287" cy="18212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a14:m>
                  <a:r>
                    <a:rPr lang="en-US" sz="2800" dirty="0">
                      <a:solidFill>
                        <a:schemeClr val="bg1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C595B49-5E7C-5C19-6638-84EC5AD9AB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964" y="3639752"/>
                  <a:ext cx="1794287" cy="1821268"/>
                </a:xfrm>
                <a:prstGeom prst="rect">
                  <a:avLst/>
                </a:prstGeom>
                <a:blipFill>
                  <a:blip r:embed="rId5"/>
                  <a:stretch>
                    <a:fillRect l="-23239" r="-28873" b="-131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48C5057-DFE2-ADFA-C4BB-A28443E9C89C}"/>
              </a:ext>
            </a:extLst>
          </p:cNvPr>
          <p:cNvSpPr txBox="1"/>
          <p:nvPr/>
        </p:nvSpPr>
        <p:spPr>
          <a:xfrm>
            <a:off x="7926692" y="5918936"/>
            <a:ext cx="2531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Matrix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3ABFFF-6667-548F-92BA-409256DFAA6A}"/>
                  </a:ext>
                </a:extLst>
              </p:cNvPr>
              <p:cNvSpPr txBox="1"/>
              <p:nvPr/>
            </p:nvSpPr>
            <p:spPr>
              <a:xfrm>
                <a:off x="5693365" y="3553163"/>
                <a:ext cx="967713" cy="20708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2.7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1.2</m:t>
                              </m:r>
                            </m:e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3ABFFF-6667-548F-92BA-409256DF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365" y="3553163"/>
                <a:ext cx="967713" cy="2070823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7476F32-57F1-97BA-1511-E959AA9E5F48}"/>
                  </a:ext>
                </a:extLst>
              </p:cNvPr>
              <p:cNvSpPr txBox="1"/>
              <p:nvPr/>
            </p:nvSpPr>
            <p:spPr>
              <a:xfrm>
                <a:off x="6786449" y="4297642"/>
                <a:ext cx="4612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7476F32-57F1-97BA-1511-E959AA9E5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449" y="4297642"/>
                <a:ext cx="461266" cy="523220"/>
              </a:xfrm>
              <a:prstGeom prst="rect">
                <a:avLst/>
              </a:prstGeom>
              <a:blipFill>
                <a:blip r:embed="rId7"/>
                <a:stretch>
                  <a:fillRect l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B76112B0-054C-9A34-6634-917150A70617}"/>
              </a:ext>
            </a:extLst>
          </p:cNvPr>
          <p:cNvSpPr txBox="1"/>
          <p:nvPr/>
        </p:nvSpPr>
        <p:spPr>
          <a:xfrm>
            <a:off x="5054477" y="5925273"/>
            <a:ext cx="2331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 token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910E0C-9FF5-28A9-8830-B249A5F737EC}"/>
              </a:ext>
            </a:extLst>
          </p:cNvPr>
          <p:cNvSpPr txBox="1"/>
          <p:nvPr/>
        </p:nvSpPr>
        <p:spPr>
          <a:xfrm>
            <a:off x="12192" y="663277"/>
            <a:ext cx="5323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TOKEN EMBEDDING</a:t>
            </a:r>
            <a:endParaRPr lang="en-US" sz="320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6E1BC7-D028-0BDB-2F97-492405D76EF5}"/>
                  </a:ext>
                </a:extLst>
              </p:cNvPr>
              <p:cNvSpPr txBox="1"/>
              <p:nvPr/>
            </p:nvSpPr>
            <p:spPr>
              <a:xfrm>
                <a:off x="9041264" y="4360536"/>
                <a:ext cx="5891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6E1BC7-D028-0BDB-2F97-492405D76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264" y="4360536"/>
                <a:ext cx="58918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2A6585-7F1C-F89E-B0BE-D53D2A89E6A9}"/>
              </a:ext>
            </a:extLst>
          </p:cNvPr>
          <p:cNvSpPr/>
          <p:nvPr/>
        </p:nvSpPr>
        <p:spPr>
          <a:xfrm>
            <a:off x="1373815" y="-2598837"/>
            <a:ext cx="9444369" cy="250031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06B00-1F30-7F08-53F6-C2DEBDFB69A4}"/>
              </a:ext>
            </a:extLst>
          </p:cNvPr>
          <p:cNvSpPr txBox="1"/>
          <p:nvPr/>
        </p:nvSpPr>
        <p:spPr>
          <a:xfrm>
            <a:off x="4874058" y="-1733403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</a:t>
            </a:r>
            <a:endParaRPr lang="en-US" sz="4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DB6B7D-360A-AC68-7CC5-C52E26B711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908" y="2604777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8DBCC3-B37A-0C86-D6C7-157AD311DC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87" y="2980588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2BF79B-7DFE-2579-BB2B-5B0E744A56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1588" y="4227403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A7DE93-BDCD-967B-E931-A4BF00729DD8}"/>
              </a:ext>
            </a:extLst>
          </p:cNvPr>
          <p:cNvCxnSpPr/>
          <p:nvPr/>
        </p:nvCxnSpPr>
        <p:spPr>
          <a:xfrm>
            <a:off x="311001" y="4157472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C87C06-2876-2A28-69C1-ED863B88911C}"/>
              </a:ext>
            </a:extLst>
          </p:cNvPr>
          <p:cNvCxnSpPr>
            <a:cxnSpLocks/>
          </p:cNvCxnSpPr>
          <p:nvPr/>
        </p:nvCxnSpPr>
        <p:spPr>
          <a:xfrm flipV="1">
            <a:off x="2011785" y="2420283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FBF7C1-5BD5-F980-E43C-92B27E45DAD5}"/>
              </a:ext>
            </a:extLst>
          </p:cNvPr>
          <p:cNvSpPr txBox="1"/>
          <p:nvPr/>
        </p:nvSpPr>
        <p:spPr>
          <a:xfrm>
            <a:off x="311001" y="5925973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067FB1-D620-7E70-2C4E-5DD29DF8CDEB}"/>
              </a:ext>
            </a:extLst>
          </p:cNvPr>
          <p:cNvCxnSpPr>
            <a:cxnSpLocks/>
          </p:cNvCxnSpPr>
          <p:nvPr/>
        </p:nvCxnSpPr>
        <p:spPr>
          <a:xfrm flipH="1" flipV="1">
            <a:off x="622377" y="3964918"/>
            <a:ext cx="1389408" cy="192554"/>
          </a:xfrm>
          <a:prstGeom prst="straightConnector1">
            <a:avLst/>
          </a:prstGeom>
          <a:ln w="19050">
            <a:solidFill>
              <a:srgbClr val="FFBA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BFF584C-3F6F-D39E-95B1-4C3665329D9B}"/>
              </a:ext>
            </a:extLst>
          </p:cNvPr>
          <p:cNvCxnSpPr>
            <a:cxnSpLocks/>
          </p:cNvCxnSpPr>
          <p:nvPr/>
        </p:nvCxnSpPr>
        <p:spPr>
          <a:xfrm flipH="1" flipV="1">
            <a:off x="1572768" y="3489469"/>
            <a:ext cx="439017" cy="668003"/>
          </a:xfrm>
          <a:prstGeom prst="straightConnector1">
            <a:avLst/>
          </a:prstGeom>
          <a:ln w="19050">
            <a:solidFill>
              <a:srgbClr val="F29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CB2B4B-37FE-6D68-5ED2-3D0E9868DE3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011785" y="4157472"/>
            <a:ext cx="1049803" cy="527131"/>
          </a:xfrm>
          <a:prstGeom prst="straightConnector1">
            <a:avLst/>
          </a:prstGeom>
          <a:ln w="19050">
            <a:solidFill>
              <a:srgbClr val="FA85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646171D-BE46-77CA-FD5F-1717A8BDA1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2283589" y="4848088"/>
            <a:ext cx="914400" cy="9144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F3E818-70F9-6668-364E-50CF9DC47587}"/>
              </a:ext>
            </a:extLst>
          </p:cNvPr>
          <p:cNvCxnSpPr>
            <a:cxnSpLocks/>
          </p:cNvCxnSpPr>
          <p:nvPr/>
        </p:nvCxnSpPr>
        <p:spPr>
          <a:xfrm>
            <a:off x="2011785" y="4157472"/>
            <a:ext cx="467944" cy="925972"/>
          </a:xfrm>
          <a:prstGeom prst="straightConnector1">
            <a:avLst/>
          </a:prstGeom>
          <a:ln w="19050">
            <a:solidFill>
              <a:srgbClr val="4989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C04A2-15A5-C97F-2CFB-79436338535D}"/>
              </a:ext>
            </a:extLst>
          </p:cNvPr>
          <p:cNvCxnSpPr>
            <a:cxnSpLocks/>
          </p:cNvCxnSpPr>
          <p:nvPr/>
        </p:nvCxnSpPr>
        <p:spPr>
          <a:xfrm>
            <a:off x="7451163" y="3760844"/>
            <a:ext cx="0" cy="17096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204C6-AE60-E1DA-E976-849E61766521}"/>
              </a:ext>
            </a:extLst>
          </p:cNvPr>
          <p:cNvCxnSpPr/>
          <p:nvPr/>
        </p:nvCxnSpPr>
        <p:spPr>
          <a:xfrm>
            <a:off x="7843101" y="3570871"/>
            <a:ext cx="22617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DF742D-46AA-C3B0-2EC1-CAB525FE38F4}"/>
                  </a:ext>
                </a:extLst>
              </p:cNvPr>
              <p:cNvSpPr txBox="1"/>
              <p:nvPr/>
            </p:nvSpPr>
            <p:spPr>
              <a:xfrm>
                <a:off x="8243974" y="3291553"/>
                <a:ext cx="156256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r>
                  <a:rPr lang="en-US" sz="2800" dirty="0"/>
                  <a:t> tokens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DF742D-46AA-C3B0-2EC1-CAB525FE3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974" y="3291553"/>
                <a:ext cx="1562568" cy="523220"/>
              </a:xfrm>
              <a:prstGeom prst="rect">
                <a:avLst/>
              </a:prstGeom>
              <a:blipFill>
                <a:blip r:embed="rId13"/>
                <a:stretch>
                  <a:fillRect t="-14286" r="-4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C26996-F635-7626-D745-9E39B6E0208B}"/>
                  </a:ext>
                </a:extLst>
              </p:cNvPr>
              <p:cNvSpPr txBox="1"/>
              <p:nvPr/>
            </p:nvSpPr>
            <p:spPr>
              <a:xfrm>
                <a:off x="7229957" y="4326964"/>
                <a:ext cx="42760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C26996-F635-7626-D745-9E39B6E02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957" y="4326964"/>
                <a:ext cx="427609" cy="523220"/>
              </a:xfrm>
              <a:prstGeom prst="rect">
                <a:avLst/>
              </a:prstGeom>
              <a:blipFill>
                <a:blip r:embed="rId14"/>
                <a:stretch>
                  <a:fillRect l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DDA6626-937C-CC79-B8D3-DD4BF0A5EFAF}"/>
              </a:ext>
            </a:extLst>
          </p:cNvPr>
          <p:cNvCxnSpPr>
            <a:cxnSpLocks/>
          </p:cNvCxnSpPr>
          <p:nvPr/>
        </p:nvCxnSpPr>
        <p:spPr>
          <a:xfrm>
            <a:off x="5541999" y="3760844"/>
            <a:ext cx="0" cy="17096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37E9A-3783-1714-F025-05744FF8B682}"/>
                  </a:ext>
                </a:extLst>
              </p:cNvPr>
              <p:cNvSpPr txBox="1"/>
              <p:nvPr/>
            </p:nvSpPr>
            <p:spPr>
              <a:xfrm>
                <a:off x="5320793" y="4326964"/>
                <a:ext cx="42760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37E9A-3783-1714-F025-05744FF8B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793" y="4326964"/>
                <a:ext cx="427609" cy="523220"/>
              </a:xfrm>
              <a:prstGeom prst="rect">
                <a:avLst/>
              </a:prstGeom>
              <a:blipFill>
                <a:blip r:embed="rId15"/>
                <a:stretch>
                  <a:fillRect l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5403621-405B-BF5F-BF76-350D5D60445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74047" y="5162710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296C75-9A3B-5E68-4139-8A72B4B90D22}"/>
              </a:ext>
            </a:extLst>
          </p:cNvPr>
          <p:cNvSpPr txBox="1"/>
          <p:nvPr/>
        </p:nvSpPr>
        <p:spPr>
          <a:xfrm>
            <a:off x="4619833" y="1474438"/>
            <a:ext cx="140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Apple</a:t>
            </a:r>
            <a:endParaRPr lang="en-US" sz="3200" dirty="0"/>
          </a:p>
        </p:txBody>
      </p:sp>
      <p:pic>
        <p:nvPicPr>
          <p:cNvPr id="1026" name="Picture 2" descr="Apple logo - Free logo icons">
            <a:extLst>
              <a:ext uri="{FF2B5EF4-FFF2-40B4-BE49-F238E27FC236}">
                <a16:creationId xmlns:a16="http://schemas.microsoft.com/office/drawing/2014/main" id="{55E9BC29-CD5C-4764-AB48-4F0B7A65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083" y="2243328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151C04-C475-0ED5-C2DF-EE048E41668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995372" y="4169044"/>
            <a:ext cx="1578675" cy="1450866"/>
          </a:xfrm>
          <a:prstGeom prst="straightConnector1">
            <a:avLst/>
          </a:prstGeom>
          <a:ln w="19050">
            <a:solidFill>
              <a:srgbClr val="FA47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E6A3F4-BCDA-753A-1DEB-3A7D43AB662F}"/>
              </a:ext>
            </a:extLst>
          </p:cNvPr>
          <p:cNvCxnSpPr>
            <a:cxnSpLocks/>
          </p:cNvCxnSpPr>
          <p:nvPr/>
        </p:nvCxnSpPr>
        <p:spPr>
          <a:xfrm flipV="1">
            <a:off x="1983605" y="3220989"/>
            <a:ext cx="978571" cy="936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B76DE3E-49E0-EF18-94C8-C44813A363FE}"/>
              </a:ext>
            </a:extLst>
          </p:cNvPr>
          <p:cNvSpPr/>
          <p:nvPr/>
        </p:nvSpPr>
        <p:spPr>
          <a:xfrm>
            <a:off x="7876877" y="3832481"/>
            <a:ext cx="182880" cy="1664661"/>
          </a:xfrm>
          <a:prstGeom prst="rect">
            <a:avLst/>
          </a:prstGeom>
          <a:solidFill>
            <a:srgbClr val="FFB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64C53BC-D800-C828-6A14-FC920295BE9C}"/>
              </a:ext>
            </a:extLst>
          </p:cNvPr>
          <p:cNvSpPr/>
          <p:nvPr/>
        </p:nvSpPr>
        <p:spPr>
          <a:xfrm>
            <a:off x="8145958" y="3832481"/>
            <a:ext cx="182880" cy="1664661"/>
          </a:xfrm>
          <a:prstGeom prst="rect">
            <a:avLst/>
          </a:prstGeom>
          <a:solidFill>
            <a:srgbClr val="F295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4D0995-9B22-E01D-809E-FE064B24F62F}"/>
              </a:ext>
            </a:extLst>
          </p:cNvPr>
          <p:cNvSpPr/>
          <p:nvPr/>
        </p:nvSpPr>
        <p:spPr>
          <a:xfrm>
            <a:off x="8415039" y="3832481"/>
            <a:ext cx="182880" cy="16646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56CD56-F127-FA1E-EA3C-D6388415676C}"/>
              </a:ext>
            </a:extLst>
          </p:cNvPr>
          <p:cNvSpPr/>
          <p:nvPr/>
        </p:nvSpPr>
        <p:spPr>
          <a:xfrm>
            <a:off x="8684120" y="3832481"/>
            <a:ext cx="182880" cy="16646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4692F9-F7C5-2657-B92B-DC70905C8449}"/>
              </a:ext>
            </a:extLst>
          </p:cNvPr>
          <p:cNvSpPr/>
          <p:nvPr/>
        </p:nvSpPr>
        <p:spPr>
          <a:xfrm>
            <a:off x="9866294" y="3832481"/>
            <a:ext cx="182880" cy="166466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C912DB7-903E-EA78-E710-680EAB68966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13591" y="2670378"/>
            <a:ext cx="914400" cy="914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8DEB16E-F90F-3F63-6709-CA25D5CE5C2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18788" y="1615671"/>
            <a:ext cx="914400" cy="9144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40A3869-572A-71BE-FC79-A8D69644CFBD}"/>
              </a:ext>
            </a:extLst>
          </p:cNvPr>
          <p:cNvSpPr txBox="1"/>
          <p:nvPr/>
        </p:nvSpPr>
        <p:spPr>
          <a:xfrm>
            <a:off x="6661078" y="974782"/>
            <a:ext cx="52389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 bought an </a:t>
            </a:r>
            <a:r>
              <a:rPr lang="en-US" sz="2800" b="1" dirty="0"/>
              <a:t>apple</a:t>
            </a:r>
            <a:r>
              <a:rPr lang="en-US" sz="2800" dirty="0"/>
              <a:t> and an orange.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27D6BF-C60D-EFDD-B8B3-0D2186E5EEF9}"/>
              </a:ext>
            </a:extLst>
          </p:cNvPr>
          <p:cNvSpPr txBox="1"/>
          <p:nvPr/>
        </p:nvSpPr>
        <p:spPr>
          <a:xfrm>
            <a:off x="6661078" y="2365750"/>
            <a:ext cx="52389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 bought an </a:t>
            </a:r>
            <a:r>
              <a:rPr lang="en-US" sz="2800" b="1" dirty="0"/>
              <a:t>apple</a:t>
            </a:r>
            <a:r>
              <a:rPr lang="en-US" sz="2800" dirty="0"/>
              <a:t> watch.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A5CFE3A-1984-1373-15BE-08047A91E5D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87601" y="1539475"/>
            <a:ext cx="914400" cy="914400"/>
          </a:xfrm>
          <a:prstGeom prst="rect">
            <a:avLst/>
          </a:prstGeom>
        </p:spPr>
      </p:pic>
      <p:sp>
        <p:nvSpPr>
          <p:cNvPr id="54" name="Freeform 53">
            <a:extLst>
              <a:ext uri="{FF2B5EF4-FFF2-40B4-BE49-F238E27FC236}">
                <a16:creationId xmlns:a16="http://schemas.microsoft.com/office/drawing/2014/main" id="{37164447-B6A3-F0C4-D295-DE9C0587690F}"/>
              </a:ext>
            </a:extLst>
          </p:cNvPr>
          <p:cNvSpPr/>
          <p:nvPr/>
        </p:nvSpPr>
        <p:spPr>
          <a:xfrm>
            <a:off x="8155171" y="861157"/>
            <a:ext cx="595423" cy="244629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6E5A4212-86E1-F93C-8790-EF585788FB87}"/>
              </a:ext>
            </a:extLst>
          </p:cNvPr>
          <p:cNvSpPr/>
          <p:nvPr/>
        </p:nvSpPr>
        <p:spPr>
          <a:xfrm>
            <a:off x="7483062" y="663277"/>
            <a:ext cx="1299431" cy="444644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99E2AB0A-0E14-4A16-5B48-1C7E457E4728}"/>
              </a:ext>
            </a:extLst>
          </p:cNvPr>
          <p:cNvSpPr/>
          <p:nvPr/>
        </p:nvSpPr>
        <p:spPr>
          <a:xfrm>
            <a:off x="6770276" y="240190"/>
            <a:ext cx="2028314" cy="895532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6485E582-3F3E-62B2-381F-EE59C77A01EE}"/>
              </a:ext>
            </a:extLst>
          </p:cNvPr>
          <p:cNvSpPr/>
          <p:nvPr/>
        </p:nvSpPr>
        <p:spPr>
          <a:xfrm flipH="1">
            <a:off x="8934818" y="243467"/>
            <a:ext cx="1867194" cy="895532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654B91C9-1E7D-8041-B3C8-59EED7E76B6E}"/>
              </a:ext>
            </a:extLst>
          </p:cNvPr>
          <p:cNvSpPr/>
          <p:nvPr/>
        </p:nvSpPr>
        <p:spPr>
          <a:xfrm flipH="1">
            <a:off x="8984403" y="642608"/>
            <a:ext cx="1293672" cy="444644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D0C2C4DB-2760-1124-1B1A-8E549A1E6A42}"/>
              </a:ext>
            </a:extLst>
          </p:cNvPr>
          <p:cNvSpPr/>
          <p:nvPr/>
        </p:nvSpPr>
        <p:spPr>
          <a:xfrm flipH="1">
            <a:off x="9054186" y="824226"/>
            <a:ext cx="576259" cy="283404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024E6C5-0B40-FE50-F79B-85CA12D8617E}"/>
              </a:ext>
            </a:extLst>
          </p:cNvPr>
          <p:cNvSpPr/>
          <p:nvPr/>
        </p:nvSpPr>
        <p:spPr>
          <a:xfrm>
            <a:off x="8155171" y="2245233"/>
            <a:ext cx="595423" cy="244629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CF9055-4089-85F0-6369-880BB781371E}"/>
              </a:ext>
            </a:extLst>
          </p:cNvPr>
          <p:cNvSpPr/>
          <p:nvPr/>
        </p:nvSpPr>
        <p:spPr>
          <a:xfrm>
            <a:off x="7483062" y="2047353"/>
            <a:ext cx="1299431" cy="444644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A7DE714-6629-0B9F-8558-D75FC7FBFCA5}"/>
              </a:ext>
            </a:extLst>
          </p:cNvPr>
          <p:cNvSpPr/>
          <p:nvPr/>
        </p:nvSpPr>
        <p:spPr>
          <a:xfrm>
            <a:off x="6770276" y="1624266"/>
            <a:ext cx="2028314" cy="895532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6D70059-5A25-3D32-8C85-86095304C8DD}"/>
              </a:ext>
            </a:extLst>
          </p:cNvPr>
          <p:cNvSpPr/>
          <p:nvPr/>
        </p:nvSpPr>
        <p:spPr>
          <a:xfrm flipH="1">
            <a:off x="9054185" y="2208302"/>
            <a:ext cx="752356" cy="283404"/>
          </a:xfrm>
          <a:custGeom>
            <a:avLst/>
            <a:gdLst>
              <a:gd name="connsiteX0" fmla="*/ 0 w 595423"/>
              <a:gd name="connsiteY0" fmla="*/ 244629 h 244629"/>
              <a:gd name="connsiteX1" fmla="*/ 318977 w 595423"/>
              <a:gd name="connsiteY1" fmla="*/ 80 h 244629"/>
              <a:gd name="connsiteX2" fmla="*/ 595423 w 595423"/>
              <a:gd name="connsiteY2" fmla="*/ 223364 h 2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5423" h="244629">
                <a:moveTo>
                  <a:pt x="0" y="244629"/>
                </a:moveTo>
                <a:cubicBezTo>
                  <a:pt x="109870" y="124126"/>
                  <a:pt x="219740" y="3624"/>
                  <a:pt x="318977" y="80"/>
                </a:cubicBezTo>
                <a:cubicBezTo>
                  <a:pt x="418214" y="-3464"/>
                  <a:pt x="506818" y="109950"/>
                  <a:pt x="595423" y="22336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6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4" grpId="0" animBg="1"/>
      <p:bldP spid="55" grpId="0" animBg="1"/>
      <p:bldP spid="57" grpId="0" animBg="1"/>
      <p:bldP spid="58" grpId="0" animBg="1"/>
      <p:bldP spid="60" grpId="0" animBg="1"/>
      <p:bldP spid="63" grpId="0" animBg="1"/>
      <p:bldP spid="3" grpId="0" animBg="1"/>
      <p:bldP spid="4" grpId="0" animBg="1"/>
      <p:bldP spid="5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373815" y="1693069"/>
            <a:ext cx="9444369" cy="250031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D0CE33A-E55D-ABE8-A0EB-70E03A95CFE8}"/>
              </a:ext>
            </a:extLst>
          </p:cNvPr>
          <p:cNvGrpSpPr/>
          <p:nvPr/>
        </p:nvGrpSpPr>
        <p:grpSpPr>
          <a:xfrm>
            <a:off x="1977501" y="4177648"/>
            <a:ext cx="7865795" cy="322468"/>
            <a:chOff x="1977502" y="1395428"/>
            <a:chExt cx="7865795" cy="891248"/>
          </a:xfrm>
        </p:grpSpPr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3ECAADE-CCD0-7284-C14F-AD975AB2FE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89990" y="1406322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36E9B66-F049-B955-32B6-2C7F43D6E5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8873" y="139542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CC1774B-0AEF-34A6-1FE6-9D133EA62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373" y="1406321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C56DBF4-D4C6-1261-1C39-39BD35C57B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3708" y="1406320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C3DCE28-8230-F01A-5837-1E6DF52488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2010" y="140631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D70B275-89C8-F69C-CA09-42555602CF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43296" y="1395428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70AE89A-9903-4542-8E6E-FC54E8BD13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7502" y="1406323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033AF16-D308-E08D-24F2-84298738940E}"/>
              </a:ext>
            </a:extLst>
          </p:cNvPr>
          <p:cNvGrpSpPr/>
          <p:nvPr/>
        </p:nvGrpSpPr>
        <p:grpSpPr>
          <a:xfrm>
            <a:off x="1977502" y="1395429"/>
            <a:ext cx="7865795" cy="322468"/>
            <a:chOff x="1977502" y="1395428"/>
            <a:chExt cx="7865795" cy="891248"/>
          </a:xfrm>
        </p:grpSpPr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7B9CC69-36E4-179A-E32E-1C96732611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89990" y="1406322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B910AB1-A5E6-0E74-04D9-23C512174D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8873" y="139542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FBFE1626-F661-B14B-0D27-C4474FFF7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373" y="1406321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4D8EC9B-E4F1-2193-90F8-C6BD1CBC1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3708" y="1406320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A43EF01-626E-A104-08F5-6683586DC2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2010" y="140631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F5099CE-5F1E-C8B1-9E68-E0B5F9CDB0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43296" y="1395428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38D2EA9-5191-7082-4FB0-A72C338D19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7502" y="1406323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9584715-F788-1304-14D4-E3742F45EDAC}"/>
              </a:ext>
            </a:extLst>
          </p:cNvPr>
          <p:cNvCxnSpPr>
            <a:cxnSpLocks/>
          </p:cNvCxnSpPr>
          <p:nvPr/>
        </p:nvCxnSpPr>
        <p:spPr>
          <a:xfrm flipH="1" flipV="1">
            <a:off x="2989990" y="5297264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26AA501-52EA-3465-B2B6-7ABC2976DEC9}"/>
              </a:ext>
            </a:extLst>
          </p:cNvPr>
          <p:cNvCxnSpPr>
            <a:cxnSpLocks/>
          </p:cNvCxnSpPr>
          <p:nvPr/>
        </p:nvCxnSpPr>
        <p:spPr>
          <a:xfrm flipH="1" flipV="1">
            <a:off x="4328873" y="5286371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A94AB00-5DAD-168F-0964-0C9069C80AB1}"/>
              </a:ext>
            </a:extLst>
          </p:cNvPr>
          <p:cNvCxnSpPr>
            <a:cxnSpLocks/>
          </p:cNvCxnSpPr>
          <p:nvPr/>
        </p:nvCxnSpPr>
        <p:spPr>
          <a:xfrm flipH="1" flipV="1">
            <a:off x="5697373" y="5297263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83FD749-F7DB-35BE-E7DE-239F8C3E07E5}"/>
              </a:ext>
            </a:extLst>
          </p:cNvPr>
          <p:cNvCxnSpPr>
            <a:cxnSpLocks/>
          </p:cNvCxnSpPr>
          <p:nvPr/>
        </p:nvCxnSpPr>
        <p:spPr>
          <a:xfrm flipH="1" flipV="1">
            <a:off x="7053708" y="5297262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80072D7-9C4A-63CF-C2E1-FDEEF633270D}"/>
              </a:ext>
            </a:extLst>
          </p:cNvPr>
          <p:cNvCxnSpPr>
            <a:cxnSpLocks/>
          </p:cNvCxnSpPr>
          <p:nvPr/>
        </p:nvCxnSpPr>
        <p:spPr>
          <a:xfrm flipH="1" flipV="1">
            <a:off x="8382010" y="5297261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ECB8C05-C173-AB44-CA98-38FC3982398E}"/>
              </a:ext>
            </a:extLst>
          </p:cNvPr>
          <p:cNvCxnSpPr>
            <a:cxnSpLocks/>
          </p:cNvCxnSpPr>
          <p:nvPr/>
        </p:nvCxnSpPr>
        <p:spPr>
          <a:xfrm flipH="1" flipV="1">
            <a:off x="9843296" y="5286370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D94C647-B50F-6EFA-489B-0F02F3676A63}"/>
              </a:ext>
            </a:extLst>
          </p:cNvPr>
          <p:cNvCxnSpPr>
            <a:cxnSpLocks/>
            <a:stCxn id="15" idx="0"/>
            <a:endCxn id="24" idx="2"/>
          </p:cNvCxnSpPr>
          <p:nvPr/>
        </p:nvCxnSpPr>
        <p:spPr>
          <a:xfrm flipH="1" flipV="1">
            <a:off x="1977502" y="5297265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865F34-06B1-3823-B87D-1F955E560D28}"/>
              </a:ext>
            </a:extLst>
          </p:cNvPr>
          <p:cNvSpPr txBox="1"/>
          <p:nvPr/>
        </p:nvSpPr>
        <p:spPr>
          <a:xfrm>
            <a:off x="4874058" y="2558503"/>
            <a:ext cx="2443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Encoder</a:t>
            </a:r>
            <a:endParaRPr lang="en-US" sz="4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55C9C-347B-7A4E-E19D-250DD0E290E3}"/>
              </a:ext>
            </a:extLst>
          </p:cNvPr>
          <p:cNvSpPr txBox="1"/>
          <p:nvPr/>
        </p:nvSpPr>
        <p:spPr>
          <a:xfrm>
            <a:off x="1792728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B73D73-1843-E4B5-0B97-B499FB400842}"/>
              </a:ext>
            </a:extLst>
          </p:cNvPr>
          <p:cNvSpPr txBox="1"/>
          <p:nvPr/>
        </p:nvSpPr>
        <p:spPr>
          <a:xfrm>
            <a:off x="2374168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CCB344-8F33-9F68-761A-5A718BEDF9E6}"/>
              </a:ext>
            </a:extLst>
          </p:cNvPr>
          <p:cNvSpPr txBox="1"/>
          <p:nvPr/>
        </p:nvSpPr>
        <p:spPr>
          <a:xfrm>
            <a:off x="3817708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B572AD-3BA9-8D92-63E5-E47E3FFBA7D2}"/>
              </a:ext>
            </a:extLst>
          </p:cNvPr>
          <p:cNvSpPr txBox="1"/>
          <p:nvPr/>
        </p:nvSpPr>
        <p:spPr>
          <a:xfrm>
            <a:off x="516587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5B6CC-E34C-A0DA-C0E7-3E6468CC35D8}"/>
              </a:ext>
            </a:extLst>
          </p:cNvPr>
          <p:cNvSpPr txBox="1"/>
          <p:nvPr/>
        </p:nvSpPr>
        <p:spPr>
          <a:xfrm>
            <a:off x="651404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and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ADFA40-A354-049D-5B46-AC27C2D51C23}"/>
              </a:ext>
            </a:extLst>
          </p:cNvPr>
          <p:cNvSpPr txBox="1"/>
          <p:nvPr/>
        </p:nvSpPr>
        <p:spPr>
          <a:xfrm>
            <a:off x="7862209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F6E6CE-9AFA-5DDE-21D8-15DF90C0363A}"/>
              </a:ext>
            </a:extLst>
          </p:cNvPr>
          <p:cNvSpPr txBox="1"/>
          <p:nvPr/>
        </p:nvSpPr>
        <p:spPr>
          <a:xfrm>
            <a:off x="9210373" y="6177618"/>
            <a:ext cx="1553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orange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1845166" y="4468590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2857656" y="4457699"/>
            <a:ext cx="264672" cy="828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4205823" y="4457698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62D435-267E-B249-8A46-E2648DAB62AA}"/>
              </a:ext>
            </a:extLst>
          </p:cNvPr>
          <p:cNvSpPr/>
          <p:nvPr/>
        </p:nvSpPr>
        <p:spPr>
          <a:xfrm>
            <a:off x="5553990" y="4457698"/>
            <a:ext cx="264672" cy="828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6902157" y="4457697"/>
            <a:ext cx="264672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6147F2-1E5E-FAAB-22AF-5CEEB90077F9}"/>
              </a:ext>
            </a:extLst>
          </p:cNvPr>
          <p:cNvSpPr/>
          <p:nvPr/>
        </p:nvSpPr>
        <p:spPr>
          <a:xfrm>
            <a:off x="8250324" y="4457696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21AC28-0259-37E8-0044-00AADDF3105E}"/>
              </a:ext>
            </a:extLst>
          </p:cNvPr>
          <p:cNvSpPr/>
          <p:nvPr/>
        </p:nvSpPr>
        <p:spPr>
          <a:xfrm>
            <a:off x="9722304" y="4457696"/>
            <a:ext cx="264672" cy="8286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854043-5B84-F28A-C74C-07D6D02601D8}"/>
              </a:ext>
            </a:extLst>
          </p:cNvPr>
          <p:cNvSpPr txBox="1"/>
          <p:nvPr/>
        </p:nvSpPr>
        <p:spPr>
          <a:xfrm>
            <a:off x="162824" y="5436242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 </a:t>
            </a:r>
            <a:b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</a:br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0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</a:t>
            </a:r>
            <a:endParaRPr lang="en-US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77382" y="4576250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86240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DA4837A-3B24-87DF-74BB-D07AF146ACE5}"/>
                  </a:ext>
                </a:extLst>
              </p:cNvPr>
              <p:cNvSpPr/>
              <p:nvPr/>
            </p:nvSpPr>
            <p:spPr>
              <a:xfrm>
                <a:off x="1716578" y="552926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DA4837A-3B24-87DF-74BB-D07AF146AC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578" y="5529262"/>
                <a:ext cx="521847" cy="521847"/>
              </a:xfrm>
              <a:prstGeom prst="rect">
                <a:avLst/>
              </a:prstGeom>
              <a:blipFill>
                <a:blip r:embed="rId3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44A70E5-A7C0-9CFD-FF4C-6CC6D3B39BDF}"/>
                  </a:ext>
                </a:extLst>
              </p:cNvPr>
              <p:cNvSpPr/>
              <p:nvPr/>
            </p:nvSpPr>
            <p:spPr>
              <a:xfrm>
                <a:off x="2729068" y="552926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44A70E5-A7C0-9CFD-FF4C-6CC6D3B39B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068" y="5529262"/>
                <a:ext cx="521847" cy="521847"/>
              </a:xfrm>
              <a:prstGeom prst="rect">
                <a:avLst/>
              </a:prstGeom>
              <a:blipFill>
                <a:blip r:embed="rId4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3D18445-B828-94E1-5EF6-AFB46A27D5B2}"/>
                  </a:ext>
                </a:extLst>
              </p:cNvPr>
              <p:cNvSpPr/>
              <p:nvPr/>
            </p:nvSpPr>
            <p:spPr>
              <a:xfrm>
                <a:off x="4095803" y="552961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3D18445-B828-94E1-5EF6-AFB46A27D5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03" y="5529612"/>
                <a:ext cx="521847" cy="521847"/>
              </a:xfrm>
              <a:prstGeom prst="rect">
                <a:avLst/>
              </a:prstGeom>
              <a:blipFill>
                <a:blip r:embed="rId5"/>
                <a:stretch>
                  <a:fillRect l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AC0B24B-8864-847D-A42D-12CBEEDBC38B}"/>
                  </a:ext>
                </a:extLst>
              </p:cNvPr>
              <p:cNvSpPr/>
              <p:nvPr/>
            </p:nvSpPr>
            <p:spPr>
              <a:xfrm>
                <a:off x="5462538" y="5529611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AC0B24B-8864-847D-A42D-12CBEEDBC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538" y="5529611"/>
                <a:ext cx="521847" cy="521847"/>
              </a:xfrm>
              <a:prstGeom prst="rect">
                <a:avLst/>
              </a:prstGeom>
              <a:blipFill>
                <a:blip r:embed="rId6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1998CF3-C8BC-FD54-F3AA-28759588272B}"/>
                  </a:ext>
                </a:extLst>
              </p:cNvPr>
              <p:cNvSpPr/>
              <p:nvPr/>
            </p:nvSpPr>
            <p:spPr>
              <a:xfrm>
                <a:off x="6773569" y="5522471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1998CF3-C8BC-FD54-F3AA-28759588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569" y="5522471"/>
                <a:ext cx="521847" cy="521847"/>
              </a:xfrm>
              <a:prstGeom prst="rect">
                <a:avLst/>
              </a:prstGeom>
              <a:blipFill>
                <a:blip r:embed="rId7"/>
                <a:stretch>
                  <a:fillRect l="-15909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148BCCE-DAFB-F7E3-ABDE-BFF68909182A}"/>
                  </a:ext>
                </a:extLst>
              </p:cNvPr>
              <p:cNvSpPr/>
              <p:nvPr/>
            </p:nvSpPr>
            <p:spPr>
              <a:xfrm>
                <a:off x="8140304" y="552926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148BCCE-DAFB-F7E3-ABDE-BFF689091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304" y="5529262"/>
                <a:ext cx="521847" cy="521847"/>
              </a:xfrm>
              <a:prstGeom prst="rect">
                <a:avLst/>
              </a:prstGeom>
              <a:blipFill>
                <a:blip r:embed="rId8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2BE7CC-1CB2-08F6-D3D4-0F7F6F3CB1F8}"/>
                  </a:ext>
                </a:extLst>
              </p:cNvPr>
              <p:cNvSpPr/>
              <p:nvPr/>
            </p:nvSpPr>
            <p:spPr>
              <a:xfrm>
                <a:off x="9593716" y="5522471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2BE7CC-1CB2-08F6-D3D4-0F7F6F3CB1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716" y="5522471"/>
                <a:ext cx="521847" cy="521847"/>
              </a:xfrm>
              <a:prstGeom prst="rect">
                <a:avLst/>
              </a:prstGeom>
              <a:blipFill>
                <a:blip r:embed="rId9"/>
                <a:stretch>
                  <a:fillRect l="-19048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id="{B54A06D5-A3BB-FAEA-776A-1623ACA07B06}"/>
              </a:ext>
            </a:extLst>
          </p:cNvPr>
          <p:cNvSpPr/>
          <p:nvPr/>
        </p:nvSpPr>
        <p:spPr>
          <a:xfrm>
            <a:off x="1845166" y="557659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AA5B27-DD55-584E-A6FA-209042E2ACFA}"/>
              </a:ext>
            </a:extLst>
          </p:cNvPr>
          <p:cNvSpPr/>
          <p:nvPr/>
        </p:nvSpPr>
        <p:spPr>
          <a:xfrm>
            <a:off x="2857656" y="546768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81B01FC-09DC-D6A9-C91A-AE8E9473280D}"/>
              </a:ext>
            </a:extLst>
          </p:cNvPr>
          <p:cNvSpPr/>
          <p:nvPr/>
        </p:nvSpPr>
        <p:spPr>
          <a:xfrm>
            <a:off x="4205823" y="546767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075A515-5AAD-A134-A4E3-72EA57F12CB6}"/>
              </a:ext>
            </a:extLst>
          </p:cNvPr>
          <p:cNvSpPr/>
          <p:nvPr/>
        </p:nvSpPr>
        <p:spPr>
          <a:xfrm>
            <a:off x="5553990" y="546767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tx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tx2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6139D96-5F92-D413-EBD6-47C83E3D0F66}"/>
              </a:ext>
            </a:extLst>
          </p:cNvPr>
          <p:cNvSpPr/>
          <p:nvPr/>
        </p:nvSpPr>
        <p:spPr>
          <a:xfrm>
            <a:off x="6902157" y="546766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CB79283-B7CD-5995-D268-1E4607E6964A}"/>
              </a:ext>
            </a:extLst>
          </p:cNvPr>
          <p:cNvSpPr/>
          <p:nvPr/>
        </p:nvSpPr>
        <p:spPr>
          <a:xfrm>
            <a:off x="8250324" y="546765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1EF6AB3-B06C-878B-CF8A-6A90F885BDAE}"/>
              </a:ext>
            </a:extLst>
          </p:cNvPr>
          <p:cNvSpPr/>
          <p:nvPr/>
        </p:nvSpPr>
        <p:spPr>
          <a:xfrm>
            <a:off x="9722304" y="546765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87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  <p:bldP spid="20" grpId="0"/>
      <p:bldP spid="21" grpId="0"/>
      <p:bldP spid="22" grpId="0"/>
      <p:bldP spid="24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3" grpId="0" animBg="1"/>
      <p:bldP spid="35" grpId="0"/>
      <p:bldP spid="36" grpId="0"/>
      <p:bldP spid="37" grpId="0"/>
      <p:bldP spid="38" grpId="0" animBg="1"/>
      <p:bldP spid="39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67" grpId="0" animBg="1"/>
      <p:bldP spid="68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373815" y="1693069"/>
            <a:ext cx="9444369" cy="250031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D0CE33A-E55D-ABE8-A0EB-70E03A95CFE8}"/>
              </a:ext>
            </a:extLst>
          </p:cNvPr>
          <p:cNvGrpSpPr/>
          <p:nvPr/>
        </p:nvGrpSpPr>
        <p:grpSpPr>
          <a:xfrm>
            <a:off x="1977501" y="2704530"/>
            <a:ext cx="7865795" cy="1795586"/>
            <a:chOff x="1977502" y="1395428"/>
            <a:chExt cx="7865795" cy="891248"/>
          </a:xfrm>
        </p:grpSpPr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3ECAADE-CCD0-7284-C14F-AD975AB2FE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89990" y="1406322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36E9B66-F049-B955-32B6-2C7F43D6E5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8873" y="139542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CC1774B-0AEF-34A6-1FE6-9D133EA62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373" y="1406321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C56DBF4-D4C6-1261-1C39-39BD35C57B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3708" y="1406320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C3DCE28-8230-F01A-5837-1E6DF52488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2010" y="140631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D70B275-89C8-F69C-CA09-42555602CF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43296" y="1395428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70AE89A-9903-4542-8E6E-FC54E8BD13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7502" y="1406323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033AF16-D308-E08D-24F2-84298738940E}"/>
              </a:ext>
            </a:extLst>
          </p:cNvPr>
          <p:cNvGrpSpPr/>
          <p:nvPr/>
        </p:nvGrpSpPr>
        <p:grpSpPr>
          <a:xfrm>
            <a:off x="1977502" y="1395428"/>
            <a:ext cx="7865795" cy="669383"/>
            <a:chOff x="1977502" y="1395428"/>
            <a:chExt cx="7865795" cy="891248"/>
          </a:xfrm>
        </p:grpSpPr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7B9CC69-36E4-179A-E32E-1C96732611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89990" y="1406322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B910AB1-A5E6-0E74-04D9-23C512174D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8873" y="139542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FBFE1626-F661-B14B-0D27-C4474FFF7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373" y="1406321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4D8EC9B-E4F1-2193-90F8-C6BD1CBC1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3708" y="1406320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A43EF01-626E-A104-08F5-6683586DC2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2010" y="140631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F5099CE-5F1E-C8B1-9E68-E0B5F9CDB0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43296" y="1395428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38D2EA9-5191-7082-4FB0-A72C338D19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7502" y="1406323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9584715-F788-1304-14D4-E3742F45EDAC}"/>
              </a:ext>
            </a:extLst>
          </p:cNvPr>
          <p:cNvCxnSpPr>
            <a:cxnSpLocks/>
          </p:cNvCxnSpPr>
          <p:nvPr/>
        </p:nvCxnSpPr>
        <p:spPr>
          <a:xfrm flipH="1" flipV="1">
            <a:off x="2989990" y="5297264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26AA501-52EA-3465-B2B6-7ABC2976DEC9}"/>
              </a:ext>
            </a:extLst>
          </p:cNvPr>
          <p:cNvCxnSpPr>
            <a:cxnSpLocks/>
          </p:cNvCxnSpPr>
          <p:nvPr/>
        </p:nvCxnSpPr>
        <p:spPr>
          <a:xfrm flipH="1" flipV="1">
            <a:off x="4328873" y="5286371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A94AB00-5DAD-168F-0964-0C9069C80AB1}"/>
              </a:ext>
            </a:extLst>
          </p:cNvPr>
          <p:cNvCxnSpPr>
            <a:cxnSpLocks/>
          </p:cNvCxnSpPr>
          <p:nvPr/>
        </p:nvCxnSpPr>
        <p:spPr>
          <a:xfrm flipH="1" flipV="1">
            <a:off x="5697373" y="5297263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83FD749-F7DB-35BE-E7DE-239F8C3E07E5}"/>
              </a:ext>
            </a:extLst>
          </p:cNvPr>
          <p:cNvCxnSpPr>
            <a:cxnSpLocks/>
          </p:cNvCxnSpPr>
          <p:nvPr/>
        </p:nvCxnSpPr>
        <p:spPr>
          <a:xfrm flipH="1" flipV="1">
            <a:off x="7053708" y="5297262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80072D7-9C4A-63CF-C2E1-FDEEF633270D}"/>
              </a:ext>
            </a:extLst>
          </p:cNvPr>
          <p:cNvCxnSpPr>
            <a:cxnSpLocks/>
          </p:cNvCxnSpPr>
          <p:nvPr/>
        </p:nvCxnSpPr>
        <p:spPr>
          <a:xfrm flipH="1" flipV="1">
            <a:off x="8382010" y="5297261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ECB8C05-C173-AB44-CA98-38FC3982398E}"/>
              </a:ext>
            </a:extLst>
          </p:cNvPr>
          <p:cNvCxnSpPr>
            <a:cxnSpLocks/>
          </p:cNvCxnSpPr>
          <p:nvPr/>
        </p:nvCxnSpPr>
        <p:spPr>
          <a:xfrm flipH="1" flipV="1">
            <a:off x="9843296" y="5286370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D94C647-B50F-6EFA-489B-0F02F3676A63}"/>
              </a:ext>
            </a:extLst>
          </p:cNvPr>
          <p:cNvCxnSpPr>
            <a:cxnSpLocks/>
            <a:endCxn id="24" idx="2"/>
          </p:cNvCxnSpPr>
          <p:nvPr/>
        </p:nvCxnSpPr>
        <p:spPr>
          <a:xfrm flipH="1" flipV="1">
            <a:off x="1977502" y="5297265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1845166" y="4468590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2857656" y="4457699"/>
            <a:ext cx="264672" cy="828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4205823" y="4457698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6902157" y="4457697"/>
            <a:ext cx="264672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6147F2-1E5E-FAAB-22AF-5CEEB90077F9}"/>
              </a:ext>
            </a:extLst>
          </p:cNvPr>
          <p:cNvSpPr/>
          <p:nvPr/>
        </p:nvSpPr>
        <p:spPr>
          <a:xfrm>
            <a:off x="8250324" y="4457696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21AC28-0259-37E8-0044-00AADDF3105E}"/>
              </a:ext>
            </a:extLst>
          </p:cNvPr>
          <p:cNvSpPr/>
          <p:nvPr/>
        </p:nvSpPr>
        <p:spPr>
          <a:xfrm>
            <a:off x="9722304" y="4457696"/>
            <a:ext cx="264672" cy="8286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854043-5B84-F28A-C74C-07D6D02601D8}"/>
              </a:ext>
            </a:extLst>
          </p:cNvPr>
          <p:cNvSpPr txBox="1"/>
          <p:nvPr/>
        </p:nvSpPr>
        <p:spPr>
          <a:xfrm>
            <a:off x="162824" y="5321371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 </a:t>
            </a:r>
            <a:b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</a:br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0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</a:t>
            </a:r>
            <a:endParaRPr lang="en-US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77382" y="4489813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86240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DA4837A-3B24-87DF-74BB-D07AF146ACE5}"/>
                  </a:ext>
                </a:extLst>
              </p:cNvPr>
              <p:cNvSpPr/>
              <p:nvPr/>
            </p:nvSpPr>
            <p:spPr>
              <a:xfrm>
                <a:off x="1716578" y="552926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DA4837A-3B24-87DF-74BB-D07AF146AC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578" y="5529262"/>
                <a:ext cx="521847" cy="521847"/>
              </a:xfrm>
              <a:prstGeom prst="rect">
                <a:avLst/>
              </a:prstGeom>
              <a:blipFill>
                <a:blip r:embed="rId3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44A70E5-A7C0-9CFD-FF4C-6CC6D3B39BDF}"/>
                  </a:ext>
                </a:extLst>
              </p:cNvPr>
              <p:cNvSpPr/>
              <p:nvPr/>
            </p:nvSpPr>
            <p:spPr>
              <a:xfrm>
                <a:off x="2729068" y="552926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44A70E5-A7C0-9CFD-FF4C-6CC6D3B39B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068" y="5529262"/>
                <a:ext cx="521847" cy="521847"/>
              </a:xfrm>
              <a:prstGeom prst="rect">
                <a:avLst/>
              </a:prstGeom>
              <a:blipFill>
                <a:blip r:embed="rId4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3D18445-B828-94E1-5EF6-AFB46A27D5B2}"/>
                  </a:ext>
                </a:extLst>
              </p:cNvPr>
              <p:cNvSpPr/>
              <p:nvPr/>
            </p:nvSpPr>
            <p:spPr>
              <a:xfrm>
                <a:off x="4095803" y="552961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3D18445-B828-94E1-5EF6-AFB46A27D5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03" y="5529612"/>
                <a:ext cx="521847" cy="521847"/>
              </a:xfrm>
              <a:prstGeom prst="rect">
                <a:avLst/>
              </a:prstGeom>
              <a:blipFill>
                <a:blip r:embed="rId5"/>
                <a:stretch>
                  <a:fillRect l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AC0B24B-8864-847D-A42D-12CBEEDBC38B}"/>
                  </a:ext>
                </a:extLst>
              </p:cNvPr>
              <p:cNvSpPr/>
              <p:nvPr/>
            </p:nvSpPr>
            <p:spPr>
              <a:xfrm>
                <a:off x="5462538" y="5529611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AC0B24B-8864-847D-A42D-12CBEEDBC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538" y="5529611"/>
                <a:ext cx="521847" cy="521847"/>
              </a:xfrm>
              <a:prstGeom prst="rect">
                <a:avLst/>
              </a:prstGeom>
              <a:blipFill>
                <a:blip r:embed="rId6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1998CF3-C8BC-FD54-F3AA-28759588272B}"/>
                  </a:ext>
                </a:extLst>
              </p:cNvPr>
              <p:cNvSpPr/>
              <p:nvPr/>
            </p:nvSpPr>
            <p:spPr>
              <a:xfrm>
                <a:off x="6773569" y="5522471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1998CF3-C8BC-FD54-F3AA-28759588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569" y="5522471"/>
                <a:ext cx="521847" cy="521847"/>
              </a:xfrm>
              <a:prstGeom prst="rect">
                <a:avLst/>
              </a:prstGeom>
              <a:blipFill>
                <a:blip r:embed="rId7"/>
                <a:stretch>
                  <a:fillRect l="-15909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148BCCE-DAFB-F7E3-ABDE-BFF68909182A}"/>
                  </a:ext>
                </a:extLst>
              </p:cNvPr>
              <p:cNvSpPr/>
              <p:nvPr/>
            </p:nvSpPr>
            <p:spPr>
              <a:xfrm>
                <a:off x="8140304" y="552926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148BCCE-DAFB-F7E3-ABDE-BFF689091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304" y="5529262"/>
                <a:ext cx="521847" cy="521847"/>
              </a:xfrm>
              <a:prstGeom prst="rect">
                <a:avLst/>
              </a:prstGeom>
              <a:blipFill>
                <a:blip r:embed="rId8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2BE7CC-1CB2-08F6-D3D4-0F7F6F3CB1F8}"/>
                  </a:ext>
                </a:extLst>
              </p:cNvPr>
              <p:cNvSpPr/>
              <p:nvPr/>
            </p:nvSpPr>
            <p:spPr>
              <a:xfrm>
                <a:off x="9593716" y="5522471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2BE7CC-1CB2-08F6-D3D4-0F7F6F3CB1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716" y="5522471"/>
                <a:ext cx="521847" cy="521847"/>
              </a:xfrm>
              <a:prstGeom prst="rect">
                <a:avLst/>
              </a:prstGeom>
              <a:blipFill>
                <a:blip r:embed="rId9"/>
                <a:stretch>
                  <a:fillRect l="-19048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id="{B54A06D5-A3BB-FAEA-776A-1623ACA07B06}"/>
              </a:ext>
            </a:extLst>
          </p:cNvPr>
          <p:cNvSpPr/>
          <p:nvPr/>
        </p:nvSpPr>
        <p:spPr>
          <a:xfrm>
            <a:off x="1845166" y="557659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AA5B27-DD55-584E-A6FA-209042E2ACFA}"/>
              </a:ext>
            </a:extLst>
          </p:cNvPr>
          <p:cNvSpPr/>
          <p:nvPr/>
        </p:nvSpPr>
        <p:spPr>
          <a:xfrm>
            <a:off x="2857656" y="546768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81B01FC-09DC-D6A9-C91A-AE8E9473280D}"/>
              </a:ext>
            </a:extLst>
          </p:cNvPr>
          <p:cNvSpPr/>
          <p:nvPr/>
        </p:nvSpPr>
        <p:spPr>
          <a:xfrm>
            <a:off x="4205823" y="546767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6139D96-5F92-D413-EBD6-47C83E3D0F66}"/>
              </a:ext>
            </a:extLst>
          </p:cNvPr>
          <p:cNvSpPr/>
          <p:nvPr/>
        </p:nvSpPr>
        <p:spPr>
          <a:xfrm>
            <a:off x="6902157" y="546766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CB79283-B7CD-5995-D268-1E4607E6964A}"/>
              </a:ext>
            </a:extLst>
          </p:cNvPr>
          <p:cNvSpPr/>
          <p:nvPr/>
        </p:nvSpPr>
        <p:spPr>
          <a:xfrm>
            <a:off x="8250324" y="546765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1EF6AB3-B06C-878B-CF8A-6A90F885BDAE}"/>
              </a:ext>
            </a:extLst>
          </p:cNvPr>
          <p:cNvSpPr/>
          <p:nvPr/>
        </p:nvSpPr>
        <p:spPr>
          <a:xfrm>
            <a:off x="9722304" y="546765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29F598-3293-7A0F-42EF-44C758B93D07}"/>
              </a:ext>
            </a:extLst>
          </p:cNvPr>
          <p:cNvSpPr/>
          <p:nvPr/>
        </p:nvSpPr>
        <p:spPr>
          <a:xfrm>
            <a:off x="1420153" y="206481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3B099D-C033-D740-2799-91A7DF2C62B2}"/>
              </a:ext>
            </a:extLst>
          </p:cNvPr>
          <p:cNvSpPr/>
          <p:nvPr/>
        </p:nvSpPr>
        <p:spPr>
          <a:xfrm>
            <a:off x="2578989" y="205892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806ACF-0D57-BAF9-F015-CF366E8189AC}"/>
              </a:ext>
            </a:extLst>
          </p:cNvPr>
          <p:cNvSpPr/>
          <p:nvPr/>
        </p:nvSpPr>
        <p:spPr>
          <a:xfrm>
            <a:off x="3771524" y="206481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5B7D9A-1C58-825A-55FF-80923D7C2877}"/>
              </a:ext>
            </a:extLst>
          </p:cNvPr>
          <p:cNvSpPr/>
          <p:nvPr/>
        </p:nvSpPr>
        <p:spPr>
          <a:xfrm>
            <a:off x="5140024" y="205892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E24B9C-CEB8-7C6F-FDE6-85CB23ECFDD6}"/>
              </a:ext>
            </a:extLst>
          </p:cNvPr>
          <p:cNvSpPr/>
          <p:nvPr/>
        </p:nvSpPr>
        <p:spPr>
          <a:xfrm>
            <a:off x="6477144" y="205892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6BC26B-1976-E5E0-29B8-E04BAE65A438}"/>
              </a:ext>
            </a:extLst>
          </p:cNvPr>
          <p:cNvSpPr/>
          <p:nvPr/>
        </p:nvSpPr>
        <p:spPr>
          <a:xfrm>
            <a:off x="7824661" y="2058919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5C9267-39F7-179F-2C16-FBCC8826B312}"/>
              </a:ext>
            </a:extLst>
          </p:cNvPr>
          <p:cNvSpPr/>
          <p:nvPr/>
        </p:nvSpPr>
        <p:spPr>
          <a:xfrm>
            <a:off x="9297291" y="2065767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B623B-DD73-252C-1D5C-DC28EEA977C2}"/>
              </a:ext>
            </a:extLst>
          </p:cNvPr>
          <p:cNvSpPr txBox="1"/>
          <p:nvPr/>
        </p:nvSpPr>
        <p:spPr>
          <a:xfrm>
            <a:off x="1792728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DCA97-BFF7-217D-53C6-D6D6083AECC4}"/>
              </a:ext>
            </a:extLst>
          </p:cNvPr>
          <p:cNvSpPr txBox="1"/>
          <p:nvPr/>
        </p:nvSpPr>
        <p:spPr>
          <a:xfrm>
            <a:off x="2374168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B8E36-EAD5-36ED-24C9-F792EB4E8DC3}"/>
              </a:ext>
            </a:extLst>
          </p:cNvPr>
          <p:cNvSpPr txBox="1"/>
          <p:nvPr/>
        </p:nvSpPr>
        <p:spPr>
          <a:xfrm>
            <a:off x="3817708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DBA918-9E90-BB1F-AE52-D59B1E19EC2C}"/>
              </a:ext>
            </a:extLst>
          </p:cNvPr>
          <p:cNvSpPr txBox="1"/>
          <p:nvPr/>
        </p:nvSpPr>
        <p:spPr>
          <a:xfrm>
            <a:off x="516587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7FAFC-0F8C-C3A7-E103-7B276C441D01}"/>
              </a:ext>
            </a:extLst>
          </p:cNvPr>
          <p:cNvSpPr txBox="1"/>
          <p:nvPr/>
        </p:nvSpPr>
        <p:spPr>
          <a:xfrm>
            <a:off x="651404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and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4430A1-1203-1D18-BEE7-2AC2046E1209}"/>
              </a:ext>
            </a:extLst>
          </p:cNvPr>
          <p:cNvSpPr txBox="1"/>
          <p:nvPr/>
        </p:nvSpPr>
        <p:spPr>
          <a:xfrm>
            <a:off x="7862209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33C18C-3651-3136-68B7-25E10F712AB5}"/>
              </a:ext>
            </a:extLst>
          </p:cNvPr>
          <p:cNvSpPr txBox="1"/>
          <p:nvPr/>
        </p:nvSpPr>
        <p:spPr>
          <a:xfrm>
            <a:off x="9210373" y="6177618"/>
            <a:ext cx="1553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orange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C10F39-BAA8-5C4A-9BF9-9A17BCC28F0E}"/>
              </a:ext>
            </a:extLst>
          </p:cNvPr>
          <p:cNvSpPr/>
          <p:nvPr/>
        </p:nvSpPr>
        <p:spPr>
          <a:xfrm>
            <a:off x="5553990" y="4457698"/>
            <a:ext cx="264672" cy="828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D246BA-D8A5-469B-29CA-9067102C9F5D}"/>
              </a:ext>
            </a:extLst>
          </p:cNvPr>
          <p:cNvSpPr/>
          <p:nvPr/>
        </p:nvSpPr>
        <p:spPr>
          <a:xfrm>
            <a:off x="5553990" y="546767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tx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tx2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79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668061-F681-CEC8-609D-13FF64DA6089}"/>
              </a:ext>
            </a:extLst>
          </p:cNvPr>
          <p:cNvSpPr/>
          <p:nvPr/>
        </p:nvSpPr>
        <p:spPr>
          <a:xfrm>
            <a:off x="1373815" y="1693069"/>
            <a:ext cx="9444369" cy="250031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D0CE33A-E55D-ABE8-A0EB-70E03A95CFE8}"/>
              </a:ext>
            </a:extLst>
          </p:cNvPr>
          <p:cNvGrpSpPr/>
          <p:nvPr/>
        </p:nvGrpSpPr>
        <p:grpSpPr>
          <a:xfrm>
            <a:off x="1977501" y="2704530"/>
            <a:ext cx="7865795" cy="1795586"/>
            <a:chOff x="1977502" y="1395428"/>
            <a:chExt cx="7865795" cy="891248"/>
          </a:xfrm>
        </p:grpSpPr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3ECAADE-CCD0-7284-C14F-AD975AB2FE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89990" y="1406322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36E9B66-F049-B955-32B6-2C7F43D6E5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8873" y="139542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CC1774B-0AEF-34A6-1FE6-9D133EA62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373" y="1406321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C56DBF4-D4C6-1261-1C39-39BD35C57B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3708" y="1406320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C3DCE28-8230-F01A-5837-1E6DF52488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2010" y="140631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D70B275-89C8-F69C-CA09-42555602CF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43296" y="1395428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70AE89A-9903-4542-8E6E-FC54E8BD13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7502" y="1406323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033AF16-D308-E08D-24F2-84298738940E}"/>
              </a:ext>
            </a:extLst>
          </p:cNvPr>
          <p:cNvGrpSpPr/>
          <p:nvPr/>
        </p:nvGrpSpPr>
        <p:grpSpPr>
          <a:xfrm>
            <a:off x="1977502" y="1395428"/>
            <a:ext cx="7865795" cy="669383"/>
            <a:chOff x="1977502" y="1395428"/>
            <a:chExt cx="7865795" cy="891248"/>
          </a:xfrm>
        </p:grpSpPr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7B9CC69-36E4-179A-E32E-1C96732611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89990" y="1406322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B910AB1-A5E6-0E74-04D9-23C512174D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8873" y="139542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FBFE1626-F661-B14B-0D27-C4474FFF7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373" y="1406321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4D8EC9B-E4F1-2193-90F8-C6BD1CBC1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3708" y="1406320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A43EF01-626E-A104-08F5-6683586DC2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2010" y="1406319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F5099CE-5F1E-C8B1-9E68-E0B5F9CDB0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43296" y="1395428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38D2EA9-5191-7082-4FB0-A72C338D19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7502" y="1406323"/>
              <a:ext cx="1" cy="88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9584715-F788-1304-14D4-E3742F45EDAC}"/>
              </a:ext>
            </a:extLst>
          </p:cNvPr>
          <p:cNvCxnSpPr>
            <a:cxnSpLocks/>
          </p:cNvCxnSpPr>
          <p:nvPr/>
        </p:nvCxnSpPr>
        <p:spPr>
          <a:xfrm flipH="1" flipV="1">
            <a:off x="2989990" y="5297264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26AA501-52EA-3465-B2B6-7ABC2976DEC9}"/>
              </a:ext>
            </a:extLst>
          </p:cNvPr>
          <p:cNvCxnSpPr>
            <a:cxnSpLocks/>
          </p:cNvCxnSpPr>
          <p:nvPr/>
        </p:nvCxnSpPr>
        <p:spPr>
          <a:xfrm flipH="1" flipV="1">
            <a:off x="4328873" y="5286371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A94AB00-5DAD-168F-0964-0C9069C80AB1}"/>
              </a:ext>
            </a:extLst>
          </p:cNvPr>
          <p:cNvCxnSpPr>
            <a:cxnSpLocks/>
          </p:cNvCxnSpPr>
          <p:nvPr/>
        </p:nvCxnSpPr>
        <p:spPr>
          <a:xfrm flipH="1" flipV="1">
            <a:off x="5697373" y="5297263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83FD749-F7DB-35BE-E7DE-239F8C3E07E5}"/>
              </a:ext>
            </a:extLst>
          </p:cNvPr>
          <p:cNvCxnSpPr>
            <a:cxnSpLocks/>
          </p:cNvCxnSpPr>
          <p:nvPr/>
        </p:nvCxnSpPr>
        <p:spPr>
          <a:xfrm flipH="1" flipV="1">
            <a:off x="7053708" y="5297262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80072D7-9C4A-63CF-C2E1-FDEEF633270D}"/>
              </a:ext>
            </a:extLst>
          </p:cNvPr>
          <p:cNvCxnSpPr>
            <a:cxnSpLocks/>
          </p:cNvCxnSpPr>
          <p:nvPr/>
        </p:nvCxnSpPr>
        <p:spPr>
          <a:xfrm flipH="1" flipV="1">
            <a:off x="8382010" y="5297261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ECB8C05-C173-AB44-CA98-38FC3982398E}"/>
              </a:ext>
            </a:extLst>
          </p:cNvPr>
          <p:cNvCxnSpPr>
            <a:cxnSpLocks/>
          </p:cNvCxnSpPr>
          <p:nvPr/>
        </p:nvCxnSpPr>
        <p:spPr>
          <a:xfrm flipH="1" flipV="1">
            <a:off x="9843296" y="5286370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D94C647-B50F-6EFA-489B-0F02F3676A63}"/>
              </a:ext>
            </a:extLst>
          </p:cNvPr>
          <p:cNvCxnSpPr>
            <a:cxnSpLocks/>
            <a:endCxn id="24" idx="2"/>
          </p:cNvCxnSpPr>
          <p:nvPr/>
        </p:nvCxnSpPr>
        <p:spPr>
          <a:xfrm flipH="1" flipV="1">
            <a:off x="1977502" y="5297265"/>
            <a:ext cx="1" cy="880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1845166" y="4468590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2857656" y="4457699"/>
            <a:ext cx="264672" cy="828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4205823" y="4457698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6902157" y="4457697"/>
            <a:ext cx="264672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6147F2-1E5E-FAAB-22AF-5CEEB90077F9}"/>
              </a:ext>
            </a:extLst>
          </p:cNvPr>
          <p:cNvSpPr/>
          <p:nvPr/>
        </p:nvSpPr>
        <p:spPr>
          <a:xfrm>
            <a:off x="8250324" y="4457696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21AC28-0259-37E8-0044-00AADDF3105E}"/>
              </a:ext>
            </a:extLst>
          </p:cNvPr>
          <p:cNvSpPr/>
          <p:nvPr/>
        </p:nvSpPr>
        <p:spPr>
          <a:xfrm>
            <a:off x="9722304" y="4457696"/>
            <a:ext cx="264672" cy="8286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854043-5B84-F28A-C74C-07D6D02601D8}"/>
              </a:ext>
            </a:extLst>
          </p:cNvPr>
          <p:cNvSpPr txBox="1"/>
          <p:nvPr/>
        </p:nvSpPr>
        <p:spPr>
          <a:xfrm>
            <a:off x="162824" y="5321371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 </a:t>
            </a:r>
            <a:b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</a:br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0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</a:t>
            </a:r>
            <a:endParaRPr lang="en-US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77382" y="4489813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86240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DA4837A-3B24-87DF-74BB-D07AF146ACE5}"/>
                  </a:ext>
                </a:extLst>
              </p:cNvPr>
              <p:cNvSpPr/>
              <p:nvPr/>
            </p:nvSpPr>
            <p:spPr>
              <a:xfrm>
                <a:off x="1716578" y="552926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DA4837A-3B24-87DF-74BB-D07AF146AC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578" y="5529262"/>
                <a:ext cx="521847" cy="521847"/>
              </a:xfrm>
              <a:prstGeom prst="rect">
                <a:avLst/>
              </a:prstGeom>
              <a:blipFill>
                <a:blip r:embed="rId3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44A70E5-A7C0-9CFD-FF4C-6CC6D3B39BDF}"/>
                  </a:ext>
                </a:extLst>
              </p:cNvPr>
              <p:cNvSpPr/>
              <p:nvPr/>
            </p:nvSpPr>
            <p:spPr>
              <a:xfrm>
                <a:off x="2729068" y="552926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44A70E5-A7C0-9CFD-FF4C-6CC6D3B39B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068" y="5529262"/>
                <a:ext cx="521847" cy="521847"/>
              </a:xfrm>
              <a:prstGeom prst="rect">
                <a:avLst/>
              </a:prstGeom>
              <a:blipFill>
                <a:blip r:embed="rId4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3D18445-B828-94E1-5EF6-AFB46A27D5B2}"/>
                  </a:ext>
                </a:extLst>
              </p:cNvPr>
              <p:cNvSpPr/>
              <p:nvPr/>
            </p:nvSpPr>
            <p:spPr>
              <a:xfrm>
                <a:off x="4095803" y="552961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3D18445-B828-94E1-5EF6-AFB46A27D5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03" y="5529612"/>
                <a:ext cx="521847" cy="521847"/>
              </a:xfrm>
              <a:prstGeom prst="rect">
                <a:avLst/>
              </a:prstGeom>
              <a:blipFill>
                <a:blip r:embed="rId5"/>
                <a:stretch>
                  <a:fillRect l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AC0B24B-8864-847D-A42D-12CBEEDBC38B}"/>
                  </a:ext>
                </a:extLst>
              </p:cNvPr>
              <p:cNvSpPr/>
              <p:nvPr/>
            </p:nvSpPr>
            <p:spPr>
              <a:xfrm>
                <a:off x="5462538" y="5529611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AC0B24B-8864-847D-A42D-12CBEEDBC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538" y="5529611"/>
                <a:ext cx="521847" cy="521847"/>
              </a:xfrm>
              <a:prstGeom prst="rect">
                <a:avLst/>
              </a:prstGeom>
              <a:blipFill>
                <a:blip r:embed="rId6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1998CF3-C8BC-FD54-F3AA-28759588272B}"/>
                  </a:ext>
                </a:extLst>
              </p:cNvPr>
              <p:cNvSpPr/>
              <p:nvPr/>
            </p:nvSpPr>
            <p:spPr>
              <a:xfrm>
                <a:off x="6773569" y="5522471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1998CF3-C8BC-FD54-F3AA-28759588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569" y="5522471"/>
                <a:ext cx="521847" cy="521847"/>
              </a:xfrm>
              <a:prstGeom prst="rect">
                <a:avLst/>
              </a:prstGeom>
              <a:blipFill>
                <a:blip r:embed="rId7"/>
                <a:stretch>
                  <a:fillRect l="-15909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148BCCE-DAFB-F7E3-ABDE-BFF68909182A}"/>
                  </a:ext>
                </a:extLst>
              </p:cNvPr>
              <p:cNvSpPr/>
              <p:nvPr/>
            </p:nvSpPr>
            <p:spPr>
              <a:xfrm>
                <a:off x="8140304" y="5529262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148BCCE-DAFB-F7E3-ABDE-BFF689091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304" y="5529262"/>
                <a:ext cx="521847" cy="521847"/>
              </a:xfrm>
              <a:prstGeom prst="rect">
                <a:avLst/>
              </a:prstGeom>
              <a:blipFill>
                <a:blip r:embed="rId8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2BE7CC-1CB2-08F6-D3D4-0F7F6F3CB1F8}"/>
                  </a:ext>
                </a:extLst>
              </p:cNvPr>
              <p:cNvSpPr/>
              <p:nvPr/>
            </p:nvSpPr>
            <p:spPr>
              <a:xfrm>
                <a:off x="9593716" y="5522471"/>
                <a:ext cx="521847" cy="5218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2BE7CC-1CB2-08F6-D3D4-0F7F6F3CB1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716" y="5522471"/>
                <a:ext cx="521847" cy="521847"/>
              </a:xfrm>
              <a:prstGeom prst="rect">
                <a:avLst/>
              </a:prstGeom>
              <a:blipFill>
                <a:blip r:embed="rId9"/>
                <a:stretch>
                  <a:fillRect l="-19048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id="{B54A06D5-A3BB-FAEA-776A-1623ACA07B06}"/>
              </a:ext>
            </a:extLst>
          </p:cNvPr>
          <p:cNvSpPr/>
          <p:nvPr/>
        </p:nvSpPr>
        <p:spPr>
          <a:xfrm>
            <a:off x="1845166" y="557659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AA5B27-DD55-584E-A6FA-209042E2ACFA}"/>
              </a:ext>
            </a:extLst>
          </p:cNvPr>
          <p:cNvSpPr/>
          <p:nvPr/>
        </p:nvSpPr>
        <p:spPr>
          <a:xfrm>
            <a:off x="2857656" y="546768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81B01FC-09DC-D6A9-C91A-AE8E9473280D}"/>
              </a:ext>
            </a:extLst>
          </p:cNvPr>
          <p:cNvSpPr/>
          <p:nvPr/>
        </p:nvSpPr>
        <p:spPr>
          <a:xfrm>
            <a:off x="4205823" y="546767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6139D96-5F92-D413-EBD6-47C83E3D0F66}"/>
              </a:ext>
            </a:extLst>
          </p:cNvPr>
          <p:cNvSpPr/>
          <p:nvPr/>
        </p:nvSpPr>
        <p:spPr>
          <a:xfrm>
            <a:off x="6902157" y="546766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CB79283-B7CD-5995-D268-1E4607E6964A}"/>
              </a:ext>
            </a:extLst>
          </p:cNvPr>
          <p:cNvSpPr/>
          <p:nvPr/>
        </p:nvSpPr>
        <p:spPr>
          <a:xfrm>
            <a:off x="8250324" y="546765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1EF6AB3-B06C-878B-CF8A-6A90F885BDAE}"/>
              </a:ext>
            </a:extLst>
          </p:cNvPr>
          <p:cNvSpPr/>
          <p:nvPr/>
        </p:nvSpPr>
        <p:spPr>
          <a:xfrm>
            <a:off x="9722304" y="546765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29F598-3293-7A0F-42EF-44C758B93D07}"/>
              </a:ext>
            </a:extLst>
          </p:cNvPr>
          <p:cNvSpPr/>
          <p:nvPr/>
        </p:nvSpPr>
        <p:spPr>
          <a:xfrm>
            <a:off x="1420153" y="206481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3B099D-C033-D740-2799-91A7DF2C62B2}"/>
              </a:ext>
            </a:extLst>
          </p:cNvPr>
          <p:cNvSpPr/>
          <p:nvPr/>
        </p:nvSpPr>
        <p:spPr>
          <a:xfrm>
            <a:off x="2578989" y="205892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806ACF-0D57-BAF9-F015-CF366E8189AC}"/>
              </a:ext>
            </a:extLst>
          </p:cNvPr>
          <p:cNvSpPr/>
          <p:nvPr/>
        </p:nvSpPr>
        <p:spPr>
          <a:xfrm>
            <a:off x="3771524" y="206481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5B7D9A-1C58-825A-55FF-80923D7C2877}"/>
              </a:ext>
            </a:extLst>
          </p:cNvPr>
          <p:cNvSpPr/>
          <p:nvPr/>
        </p:nvSpPr>
        <p:spPr>
          <a:xfrm>
            <a:off x="5140024" y="205892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E24B9C-CEB8-7C6F-FDE6-85CB23ECFDD6}"/>
              </a:ext>
            </a:extLst>
          </p:cNvPr>
          <p:cNvSpPr/>
          <p:nvPr/>
        </p:nvSpPr>
        <p:spPr>
          <a:xfrm>
            <a:off x="6477144" y="205892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6BC26B-1976-E5E0-29B8-E04BAE65A438}"/>
              </a:ext>
            </a:extLst>
          </p:cNvPr>
          <p:cNvSpPr/>
          <p:nvPr/>
        </p:nvSpPr>
        <p:spPr>
          <a:xfrm>
            <a:off x="7824661" y="2058919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5C9267-39F7-179F-2C16-FBCC8826B312}"/>
              </a:ext>
            </a:extLst>
          </p:cNvPr>
          <p:cNvSpPr/>
          <p:nvPr/>
        </p:nvSpPr>
        <p:spPr>
          <a:xfrm>
            <a:off x="9297291" y="2065767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1792728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2374168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3817708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516587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651404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and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F58EF3-C3A5-F29C-EA66-877AD0A19BA3}"/>
              </a:ext>
            </a:extLst>
          </p:cNvPr>
          <p:cNvSpPr txBox="1"/>
          <p:nvPr/>
        </p:nvSpPr>
        <p:spPr>
          <a:xfrm>
            <a:off x="7862209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E0AEE5-F6FF-5E3C-C7D6-3E0F78F962E6}"/>
              </a:ext>
            </a:extLst>
          </p:cNvPr>
          <p:cNvSpPr txBox="1"/>
          <p:nvPr/>
        </p:nvSpPr>
        <p:spPr>
          <a:xfrm>
            <a:off x="9210373" y="6177618"/>
            <a:ext cx="1553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orange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5553990" y="4457698"/>
            <a:ext cx="264672" cy="828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0E5AB1-B0C2-ED27-BA27-956956E7F87B}"/>
              </a:ext>
            </a:extLst>
          </p:cNvPr>
          <p:cNvSpPr/>
          <p:nvPr/>
        </p:nvSpPr>
        <p:spPr>
          <a:xfrm>
            <a:off x="5553990" y="546767"/>
            <a:ext cx="264672" cy="82867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tx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tx2">
                  <a:lumMod val="20000"/>
                  <a:lumOff val="8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2DD130A-C112-209D-8E94-B3ABDD52D717}"/>
              </a:ext>
            </a:extLst>
          </p:cNvPr>
          <p:cNvSpPr/>
          <p:nvPr/>
        </p:nvSpPr>
        <p:spPr>
          <a:xfrm>
            <a:off x="1552358" y="3142181"/>
            <a:ext cx="8739950" cy="813132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D10AD9-FA1C-E6A9-4662-D603AEDDBDFB}"/>
              </a:ext>
            </a:extLst>
          </p:cNvPr>
          <p:cNvSpPr txBox="1"/>
          <p:nvPr/>
        </p:nvSpPr>
        <p:spPr>
          <a:xfrm>
            <a:off x="4807051" y="3288533"/>
            <a:ext cx="2577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Self-Attention</a:t>
            </a:r>
          </a:p>
        </p:txBody>
      </p:sp>
    </p:spTree>
    <p:extLst>
      <p:ext uri="{BB962C8B-B14F-4D97-AF65-F5344CB8AC3E}">
        <p14:creationId xmlns:p14="http://schemas.microsoft.com/office/powerpoint/2010/main" val="659392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1845166" y="5348943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2857656" y="5338052"/>
            <a:ext cx="264672" cy="828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4205823" y="5338051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6902157" y="5338050"/>
            <a:ext cx="264672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6147F2-1E5E-FAAB-22AF-5CEEB90077F9}"/>
              </a:ext>
            </a:extLst>
          </p:cNvPr>
          <p:cNvSpPr/>
          <p:nvPr/>
        </p:nvSpPr>
        <p:spPr>
          <a:xfrm>
            <a:off x="8250324" y="5338049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21AC28-0259-37E8-0044-00AADDF3105E}"/>
              </a:ext>
            </a:extLst>
          </p:cNvPr>
          <p:cNvSpPr/>
          <p:nvPr/>
        </p:nvSpPr>
        <p:spPr>
          <a:xfrm>
            <a:off x="9722304" y="5338049"/>
            <a:ext cx="264672" cy="8286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77382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86240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1792728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2374168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3817708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516587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651404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and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F58EF3-C3A5-F29C-EA66-877AD0A19BA3}"/>
              </a:ext>
            </a:extLst>
          </p:cNvPr>
          <p:cNvSpPr txBox="1"/>
          <p:nvPr/>
        </p:nvSpPr>
        <p:spPr>
          <a:xfrm>
            <a:off x="7862209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E0AEE5-F6FF-5E3C-C7D6-3E0F78F962E6}"/>
              </a:ext>
            </a:extLst>
          </p:cNvPr>
          <p:cNvSpPr txBox="1"/>
          <p:nvPr/>
        </p:nvSpPr>
        <p:spPr>
          <a:xfrm>
            <a:off x="9210373" y="6177618"/>
            <a:ext cx="1553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orange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5553990" y="5338051"/>
            <a:ext cx="264672" cy="828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D10AD9-FA1C-E6A9-4662-D603AEDDBDFB}"/>
              </a:ext>
            </a:extLst>
          </p:cNvPr>
          <p:cNvSpPr txBox="1"/>
          <p:nvPr/>
        </p:nvSpPr>
        <p:spPr>
          <a:xfrm>
            <a:off x="84867" y="178325"/>
            <a:ext cx="2577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Self-Attention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4CADC6-2FB6-29EE-F504-2BBAC53CC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729" y="1459793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A4A2EB-7987-667E-94F0-E26FEEA4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708" y="1835604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CCFB76-C0DD-FCB9-99F4-6CA6CDC09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409" y="3082419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AC5C10-2EC6-0C11-8FCF-321FC922398E}"/>
              </a:ext>
            </a:extLst>
          </p:cNvPr>
          <p:cNvCxnSpPr/>
          <p:nvPr/>
        </p:nvCxnSpPr>
        <p:spPr>
          <a:xfrm>
            <a:off x="4033822" y="3012488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AC61B1-32C4-DF8E-D7F0-5DC81F34C23B}"/>
              </a:ext>
            </a:extLst>
          </p:cNvPr>
          <p:cNvCxnSpPr>
            <a:cxnSpLocks/>
          </p:cNvCxnSpPr>
          <p:nvPr/>
        </p:nvCxnSpPr>
        <p:spPr>
          <a:xfrm flipV="1">
            <a:off x="5734606" y="1275299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5E33672A-A151-779B-D5B5-72311FE4E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006410" y="3703104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708CEBF-B4C5-F6B0-76FD-5F2859F65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412" y="1525394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F2BD854-C6C5-9998-8ED5-ECAA523EE8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1609" y="470687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B03C370-D002-D266-333C-2BF19ACBFC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422" y="394491"/>
            <a:ext cx="914400" cy="9144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0B6BCB24-47A2-7A19-5CDF-9B206E9A9D66}"/>
              </a:ext>
            </a:extLst>
          </p:cNvPr>
          <p:cNvSpPr txBox="1"/>
          <p:nvPr/>
        </p:nvSpPr>
        <p:spPr>
          <a:xfrm>
            <a:off x="5996496" y="224373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7A96293-238D-F302-A27A-BB182CE9E49A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5734606" y="2505348"/>
            <a:ext cx="261890" cy="496248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31B34F1-D5AD-55EC-8172-D38036FFC768}"/>
              </a:ext>
            </a:extLst>
          </p:cNvPr>
          <p:cNvSpPr txBox="1"/>
          <p:nvPr/>
        </p:nvSpPr>
        <p:spPr>
          <a:xfrm>
            <a:off x="4071071" y="4581868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43198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autoRev="1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50000">
                                          <p:cBhvr>
                                            <p:cTn id="6" dur="1000" fill="hold"/>
                                            <p:tgtEl>
                                              <p:spTgt spid="23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26" presetClass="emph" presetSubtype="0" repeatCount="3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9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autoRev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1000" fill="hold"/>
                                            <p:tgtEl>
                                              <p:spTgt spid="23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26" presetClass="emph" presetSubtype="0" repeatCount="3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9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1845166" y="5348943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2857656" y="5338052"/>
            <a:ext cx="264672" cy="828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4205823" y="5338051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6902157" y="5338050"/>
            <a:ext cx="264672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6147F2-1E5E-FAAB-22AF-5CEEB90077F9}"/>
              </a:ext>
            </a:extLst>
          </p:cNvPr>
          <p:cNvSpPr/>
          <p:nvPr/>
        </p:nvSpPr>
        <p:spPr>
          <a:xfrm>
            <a:off x="8250324" y="5338049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21AC28-0259-37E8-0044-00AADDF3105E}"/>
              </a:ext>
            </a:extLst>
          </p:cNvPr>
          <p:cNvSpPr/>
          <p:nvPr/>
        </p:nvSpPr>
        <p:spPr>
          <a:xfrm>
            <a:off x="9722304" y="5338049"/>
            <a:ext cx="264672" cy="8286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77382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86240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1792728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2374168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3817708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516587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651404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and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F58EF3-C3A5-F29C-EA66-877AD0A19BA3}"/>
              </a:ext>
            </a:extLst>
          </p:cNvPr>
          <p:cNvSpPr txBox="1"/>
          <p:nvPr/>
        </p:nvSpPr>
        <p:spPr>
          <a:xfrm>
            <a:off x="7862209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E0AEE5-F6FF-5E3C-C7D6-3E0F78F962E6}"/>
              </a:ext>
            </a:extLst>
          </p:cNvPr>
          <p:cNvSpPr txBox="1"/>
          <p:nvPr/>
        </p:nvSpPr>
        <p:spPr>
          <a:xfrm>
            <a:off x="9210373" y="6177618"/>
            <a:ext cx="1553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orange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5553990" y="5338051"/>
            <a:ext cx="264672" cy="828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D10AD9-FA1C-E6A9-4662-D603AEDDBDFB}"/>
              </a:ext>
            </a:extLst>
          </p:cNvPr>
          <p:cNvSpPr txBox="1"/>
          <p:nvPr/>
        </p:nvSpPr>
        <p:spPr>
          <a:xfrm>
            <a:off x="84867" y="178325"/>
            <a:ext cx="2577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Self-Attention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4CADC6-2FB6-29EE-F504-2BBAC53CC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729" y="1459793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A4A2EB-7987-667E-94F0-E26FEEA4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708" y="1835604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CCFB76-C0DD-FCB9-99F4-6CA6CDC09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409" y="3082419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AC5C10-2EC6-0C11-8FCF-321FC922398E}"/>
              </a:ext>
            </a:extLst>
          </p:cNvPr>
          <p:cNvCxnSpPr/>
          <p:nvPr/>
        </p:nvCxnSpPr>
        <p:spPr>
          <a:xfrm>
            <a:off x="4033822" y="3012488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AC61B1-32C4-DF8E-D7F0-5DC81F34C23B}"/>
              </a:ext>
            </a:extLst>
          </p:cNvPr>
          <p:cNvCxnSpPr>
            <a:cxnSpLocks/>
          </p:cNvCxnSpPr>
          <p:nvPr/>
        </p:nvCxnSpPr>
        <p:spPr>
          <a:xfrm flipV="1">
            <a:off x="5734606" y="1275299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5E33672A-A151-779B-D5B5-72311FE4E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006410" y="3703104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708CEBF-B4C5-F6B0-76FD-5F2859F65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412" y="1525394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F2BD854-C6C5-9998-8ED5-ECAA523EE8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1609" y="470687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B03C370-D002-D266-333C-2BF19ACBFC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422" y="394491"/>
            <a:ext cx="914400" cy="9144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0B6BCB24-47A2-7A19-5CDF-9B206E9A9D66}"/>
              </a:ext>
            </a:extLst>
          </p:cNvPr>
          <p:cNvSpPr txBox="1"/>
          <p:nvPr/>
        </p:nvSpPr>
        <p:spPr>
          <a:xfrm>
            <a:off x="7037897" y="3950800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7A96293-238D-F302-A27A-BB182CE9E49A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5734606" y="3012488"/>
            <a:ext cx="1303291" cy="1199922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F1F3A77-9F2B-D749-A2B8-BD1933A431D2}"/>
              </a:ext>
            </a:extLst>
          </p:cNvPr>
          <p:cNvSpPr txBox="1"/>
          <p:nvPr/>
        </p:nvSpPr>
        <p:spPr>
          <a:xfrm>
            <a:off x="4071071" y="4581868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5710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1845166" y="5348943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2857656" y="5338052"/>
            <a:ext cx="264672" cy="828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4205823" y="5338051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6902157" y="5338050"/>
            <a:ext cx="264672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77382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86240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1792728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2374168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3817708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516587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6442109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5553990" y="5338051"/>
            <a:ext cx="264672" cy="828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D10AD9-FA1C-E6A9-4662-D603AEDDBDFB}"/>
              </a:ext>
            </a:extLst>
          </p:cNvPr>
          <p:cNvSpPr txBox="1"/>
          <p:nvPr/>
        </p:nvSpPr>
        <p:spPr>
          <a:xfrm>
            <a:off x="84867" y="178325"/>
            <a:ext cx="2577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Self-Attention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4CADC6-2FB6-29EE-F504-2BBAC53CC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729" y="1459793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A4A2EB-7987-667E-94F0-E26FEEA4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708" y="1835604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CCFB76-C0DD-FCB9-99F4-6CA6CDC09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409" y="3082419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AC5C10-2EC6-0C11-8FCF-321FC922398E}"/>
              </a:ext>
            </a:extLst>
          </p:cNvPr>
          <p:cNvCxnSpPr/>
          <p:nvPr/>
        </p:nvCxnSpPr>
        <p:spPr>
          <a:xfrm>
            <a:off x="4033822" y="3012488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AC61B1-32C4-DF8E-D7F0-5DC81F34C23B}"/>
              </a:ext>
            </a:extLst>
          </p:cNvPr>
          <p:cNvCxnSpPr>
            <a:cxnSpLocks/>
          </p:cNvCxnSpPr>
          <p:nvPr/>
        </p:nvCxnSpPr>
        <p:spPr>
          <a:xfrm flipV="1">
            <a:off x="5734606" y="1275299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5E33672A-A151-779B-D5B5-72311FE4E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006410" y="3703104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708CEBF-B4C5-F6B0-76FD-5F2859F65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412" y="1525394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F2BD854-C6C5-9998-8ED5-ECAA523EE8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1609" y="470687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B03C370-D002-D266-333C-2BF19ACBFC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422" y="394491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E1F848-00D3-9202-FDFE-A5BE8DAF0D6D}"/>
              </a:ext>
            </a:extLst>
          </p:cNvPr>
          <p:cNvSpPr txBox="1"/>
          <p:nvPr/>
        </p:nvSpPr>
        <p:spPr>
          <a:xfrm>
            <a:off x="5996496" y="224373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420BBB1-A2A9-269B-2A86-40E669262CFA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5734606" y="2505348"/>
            <a:ext cx="261890" cy="496248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1000487-A292-997F-BFCC-AEB35607A5EB}"/>
              </a:ext>
            </a:extLst>
          </p:cNvPr>
          <p:cNvSpPr txBox="1"/>
          <p:nvPr/>
        </p:nvSpPr>
        <p:spPr>
          <a:xfrm>
            <a:off x="4071071" y="4581868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199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autoRev="1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50000">
                                          <p:cBhvr>
                                            <p:cTn id="6" dur="1000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26" presetClass="emph" presetSubtype="0" repeatCount="3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" dur="500" tmFilter="0, 0; .2, .5; .8, .5; 1, 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9" dur="250" autoRev="1" fill="hold"/>
                                            <p:tgtEl>
                                              <p:spTgt spid="5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autoRev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1000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" presetID="26" presetClass="emph" presetSubtype="0" repeatCount="3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" dur="500" tmFilter="0, 0; .2, .5; .8, .5; 1, 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9" dur="250" autoRev="1" fill="hold"/>
                                            <p:tgtEl>
                                              <p:spTgt spid="5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</p:bld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1845166" y="5348943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2857656" y="5338052"/>
            <a:ext cx="264672" cy="828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4205823" y="5338051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6902157" y="5338050"/>
            <a:ext cx="264672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77382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86240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1792728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2374168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3817708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516587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6442109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5553990" y="5338051"/>
            <a:ext cx="264672" cy="828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D10AD9-FA1C-E6A9-4662-D603AEDDBDFB}"/>
              </a:ext>
            </a:extLst>
          </p:cNvPr>
          <p:cNvSpPr txBox="1"/>
          <p:nvPr/>
        </p:nvSpPr>
        <p:spPr>
          <a:xfrm>
            <a:off x="84867" y="178325"/>
            <a:ext cx="2577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Self-Attention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4CADC6-2FB6-29EE-F504-2BBAC53CC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729" y="1459793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A4A2EB-7987-667E-94F0-E26FEEA4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708" y="1835604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CCFB76-C0DD-FCB9-99F4-6CA6CDC09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409" y="3082419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AC5C10-2EC6-0C11-8FCF-321FC922398E}"/>
              </a:ext>
            </a:extLst>
          </p:cNvPr>
          <p:cNvCxnSpPr/>
          <p:nvPr/>
        </p:nvCxnSpPr>
        <p:spPr>
          <a:xfrm>
            <a:off x="4033822" y="3012488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AC61B1-32C4-DF8E-D7F0-5DC81F34C23B}"/>
              </a:ext>
            </a:extLst>
          </p:cNvPr>
          <p:cNvCxnSpPr>
            <a:cxnSpLocks/>
          </p:cNvCxnSpPr>
          <p:nvPr/>
        </p:nvCxnSpPr>
        <p:spPr>
          <a:xfrm flipV="1">
            <a:off x="5734606" y="1275299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5E33672A-A151-779B-D5B5-72311FE4E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006410" y="3703104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708CEBF-B4C5-F6B0-76FD-5F2859F65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412" y="1525394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F2BD854-C6C5-9998-8ED5-ECAA523EE8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1609" y="470687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B03C370-D002-D266-333C-2BF19ACBFC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422" y="394491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4CBDF8-A373-5347-3A25-54D6C5F4F8BD}"/>
              </a:ext>
            </a:extLst>
          </p:cNvPr>
          <p:cNvSpPr txBox="1"/>
          <p:nvPr/>
        </p:nvSpPr>
        <p:spPr>
          <a:xfrm>
            <a:off x="6151031" y="180213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CE2B943-B74C-D461-D33F-E1E46DF16812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5734606" y="2063748"/>
            <a:ext cx="416425" cy="94874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E0A201-6DDC-2724-B231-F8F8123F549C}"/>
              </a:ext>
            </a:extLst>
          </p:cNvPr>
          <p:cNvSpPr txBox="1"/>
          <p:nvPr/>
        </p:nvSpPr>
        <p:spPr>
          <a:xfrm>
            <a:off x="4071071" y="4581868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910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D10AD9-FA1C-E6A9-4662-D603AEDDBDFB}"/>
              </a:ext>
            </a:extLst>
          </p:cNvPr>
          <p:cNvSpPr txBox="1"/>
          <p:nvPr/>
        </p:nvSpPr>
        <p:spPr>
          <a:xfrm>
            <a:off x="84867" y="178325"/>
            <a:ext cx="2577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Self-Attention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EC66B-C03A-9860-2F0E-024C1FB8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729" y="1459793"/>
            <a:ext cx="9144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738FEE-79E8-EB9B-B7C6-C067DB857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708" y="1835604"/>
            <a:ext cx="914400" cy="91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BF78AD-C975-F76F-286E-B92B88D29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409" y="3082419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2AD43C-0B47-65D3-7FDB-F830E7A818A8}"/>
              </a:ext>
            </a:extLst>
          </p:cNvPr>
          <p:cNvCxnSpPr/>
          <p:nvPr/>
        </p:nvCxnSpPr>
        <p:spPr>
          <a:xfrm>
            <a:off x="4033822" y="3012488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0854F6-FBB3-A788-F4C6-C6D2A6586B1B}"/>
              </a:ext>
            </a:extLst>
          </p:cNvPr>
          <p:cNvCxnSpPr>
            <a:cxnSpLocks/>
          </p:cNvCxnSpPr>
          <p:nvPr/>
        </p:nvCxnSpPr>
        <p:spPr>
          <a:xfrm flipV="1">
            <a:off x="5734606" y="1275299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6A2409CC-F59E-17C8-E201-CD1F4E9C95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006410" y="3703104"/>
            <a:ext cx="914400" cy="914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3AC527B-2E35-0EAA-7748-26F141FBA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412" y="1525394"/>
            <a:ext cx="914400" cy="914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412D0C5-45AF-6523-8CA1-4DCB8A7FDA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1609" y="470687"/>
            <a:ext cx="914400" cy="914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14C975C-FEA1-B4C7-F206-B9E8D91729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422" y="394491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BF99681-1F1A-D6D0-D8A6-48B1BD88082B}"/>
              </a:ext>
            </a:extLst>
          </p:cNvPr>
          <p:cNvSpPr txBox="1"/>
          <p:nvPr/>
        </p:nvSpPr>
        <p:spPr>
          <a:xfrm>
            <a:off x="4071071" y="4581868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62947D4-A538-24F4-A8DD-FB563A8DA135}"/>
              </a:ext>
            </a:extLst>
          </p:cNvPr>
          <p:cNvCxnSpPr>
            <a:cxnSpLocks/>
          </p:cNvCxnSpPr>
          <p:nvPr/>
        </p:nvCxnSpPr>
        <p:spPr>
          <a:xfrm>
            <a:off x="5725406" y="3024709"/>
            <a:ext cx="1049803" cy="527131"/>
          </a:xfrm>
          <a:prstGeom prst="straightConnector1">
            <a:avLst/>
          </a:prstGeom>
          <a:ln w="19050">
            <a:solidFill>
              <a:srgbClr val="FA85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E41DC1F-C737-060E-E945-1EA3462A172F}"/>
              </a:ext>
            </a:extLst>
          </p:cNvPr>
          <p:cNvCxnSpPr>
            <a:cxnSpLocks/>
          </p:cNvCxnSpPr>
          <p:nvPr/>
        </p:nvCxnSpPr>
        <p:spPr>
          <a:xfrm>
            <a:off x="5725406" y="3024709"/>
            <a:ext cx="467944" cy="925972"/>
          </a:xfrm>
          <a:prstGeom prst="straightConnector1">
            <a:avLst/>
          </a:prstGeom>
          <a:ln w="19050">
            <a:solidFill>
              <a:srgbClr val="4989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284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D10AD9-FA1C-E6A9-4662-D603AEDDBDFB}"/>
              </a:ext>
            </a:extLst>
          </p:cNvPr>
          <p:cNvSpPr txBox="1"/>
          <p:nvPr/>
        </p:nvSpPr>
        <p:spPr>
          <a:xfrm>
            <a:off x="84867" y="178325"/>
            <a:ext cx="2577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Self-Attention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EC66B-C03A-9860-2F0E-024C1FB8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729" y="1459793"/>
            <a:ext cx="9144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738FEE-79E8-EB9B-B7C6-C067DB857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708" y="1835604"/>
            <a:ext cx="914400" cy="91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BF78AD-C975-F76F-286E-B92B88D29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409" y="3082419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2AD43C-0B47-65D3-7FDB-F830E7A818A8}"/>
              </a:ext>
            </a:extLst>
          </p:cNvPr>
          <p:cNvCxnSpPr/>
          <p:nvPr/>
        </p:nvCxnSpPr>
        <p:spPr>
          <a:xfrm>
            <a:off x="4033822" y="3012488"/>
            <a:ext cx="36649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0854F6-FBB3-A788-F4C6-C6D2A6586B1B}"/>
              </a:ext>
            </a:extLst>
          </p:cNvPr>
          <p:cNvCxnSpPr>
            <a:cxnSpLocks/>
          </p:cNvCxnSpPr>
          <p:nvPr/>
        </p:nvCxnSpPr>
        <p:spPr>
          <a:xfrm flipV="1">
            <a:off x="5734606" y="1275299"/>
            <a:ext cx="0" cy="3383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6A2409CC-F59E-17C8-E201-CD1F4E9C95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006410" y="3703104"/>
            <a:ext cx="914400" cy="914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3AC527B-2E35-0EAA-7748-26F141FBA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412" y="1525394"/>
            <a:ext cx="914400" cy="914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412D0C5-45AF-6523-8CA1-4DCB8A7FDA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1609" y="470687"/>
            <a:ext cx="914400" cy="914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14C975C-FEA1-B4C7-F206-B9E8D91729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422" y="394491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BF99681-1F1A-D6D0-D8A6-48B1BD88082B}"/>
              </a:ext>
            </a:extLst>
          </p:cNvPr>
          <p:cNvSpPr txBox="1"/>
          <p:nvPr/>
        </p:nvSpPr>
        <p:spPr>
          <a:xfrm>
            <a:off x="4071071" y="4581868"/>
            <a:ext cx="332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mbedding </a:t>
            </a:r>
            <a:r>
              <a:rPr lang="en-US" sz="24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</a:t>
            </a:r>
            <a:r>
              <a:rPr lang="en-US" sz="24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pace</a:t>
            </a:r>
            <a:endParaRPr lang="en-US" sz="2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FD0099-C78C-0420-BD20-4C6FD9C00D9D}"/>
              </a:ext>
            </a:extLst>
          </p:cNvPr>
          <p:cNvCxnSpPr>
            <a:cxnSpLocks/>
          </p:cNvCxnSpPr>
          <p:nvPr/>
        </p:nvCxnSpPr>
        <p:spPr>
          <a:xfrm flipH="1" flipV="1">
            <a:off x="4345197" y="2813824"/>
            <a:ext cx="1389408" cy="192554"/>
          </a:xfrm>
          <a:prstGeom prst="straightConnector1">
            <a:avLst/>
          </a:prstGeom>
          <a:ln w="19050">
            <a:solidFill>
              <a:srgbClr val="FFBA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FF6CCAD-0BCC-A52F-0B38-46C9BBCD918A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734605" y="1308891"/>
            <a:ext cx="733017" cy="16974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794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7DF05171-43C3-4A58-F820-FF4353EFFFE6}"/>
              </a:ext>
            </a:extLst>
          </p:cNvPr>
          <p:cNvSpPr/>
          <p:nvPr/>
        </p:nvSpPr>
        <p:spPr>
          <a:xfrm>
            <a:off x="9156260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73C5E7-83D0-866F-AEB5-F14CD2A4DB12}"/>
              </a:ext>
            </a:extLst>
          </p:cNvPr>
          <p:cNvSpPr/>
          <p:nvPr/>
        </p:nvSpPr>
        <p:spPr>
          <a:xfrm>
            <a:off x="6197146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057710-888F-E5F3-F4C2-080DED0063FF}"/>
              </a:ext>
            </a:extLst>
          </p:cNvPr>
          <p:cNvSpPr/>
          <p:nvPr/>
        </p:nvSpPr>
        <p:spPr>
          <a:xfrm>
            <a:off x="4717589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BD40DB-0604-8A95-3E0C-4B46AA46C8A6}"/>
              </a:ext>
            </a:extLst>
          </p:cNvPr>
          <p:cNvSpPr/>
          <p:nvPr/>
        </p:nvSpPr>
        <p:spPr>
          <a:xfrm>
            <a:off x="3237312" y="3157020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D639A8-02B9-BCCB-07F9-0EC7873C5E50}"/>
              </a:ext>
            </a:extLst>
          </p:cNvPr>
          <p:cNvSpPr/>
          <p:nvPr/>
        </p:nvSpPr>
        <p:spPr>
          <a:xfrm>
            <a:off x="7676704" y="3155417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1CFA0A-C720-690B-B15B-C09877B0416F}"/>
                  </a:ext>
                </a:extLst>
              </p:cNvPr>
              <p:cNvSpPr txBox="1"/>
              <p:nvPr/>
            </p:nvSpPr>
            <p:spPr>
              <a:xfrm>
                <a:off x="9321493" y="2738487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1CFA0A-C720-690B-B15B-C09877B04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493" y="2738487"/>
                <a:ext cx="1406758" cy="3902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FE315D-75A4-E4E0-D9E6-14E68D8832CF}"/>
                  </a:ext>
                </a:extLst>
              </p:cNvPr>
              <p:cNvSpPr txBox="1"/>
              <p:nvPr/>
            </p:nvSpPr>
            <p:spPr>
              <a:xfrm>
                <a:off x="6323107" y="2738360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FE315D-75A4-E4E0-D9E6-14E68D883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107" y="2738360"/>
                <a:ext cx="1406758" cy="3902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66E333-3709-B000-0D72-671ED59F3AA3}"/>
                  </a:ext>
                </a:extLst>
              </p:cNvPr>
              <p:cNvSpPr txBox="1"/>
              <p:nvPr/>
            </p:nvSpPr>
            <p:spPr>
              <a:xfrm>
                <a:off x="4823914" y="2738359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66E333-3709-B000-0D72-671ED59F3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914" y="2738359"/>
                <a:ext cx="1406758" cy="390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1EE042-123A-D542-8C2D-432E698D35F9}"/>
                  </a:ext>
                </a:extLst>
              </p:cNvPr>
              <p:cNvSpPr txBox="1"/>
              <p:nvPr/>
            </p:nvSpPr>
            <p:spPr>
              <a:xfrm>
                <a:off x="3356905" y="2738359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1EE042-123A-D542-8C2D-432E698D3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905" y="2738359"/>
                <a:ext cx="1406758" cy="39023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9EE38B-31E8-5D40-287B-AEFF57F448AB}"/>
                  </a:ext>
                </a:extLst>
              </p:cNvPr>
              <p:cNvSpPr txBox="1"/>
              <p:nvPr/>
            </p:nvSpPr>
            <p:spPr>
              <a:xfrm>
                <a:off x="7877257" y="2736981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9EE38B-31E8-5D40-287B-AEFF57F44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257" y="2736981"/>
                <a:ext cx="1406758" cy="3902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960515-EACB-E3F6-DA66-8B8C1D0B9201}"/>
              </a:ext>
            </a:extLst>
          </p:cNvPr>
          <p:cNvCxnSpPr>
            <a:cxnSpLocks/>
          </p:cNvCxnSpPr>
          <p:nvPr/>
        </p:nvCxnSpPr>
        <p:spPr>
          <a:xfrm flipH="1" flipV="1">
            <a:off x="3414160" y="2132958"/>
            <a:ext cx="8648" cy="1018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A80708-CC1E-EB9D-80B8-D1047EFFE89A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4903086" y="2132958"/>
            <a:ext cx="7969" cy="10236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C499F1-31E0-6EA9-C295-A71F79F86BA9}"/>
              </a:ext>
            </a:extLst>
          </p:cNvPr>
          <p:cNvCxnSpPr>
            <a:cxnSpLocks/>
          </p:cNvCxnSpPr>
          <p:nvPr/>
        </p:nvCxnSpPr>
        <p:spPr>
          <a:xfrm flipV="1">
            <a:off x="6381919" y="2127284"/>
            <a:ext cx="3726" cy="1022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BD841C-4000-F910-53A9-FC9EEB5F619C}"/>
              </a:ext>
            </a:extLst>
          </p:cNvPr>
          <p:cNvCxnSpPr>
            <a:cxnSpLocks/>
          </p:cNvCxnSpPr>
          <p:nvPr/>
        </p:nvCxnSpPr>
        <p:spPr>
          <a:xfrm flipV="1">
            <a:off x="7862197" y="2127284"/>
            <a:ext cx="20343" cy="10276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2813533-975B-8426-1D50-90B62F157FCE}"/>
              </a:ext>
            </a:extLst>
          </p:cNvPr>
          <p:cNvCxnSpPr>
            <a:cxnSpLocks/>
          </p:cNvCxnSpPr>
          <p:nvPr/>
        </p:nvCxnSpPr>
        <p:spPr>
          <a:xfrm flipH="1" flipV="1">
            <a:off x="9338820" y="2128728"/>
            <a:ext cx="2211" cy="1026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/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blipFill>
                <a:blip r:embed="rId13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/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blipFill>
                <a:blip r:embed="rId14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/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blipFill>
                <a:blip r:embed="rId15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/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blipFill>
                <a:blip r:embed="rId16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/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blipFill>
                <a:blip r:embed="rId17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3A4467EC-5C68-C4FE-07BC-DE61962D196A}"/>
              </a:ext>
            </a:extLst>
          </p:cNvPr>
          <p:cNvSpPr/>
          <p:nvPr/>
        </p:nvSpPr>
        <p:spPr>
          <a:xfrm>
            <a:off x="2928331" y="2352594"/>
            <a:ext cx="7185129" cy="4318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FAB0DEA-5E6D-818D-FEDD-5285050813F4}"/>
                  </a:ext>
                </a:extLst>
              </p:cNvPr>
              <p:cNvSpPr/>
              <p:nvPr/>
            </p:nvSpPr>
            <p:spPr>
              <a:xfrm>
                <a:off x="7196327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FAB0DEA-5E6D-818D-FEDD-5285050813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32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5E5BC44-6633-DD1C-EDE7-E983A6E45F73}"/>
              </a:ext>
            </a:extLst>
          </p:cNvPr>
          <p:cNvCxnSpPr>
            <a:cxnSpLocks/>
            <a:stCxn id="29" idx="0"/>
            <a:endCxn id="61" idx="2"/>
          </p:cNvCxnSpPr>
          <p:nvPr/>
        </p:nvCxnSpPr>
        <p:spPr>
          <a:xfrm flipH="1" flipV="1">
            <a:off x="7386227" y="5185624"/>
            <a:ext cx="475974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1F43E5B-A513-7C6A-5EF2-39122C85C886}"/>
              </a:ext>
            </a:extLst>
          </p:cNvPr>
          <p:cNvCxnSpPr>
            <a:cxnSpLocks/>
            <a:stCxn id="149" idx="0"/>
            <a:endCxn id="32" idx="4"/>
          </p:cNvCxnSpPr>
          <p:nvPr/>
        </p:nvCxnSpPr>
        <p:spPr>
          <a:xfrm flipV="1">
            <a:off x="7379797" y="3526410"/>
            <a:ext cx="482404" cy="633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96CC2C3-4165-8F8A-02D6-D57F94C876CF}"/>
              </a:ext>
            </a:extLst>
          </p:cNvPr>
          <p:cNvCxnSpPr>
            <a:cxnSpLocks/>
            <a:stCxn id="149" idx="0"/>
            <a:endCxn id="17" idx="4"/>
          </p:cNvCxnSpPr>
          <p:nvPr/>
        </p:nvCxnSpPr>
        <p:spPr>
          <a:xfrm flipV="1">
            <a:off x="7379797" y="3527556"/>
            <a:ext cx="1961960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A3340F1-11A5-86B5-D11A-204F105E7175}"/>
              </a:ext>
            </a:extLst>
          </p:cNvPr>
          <p:cNvCxnSpPr>
            <a:cxnSpLocks/>
            <a:stCxn id="192" idx="0"/>
            <a:endCxn id="17" idx="4"/>
          </p:cNvCxnSpPr>
          <p:nvPr/>
        </p:nvCxnSpPr>
        <p:spPr>
          <a:xfrm flipH="1" flipV="1">
            <a:off x="9341757" y="3527556"/>
            <a:ext cx="2372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F44418B-AA67-3775-5809-2E4A5FE640D5}"/>
              </a:ext>
            </a:extLst>
          </p:cNvPr>
          <p:cNvCxnSpPr>
            <a:cxnSpLocks/>
            <a:stCxn id="149" idx="0"/>
            <a:endCxn id="19" idx="4"/>
          </p:cNvCxnSpPr>
          <p:nvPr/>
        </p:nvCxnSpPr>
        <p:spPr>
          <a:xfrm flipH="1" flipV="1">
            <a:off x="6382643" y="3527556"/>
            <a:ext cx="997154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422FEEE-F1D6-0C36-D235-911DF4585A0D}"/>
              </a:ext>
            </a:extLst>
          </p:cNvPr>
          <p:cNvCxnSpPr>
            <a:cxnSpLocks/>
            <a:stCxn id="61" idx="0"/>
            <a:endCxn id="149" idx="2"/>
          </p:cNvCxnSpPr>
          <p:nvPr/>
        </p:nvCxnSpPr>
        <p:spPr>
          <a:xfrm flipH="1" flipV="1">
            <a:off x="7379797" y="4651485"/>
            <a:ext cx="6430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DD02A3-31CB-42C7-7318-D59C2EC58657}"/>
              </a:ext>
            </a:extLst>
          </p:cNvPr>
          <p:cNvCxnSpPr>
            <a:cxnSpLocks/>
            <a:stCxn id="149" idx="0"/>
            <a:endCxn id="31" idx="4"/>
          </p:cNvCxnSpPr>
          <p:nvPr/>
        </p:nvCxnSpPr>
        <p:spPr>
          <a:xfrm flipH="1" flipV="1">
            <a:off x="3422809" y="3528013"/>
            <a:ext cx="3956988" cy="632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A229F8-ECE1-8BCF-69BB-85CF592D4057}"/>
              </a:ext>
            </a:extLst>
          </p:cNvPr>
          <p:cNvCxnSpPr>
            <a:cxnSpLocks/>
            <a:stCxn id="195" idx="0"/>
            <a:endCxn id="19" idx="4"/>
          </p:cNvCxnSpPr>
          <p:nvPr/>
        </p:nvCxnSpPr>
        <p:spPr>
          <a:xfrm flipV="1">
            <a:off x="6380273" y="3527556"/>
            <a:ext cx="2370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3201258-20CA-366D-8595-187E16CE3093}"/>
              </a:ext>
            </a:extLst>
          </p:cNvPr>
          <p:cNvCxnSpPr>
            <a:cxnSpLocks/>
            <a:stCxn id="198" idx="0"/>
            <a:endCxn id="20" idx="4"/>
          </p:cNvCxnSpPr>
          <p:nvPr/>
        </p:nvCxnSpPr>
        <p:spPr>
          <a:xfrm flipV="1">
            <a:off x="4894202" y="3527556"/>
            <a:ext cx="8884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60AE9E8-3AE7-F83F-CC76-EB0B0C7FD283}"/>
              </a:ext>
            </a:extLst>
          </p:cNvPr>
          <p:cNvCxnSpPr>
            <a:cxnSpLocks/>
            <a:stCxn id="201" idx="0"/>
            <a:endCxn id="31" idx="4"/>
          </p:cNvCxnSpPr>
          <p:nvPr/>
        </p:nvCxnSpPr>
        <p:spPr>
          <a:xfrm flipV="1">
            <a:off x="3411960" y="3528013"/>
            <a:ext cx="10849" cy="632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4BD452A-276F-1BDB-C06E-90701D3959C7}"/>
              </a:ext>
            </a:extLst>
          </p:cNvPr>
          <p:cNvSpPr/>
          <p:nvPr/>
        </p:nvSpPr>
        <p:spPr>
          <a:xfrm>
            <a:off x="7247461" y="41600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FA7CD29-4453-11FF-92EA-0B2FE361B911}"/>
              </a:ext>
            </a:extLst>
          </p:cNvPr>
          <p:cNvSpPr txBox="1"/>
          <p:nvPr/>
        </p:nvSpPr>
        <p:spPr>
          <a:xfrm>
            <a:off x="4701186" y="2334261"/>
            <a:ext cx="3732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Softmax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20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21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22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3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4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5704701-175B-F1B2-550B-1FDF5B75AD53}"/>
                  </a:ext>
                </a:extLst>
              </p:cNvPr>
              <p:cNvSpPr txBox="1"/>
              <p:nvPr/>
            </p:nvSpPr>
            <p:spPr>
              <a:xfrm>
                <a:off x="7251450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5704701-175B-F1B2-550B-1FDF5B75A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450" y="4208975"/>
                <a:ext cx="369549" cy="400110"/>
              </a:xfrm>
              <a:prstGeom prst="rect">
                <a:avLst/>
              </a:prstGeom>
              <a:blipFill>
                <a:blip r:embed="rId25"/>
                <a:stretch>
                  <a:fillRect l="-17241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6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7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8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9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DA667914-DA6F-1FE2-579D-48C5EFA11D44}"/>
              </a:ext>
            </a:extLst>
          </p:cNvPr>
          <p:cNvCxnSpPr>
            <a:cxnSpLocks/>
            <a:stCxn id="185" idx="0"/>
            <a:endCxn id="32" idx="4"/>
          </p:cNvCxnSpPr>
          <p:nvPr/>
        </p:nvCxnSpPr>
        <p:spPr>
          <a:xfrm flipV="1">
            <a:off x="7862201" y="3526410"/>
            <a:ext cx="0" cy="633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F33F371-470D-2AF3-6A6D-E693CAF3561B}"/>
                  </a:ext>
                </a:extLst>
              </p:cNvPr>
              <p:cNvSpPr txBox="1"/>
              <p:nvPr/>
            </p:nvSpPr>
            <p:spPr>
              <a:xfrm>
                <a:off x="3807265" y="2765135"/>
                <a:ext cx="788085" cy="371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F33F371-470D-2AF3-6A6D-E693CAF35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265" y="2765135"/>
                <a:ext cx="788085" cy="371961"/>
              </a:xfrm>
              <a:prstGeom prst="rect">
                <a:avLst/>
              </a:prstGeom>
              <a:blipFill>
                <a:blip r:embed="rId30"/>
                <a:stretch>
                  <a:fillRect r="-9677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492911DB-470C-E02F-B5B0-A39CF623475A}"/>
                  </a:ext>
                </a:extLst>
              </p:cNvPr>
              <p:cNvSpPr txBox="1"/>
              <p:nvPr/>
            </p:nvSpPr>
            <p:spPr>
              <a:xfrm>
                <a:off x="5282036" y="2765135"/>
                <a:ext cx="788085" cy="372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492911DB-470C-E02F-B5B0-A39CF6234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036" y="2765135"/>
                <a:ext cx="788085" cy="372474"/>
              </a:xfrm>
              <a:prstGeom prst="rect">
                <a:avLst/>
              </a:prstGeom>
              <a:blipFill>
                <a:blip r:embed="rId31"/>
                <a:stretch>
                  <a:fillRect r="-7813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EF698D4-0335-5075-6303-DE24318FC824}"/>
                  </a:ext>
                </a:extLst>
              </p:cNvPr>
              <p:cNvSpPr txBox="1"/>
              <p:nvPr/>
            </p:nvSpPr>
            <p:spPr>
              <a:xfrm>
                <a:off x="6746259" y="2765135"/>
                <a:ext cx="788085" cy="37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EF698D4-0335-5075-6303-DE24318FC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59" y="2765135"/>
                <a:ext cx="788085" cy="373885"/>
              </a:xfrm>
              <a:prstGeom prst="rect">
                <a:avLst/>
              </a:prstGeom>
              <a:blipFill>
                <a:blip r:embed="rId32"/>
                <a:stretch>
                  <a:fillRect r="-9524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F8917792-AC6F-5D67-4E9E-9DA97999669B}"/>
                  </a:ext>
                </a:extLst>
              </p:cNvPr>
              <p:cNvSpPr txBox="1"/>
              <p:nvPr/>
            </p:nvSpPr>
            <p:spPr>
              <a:xfrm>
                <a:off x="8329275" y="2765135"/>
                <a:ext cx="788085" cy="371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F8917792-AC6F-5D67-4E9E-9DA979996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275" y="2765135"/>
                <a:ext cx="788085" cy="371705"/>
              </a:xfrm>
              <a:prstGeom prst="rect">
                <a:avLst/>
              </a:prstGeom>
              <a:blipFill>
                <a:blip r:embed="rId33"/>
                <a:stretch>
                  <a:fillRect r="-7813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F861D47-9BB8-2020-F4AE-0A317AB1BE1C}"/>
                  </a:ext>
                </a:extLst>
              </p:cNvPr>
              <p:cNvSpPr txBox="1"/>
              <p:nvPr/>
            </p:nvSpPr>
            <p:spPr>
              <a:xfrm>
                <a:off x="9768132" y="2765135"/>
                <a:ext cx="788085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F861D47-9BB8-2020-F4AE-0A317AB1B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132" y="2765135"/>
                <a:ext cx="788085" cy="378117"/>
              </a:xfrm>
              <a:prstGeom prst="rect">
                <a:avLst/>
              </a:prstGeom>
              <a:blipFill>
                <a:blip r:embed="rId34"/>
                <a:stretch>
                  <a:fillRect r="-7813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D0DB216C-E8F6-5198-C181-DA4528CBE5B9}"/>
              </a:ext>
            </a:extLst>
          </p:cNvPr>
          <p:cNvCxnSpPr>
            <a:cxnSpLocks/>
            <a:endCxn id="20" idx="4"/>
          </p:cNvCxnSpPr>
          <p:nvPr/>
        </p:nvCxnSpPr>
        <p:spPr>
          <a:xfrm flipH="1" flipV="1">
            <a:off x="4903086" y="3527556"/>
            <a:ext cx="2464599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1C0967B5-4042-D4AB-1C44-F030779370DD}"/>
              </a:ext>
            </a:extLst>
          </p:cNvPr>
          <p:cNvGrpSpPr/>
          <p:nvPr/>
        </p:nvGrpSpPr>
        <p:grpSpPr>
          <a:xfrm>
            <a:off x="239144" y="2975423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71EDA587-6FC0-5E10-EBCC-41FCA1730696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71EDA587-6FC0-5E10-EBCC-41FCA1730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B4D0B1D4-2E1B-C935-F2EE-73ADF4D9F7C4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B4D0B1D4-2E1B-C935-F2EE-73ADF4D9F7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36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7D6AD486-C6DE-86E2-F897-1F4600115561}"/>
              </a:ext>
            </a:extLst>
          </p:cNvPr>
          <p:cNvGrpSpPr/>
          <p:nvPr/>
        </p:nvGrpSpPr>
        <p:grpSpPr>
          <a:xfrm>
            <a:off x="239660" y="3715349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2D73AADA-F6EB-5DA2-A4A1-2DD139E73D02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2D73AADA-F6EB-5DA2-A4A1-2DD139E73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Rectangle 233">
                  <a:extLst>
                    <a:ext uri="{FF2B5EF4-FFF2-40B4-BE49-F238E27FC236}">
                      <a16:creationId xmlns:a16="http://schemas.microsoft.com/office/drawing/2014/main" id="{B6679A2E-61D6-6524-5855-AF083A474E2F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Rectangle 233">
                  <a:extLst>
                    <a:ext uri="{FF2B5EF4-FFF2-40B4-BE49-F238E27FC236}">
                      <a16:creationId xmlns:a16="http://schemas.microsoft.com/office/drawing/2014/main" id="{B6679A2E-61D6-6524-5855-AF083A474E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38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81192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6" presetClass="emph" presetSubtype="0" repeatCount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1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8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5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 tmFilter="0, 0; .2, .5; .8, .5; 1, 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4" dur="250" autoRev="1" fill="hold"/>
                                        <p:tgtEl>
                                          <p:spTgt spid="1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 tmFilter="0, 0; .2, .5; .8, .5; 1, 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7" dur="250" autoRev="1" fill="hold"/>
                                        <p:tgtEl>
                                          <p:spTgt spid="1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 tmFilter="0, 0; .2, .5; .8, .5; 1, 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2" dur="250" autoRev="1" fill="hold"/>
                                        <p:tgtEl>
                                          <p:spTgt spid="1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 tmFilter="0, 0; .2, .5; .8, .5; 1, 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5" dur="250" autoRev="1" fill="hold"/>
                                        <p:tgtEl>
                                          <p:spTgt spid="1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 tmFilter="0, 0; .2, .5; .8, .5; 1, 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8" dur="250" autoRev="1" fill="hold"/>
                                        <p:tgtEl>
                                          <p:spTgt spid="1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 tmFilter="0, 0; .2, .5; .8, .5; 1, 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1" dur="250" autoRev="1" fill="hold"/>
                                        <p:tgtEl>
                                          <p:spTgt spid="1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 tmFilter="0, 0; .2, .5; .8, .5; 1, 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4" dur="250" autoRev="1" fill="hold"/>
                                        <p:tgtEl>
                                          <p:spTgt spid="1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31" grpId="0" animBg="1"/>
      <p:bldP spid="32" grpId="0" animBg="1"/>
      <p:bldP spid="119" grpId="0"/>
      <p:bldP spid="130" grpId="0"/>
      <p:bldP spid="131" grpId="0"/>
      <p:bldP spid="132" grpId="0"/>
      <p:bldP spid="133" grpId="0"/>
      <p:bldP spid="134" grpId="0" animBg="1"/>
      <p:bldP spid="61" grpId="0" animBg="1"/>
      <p:bldP spid="62" grpId="0" animBg="1"/>
      <p:bldP spid="149" grpId="0" animBg="1"/>
      <p:bldP spid="159" grpId="0"/>
      <p:bldP spid="175" grpId="0" animBg="1"/>
      <p:bldP spid="176" grpId="0" animBg="1"/>
      <p:bldP spid="177" grpId="0" animBg="1"/>
      <p:bldP spid="178" grpId="0" animBg="1"/>
      <p:bldP spid="185" grpId="0" animBg="1"/>
      <p:bldP spid="187" grpId="0"/>
      <p:bldP spid="188" grpId="0"/>
      <p:bldP spid="192" grpId="0" animBg="1"/>
      <p:bldP spid="193" grpId="0"/>
      <p:bldP spid="195" grpId="0" animBg="1"/>
      <p:bldP spid="196" grpId="0"/>
      <p:bldP spid="198" grpId="0" animBg="1"/>
      <p:bldP spid="199" grpId="0"/>
      <p:bldP spid="201" grpId="0" animBg="1"/>
      <p:bldP spid="202" grpId="0"/>
      <p:bldP spid="210" grpId="0"/>
      <p:bldP spid="211" grpId="0"/>
      <p:bldP spid="212" grpId="0"/>
      <p:bldP spid="213" grpId="0"/>
      <p:bldP spid="2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7DF05171-43C3-4A58-F820-FF4353EFFFE6}"/>
              </a:ext>
            </a:extLst>
          </p:cNvPr>
          <p:cNvSpPr/>
          <p:nvPr/>
        </p:nvSpPr>
        <p:spPr>
          <a:xfrm>
            <a:off x="9156260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73C5E7-83D0-866F-AEB5-F14CD2A4DB12}"/>
              </a:ext>
            </a:extLst>
          </p:cNvPr>
          <p:cNvSpPr/>
          <p:nvPr/>
        </p:nvSpPr>
        <p:spPr>
          <a:xfrm>
            <a:off x="6197146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057710-888F-E5F3-F4C2-080DED0063FF}"/>
              </a:ext>
            </a:extLst>
          </p:cNvPr>
          <p:cNvSpPr/>
          <p:nvPr/>
        </p:nvSpPr>
        <p:spPr>
          <a:xfrm>
            <a:off x="4717589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BD40DB-0604-8A95-3E0C-4B46AA46C8A6}"/>
              </a:ext>
            </a:extLst>
          </p:cNvPr>
          <p:cNvSpPr/>
          <p:nvPr/>
        </p:nvSpPr>
        <p:spPr>
          <a:xfrm>
            <a:off x="3237312" y="3157020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D639A8-02B9-BCCB-07F9-0EC7873C5E50}"/>
              </a:ext>
            </a:extLst>
          </p:cNvPr>
          <p:cNvSpPr/>
          <p:nvPr/>
        </p:nvSpPr>
        <p:spPr>
          <a:xfrm>
            <a:off x="7676704" y="3155417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1CFA0A-C720-690B-B15B-C09877B0416F}"/>
                  </a:ext>
                </a:extLst>
              </p:cNvPr>
              <p:cNvSpPr txBox="1"/>
              <p:nvPr/>
            </p:nvSpPr>
            <p:spPr>
              <a:xfrm>
                <a:off x="9321493" y="2738487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1CFA0A-C720-690B-B15B-C09877B04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493" y="2738487"/>
                <a:ext cx="1406758" cy="3902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FE315D-75A4-E4E0-D9E6-14E68D8832CF}"/>
                  </a:ext>
                </a:extLst>
              </p:cNvPr>
              <p:cNvSpPr txBox="1"/>
              <p:nvPr/>
            </p:nvSpPr>
            <p:spPr>
              <a:xfrm>
                <a:off x="6323107" y="2738360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FE315D-75A4-E4E0-D9E6-14E68D883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107" y="2738360"/>
                <a:ext cx="1406758" cy="3902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66E333-3709-B000-0D72-671ED59F3AA3}"/>
                  </a:ext>
                </a:extLst>
              </p:cNvPr>
              <p:cNvSpPr txBox="1"/>
              <p:nvPr/>
            </p:nvSpPr>
            <p:spPr>
              <a:xfrm>
                <a:off x="4823914" y="2738359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66E333-3709-B000-0D72-671ED59F3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914" y="2738359"/>
                <a:ext cx="1406758" cy="39023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1EE042-123A-D542-8C2D-432E698D35F9}"/>
                  </a:ext>
                </a:extLst>
              </p:cNvPr>
              <p:cNvSpPr txBox="1"/>
              <p:nvPr/>
            </p:nvSpPr>
            <p:spPr>
              <a:xfrm>
                <a:off x="3356905" y="2738359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1EE042-123A-D542-8C2D-432E698D3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905" y="2738359"/>
                <a:ext cx="1406758" cy="3902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9EE38B-31E8-5D40-287B-AEFF57F448AB}"/>
                  </a:ext>
                </a:extLst>
              </p:cNvPr>
              <p:cNvSpPr txBox="1"/>
              <p:nvPr/>
            </p:nvSpPr>
            <p:spPr>
              <a:xfrm>
                <a:off x="7877257" y="2736981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9EE38B-31E8-5D40-287B-AEFF57F44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257" y="2736981"/>
                <a:ext cx="1406758" cy="39023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960515-EACB-E3F6-DA66-8B8C1D0B9201}"/>
              </a:ext>
            </a:extLst>
          </p:cNvPr>
          <p:cNvCxnSpPr>
            <a:cxnSpLocks/>
          </p:cNvCxnSpPr>
          <p:nvPr/>
        </p:nvCxnSpPr>
        <p:spPr>
          <a:xfrm flipH="1" flipV="1">
            <a:off x="3414160" y="2132958"/>
            <a:ext cx="8648" cy="1018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A80708-CC1E-EB9D-80B8-D1047EFFE89A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4903086" y="2132958"/>
            <a:ext cx="7969" cy="10236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C499F1-31E0-6EA9-C295-A71F79F86BA9}"/>
              </a:ext>
            </a:extLst>
          </p:cNvPr>
          <p:cNvCxnSpPr>
            <a:cxnSpLocks/>
          </p:cNvCxnSpPr>
          <p:nvPr/>
        </p:nvCxnSpPr>
        <p:spPr>
          <a:xfrm flipV="1">
            <a:off x="6381919" y="2127284"/>
            <a:ext cx="3726" cy="1022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BD841C-4000-F910-53A9-FC9EEB5F619C}"/>
              </a:ext>
            </a:extLst>
          </p:cNvPr>
          <p:cNvCxnSpPr>
            <a:cxnSpLocks/>
          </p:cNvCxnSpPr>
          <p:nvPr/>
        </p:nvCxnSpPr>
        <p:spPr>
          <a:xfrm flipV="1">
            <a:off x="7862197" y="2127284"/>
            <a:ext cx="20343" cy="10276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2813533-975B-8426-1D50-90B62F157FCE}"/>
              </a:ext>
            </a:extLst>
          </p:cNvPr>
          <p:cNvCxnSpPr>
            <a:cxnSpLocks/>
          </p:cNvCxnSpPr>
          <p:nvPr/>
        </p:nvCxnSpPr>
        <p:spPr>
          <a:xfrm flipH="1" flipV="1">
            <a:off x="9338820" y="2128728"/>
            <a:ext cx="2211" cy="1026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/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blipFill>
                <a:blip r:embed="rId1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/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blipFill>
                <a:blip r:embed="rId19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/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blipFill>
                <a:blip r:embed="rId20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/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blipFill>
                <a:blip r:embed="rId21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/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blipFill>
                <a:blip r:embed="rId22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3A4467EC-5C68-C4FE-07BC-DE61962D196A}"/>
              </a:ext>
            </a:extLst>
          </p:cNvPr>
          <p:cNvSpPr/>
          <p:nvPr/>
        </p:nvSpPr>
        <p:spPr>
          <a:xfrm>
            <a:off x="2928331" y="2352594"/>
            <a:ext cx="7185129" cy="4318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FAB0DEA-5E6D-818D-FEDD-5285050813F4}"/>
                  </a:ext>
                </a:extLst>
              </p:cNvPr>
              <p:cNvSpPr/>
              <p:nvPr/>
            </p:nvSpPr>
            <p:spPr>
              <a:xfrm>
                <a:off x="7196327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FAB0DEA-5E6D-818D-FEDD-5285050813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327" y="4805825"/>
                <a:ext cx="379799" cy="379799"/>
              </a:xfrm>
              <a:prstGeom prst="rect">
                <a:avLst/>
              </a:prstGeom>
              <a:blipFill>
                <a:blip r:embed="rId23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24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5E5BC44-6633-DD1C-EDE7-E983A6E45F73}"/>
              </a:ext>
            </a:extLst>
          </p:cNvPr>
          <p:cNvCxnSpPr>
            <a:cxnSpLocks/>
            <a:stCxn id="29" idx="0"/>
            <a:endCxn id="61" idx="2"/>
          </p:cNvCxnSpPr>
          <p:nvPr/>
        </p:nvCxnSpPr>
        <p:spPr>
          <a:xfrm flipH="1" flipV="1">
            <a:off x="7386227" y="5185624"/>
            <a:ext cx="475974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1F43E5B-A513-7C6A-5EF2-39122C85C886}"/>
              </a:ext>
            </a:extLst>
          </p:cNvPr>
          <p:cNvCxnSpPr>
            <a:cxnSpLocks/>
            <a:stCxn id="149" idx="0"/>
            <a:endCxn id="32" idx="4"/>
          </p:cNvCxnSpPr>
          <p:nvPr/>
        </p:nvCxnSpPr>
        <p:spPr>
          <a:xfrm flipV="1">
            <a:off x="7379797" y="3526410"/>
            <a:ext cx="482404" cy="633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96CC2C3-4165-8F8A-02D6-D57F94C876CF}"/>
              </a:ext>
            </a:extLst>
          </p:cNvPr>
          <p:cNvCxnSpPr>
            <a:cxnSpLocks/>
            <a:stCxn id="149" idx="0"/>
            <a:endCxn id="17" idx="4"/>
          </p:cNvCxnSpPr>
          <p:nvPr/>
        </p:nvCxnSpPr>
        <p:spPr>
          <a:xfrm flipV="1">
            <a:off x="7379797" y="3527556"/>
            <a:ext cx="1961960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A3340F1-11A5-86B5-D11A-204F105E7175}"/>
              </a:ext>
            </a:extLst>
          </p:cNvPr>
          <p:cNvCxnSpPr>
            <a:cxnSpLocks/>
            <a:stCxn id="192" idx="0"/>
            <a:endCxn id="17" idx="4"/>
          </p:cNvCxnSpPr>
          <p:nvPr/>
        </p:nvCxnSpPr>
        <p:spPr>
          <a:xfrm flipH="1" flipV="1">
            <a:off x="9341757" y="3527556"/>
            <a:ext cx="2372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F44418B-AA67-3775-5809-2E4A5FE640D5}"/>
              </a:ext>
            </a:extLst>
          </p:cNvPr>
          <p:cNvCxnSpPr>
            <a:cxnSpLocks/>
            <a:stCxn id="149" idx="0"/>
            <a:endCxn id="19" idx="4"/>
          </p:cNvCxnSpPr>
          <p:nvPr/>
        </p:nvCxnSpPr>
        <p:spPr>
          <a:xfrm flipH="1" flipV="1">
            <a:off x="6382643" y="3527556"/>
            <a:ext cx="997154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422FEEE-F1D6-0C36-D235-911DF4585A0D}"/>
              </a:ext>
            </a:extLst>
          </p:cNvPr>
          <p:cNvCxnSpPr>
            <a:cxnSpLocks/>
            <a:stCxn id="61" idx="0"/>
            <a:endCxn id="149" idx="2"/>
          </p:cNvCxnSpPr>
          <p:nvPr/>
        </p:nvCxnSpPr>
        <p:spPr>
          <a:xfrm flipH="1" flipV="1">
            <a:off x="7379797" y="4651485"/>
            <a:ext cx="6430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DD02A3-31CB-42C7-7318-D59C2EC58657}"/>
              </a:ext>
            </a:extLst>
          </p:cNvPr>
          <p:cNvCxnSpPr>
            <a:cxnSpLocks/>
            <a:stCxn id="149" idx="0"/>
            <a:endCxn id="31" idx="4"/>
          </p:cNvCxnSpPr>
          <p:nvPr/>
        </p:nvCxnSpPr>
        <p:spPr>
          <a:xfrm flipH="1" flipV="1">
            <a:off x="3422809" y="3528013"/>
            <a:ext cx="3956988" cy="632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A229F8-ECE1-8BCF-69BB-85CF592D4057}"/>
              </a:ext>
            </a:extLst>
          </p:cNvPr>
          <p:cNvCxnSpPr>
            <a:cxnSpLocks/>
            <a:stCxn id="195" idx="0"/>
            <a:endCxn id="19" idx="4"/>
          </p:cNvCxnSpPr>
          <p:nvPr/>
        </p:nvCxnSpPr>
        <p:spPr>
          <a:xfrm flipV="1">
            <a:off x="6380273" y="3527556"/>
            <a:ext cx="2370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3201258-20CA-366D-8595-187E16CE3093}"/>
              </a:ext>
            </a:extLst>
          </p:cNvPr>
          <p:cNvCxnSpPr>
            <a:cxnSpLocks/>
            <a:stCxn id="198" idx="0"/>
            <a:endCxn id="20" idx="4"/>
          </p:cNvCxnSpPr>
          <p:nvPr/>
        </p:nvCxnSpPr>
        <p:spPr>
          <a:xfrm flipV="1">
            <a:off x="4894202" y="3527556"/>
            <a:ext cx="8884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60AE9E8-3AE7-F83F-CC76-EB0B0C7FD283}"/>
              </a:ext>
            </a:extLst>
          </p:cNvPr>
          <p:cNvCxnSpPr>
            <a:cxnSpLocks/>
            <a:stCxn id="201" idx="0"/>
            <a:endCxn id="31" idx="4"/>
          </p:cNvCxnSpPr>
          <p:nvPr/>
        </p:nvCxnSpPr>
        <p:spPr>
          <a:xfrm flipV="1">
            <a:off x="3411960" y="3528013"/>
            <a:ext cx="10849" cy="632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4BD452A-276F-1BDB-C06E-90701D3959C7}"/>
              </a:ext>
            </a:extLst>
          </p:cNvPr>
          <p:cNvSpPr/>
          <p:nvPr/>
        </p:nvSpPr>
        <p:spPr>
          <a:xfrm>
            <a:off x="7247461" y="41600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FA7CD29-4453-11FF-92EA-0B2FE361B911}"/>
              </a:ext>
            </a:extLst>
          </p:cNvPr>
          <p:cNvSpPr txBox="1"/>
          <p:nvPr/>
        </p:nvSpPr>
        <p:spPr>
          <a:xfrm>
            <a:off x="4701186" y="2334261"/>
            <a:ext cx="3732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Softmax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2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26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8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9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5704701-175B-F1B2-550B-1FDF5B75AD53}"/>
                  </a:ext>
                </a:extLst>
              </p:cNvPr>
              <p:cNvSpPr txBox="1"/>
              <p:nvPr/>
            </p:nvSpPr>
            <p:spPr>
              <a:xfrm>
                <a:off x="7251450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5704701-175B-F1B2-550B-1FDF5B75A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450" y="4208975"/>
                <a:ext cx="369549" cy="400110"/>
              </a:xfrm>
              <a:prstGeom prst="rect">
                <a:avLst/>
              </a:prstGeom>
              <a:blipFill>
                <a:blip r:embed="rId30"/>
                <a:stretch>
                  <a:fillRect l="-17241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31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33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34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DA667914-DA6F-1FE2-579D-48C5EFA11D44}"/>
              </a:ext>
            </a:extLst>
          </p:cNvPr>
          <p:cNvCxnSpPr>
            <a:cxnSpLocks/>
            <a:stCxn id="185" idx="0"/>
            <a:endCxn id="32" idx="4"/>
          </p:cNvCxnSpPr>
          <p:nvPr/>
        </p:nvCxnSpPr>
        <p:spPr>
          <a:xfrm flipV="1">
            <a:off x="7862201" y="3526410"/>
            <a:ext cx="0" cy="633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F33F371-470D-2AF3-6A6D-E693CAF3561B}"/>
                  </a:ext>
                </a:extLst>
              </p:cNvPr>
              <p:cNvSpPr txBox="1"/>
              <p:nvPr/>
            </p:nvSpPr>
            <p:spPr>
              <a:xfrm>
                <a:off x="3807265" y="2765135"/>
                <a:ext cx="788085" cy="371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F33F371-470D-2AF3-6A6D-E693CAF35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265" y="2765135"/>
                <a:ext cx="788085" cy="371961"/>
              </a:xfrm>
              <a:prstGeom prst="rect">
                <a:avLst/>
              </a:prstGeom>
              <a:blipFill>
                <a:blip r:embed="rId35"/>
                <a:stretch>
                  <a:fillRect r="-9677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492911DB-470C-E02F-B5B0-A39CF623475A}"/>
                  </a:ext>
                </a:extLst>
              </p:cNvPr>
              <p:cNvSpPr txBox="1"/>
              <p:nvPr/>
            </p:nvSpPr>
            <p:spPr>
              <a:xfrm>
                <a:off x="5282036" y="2765135"/>
                <a:ext cx="788085" cy="372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492911DB-470C-E02F-B5B0-A39CF6234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036" y="2765135"/>
                <a:ext cx="788085" cy="372474"/>
              </a:xfrm>
              <a:prstGeom prst="rect">
                <a:avLst/>
              </a:prstGeom>
              <a:blipFill>
                <a:blip r:embed="rId36"/>
                <a:stretch>
                  <a:fillRect r="-7813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EF698D4-0335-5075-6303-DE24318FC824}"/>
                  </a:ext>
                </a:extLst>
              </p:cNvPr>
              <p:cNvSpPr txBox="1"/>
              <p:nvPr/>
            </p:nvSpPr>
            <p:spPr>
              <a:xfrm>
                <a:off x="6746259" y="2765135"/>
                <a:ext cx="788085" cy="37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EF698D4-0335-5075-6303-DE24318FC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59" y="2765135"/>
                <a:ext cx="788085" cy="373885"/>
              </a:xfrm>
              <a:prstGeom prst="rect">
                <a:avLst/>
              </a:prstGeom>
              <a:blipFill>
                <a:blip r:embed="rId37"/>
                <a:stretch>
                  <a:fillRect r="-9524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F8917792-AC6F-5D67-4E9E-9DA97999669B}"/>
                  </a:ext>
                </a:extLst>
              </p:cNvPr>
              <p:cNvSpPr txBox="1"/>
              <p:nvPr/>
            </p:nvSpPr>
            <p:spPr>
              <a:xfrm>
                <a:off x="8329275" y="2765135"/>
                <a:ext cx="788085" cy="371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F8917792-AC6F-5D67-4E9E-9DA979996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275" y="2765135"/>
                <a:ext cx="788085" cy="371705"/>
              </a:xfrm>
              <a:prstGeom prst="rect">
                <a:avLst/>
              </a:prstGeom>
              <a:blipFill>
                <a:blip r:embed="rId38"/>
                <a:stretch>
                  <a:fillRect r="-7813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F861D47-9BB8-2020-F4AE-0A317AB1BE1C}"/>
                  </a:ext>
                </a:extLst>
              </p:cNvPr>
              <p:cNvSpPr txBox="1"/>
              <p:nvPr/>
            </p:nvSpPr>
            <p:spPr>
              <a:xfrm>
                <a:off x="9768132" y="2765135"/>
                <a:ext cx="788085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F861D47-9BB8-2020-F4AE-0A317AB1B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132" y="2765135"/>
                <a:ext cx="788085" cy="378117"/>
              </a:xfrm>
              <a:prstGeom prst="rect">
                <a:avLst/>
              </a:prstGeom>
              <a:blipFill>
                <a:blip r:embed="rId39"/>
                <a:stretch>
                  <a:fillRect r="-7813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D0DB216C-E8F6-5198-C181-DA4528CBE5B9}"/>
              </a:ext>
            </a:extLst>
          </p:cNvPr>
          <p:cNvCxnSpPr>
            <a:cxnSpLocks/>
            <a:endCxn id="20" idx="4"/>
          </p:cNvCxnSpPr>
          <p:nvPr/>
        </p:nvCxnSpPr>
        <p:spPr>
          <a:xfrm flipH="1" flipV="1">
            <a:off x="4903086" y="3527556"/>
            <a:ext cx="2464599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4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F117FFB-1542-9E3D-B34C-E2B52C435E74}"/>
              </a:ext>
            </a:extLst>
          </p:cNvPr>
          <p:cNvGrpSpPr/>
          <p:nvPr/>
        </p:nvGrpSpPr>
        <p:grpSpPr>
          <a:xfrm>
            <a:off x="8219312" y="4160030"/>
            <a:ext cx="369549" cy="491455"/>
            <a:chOff x="8219312" y="4160030"/>
            <a:chExt cx="369549" cy="491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656C1F-10D0-F11D-280F-BB606825415C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A2C31C-AC11-8ED4-21FC-A250923A1412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A2C31C-AC11-8ED4-21FC-A250923A1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41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E49A438-7D3A-F22B-87DF-CE626C3D6333}"/>
              </a:ext>
            </a:extLst>
          </p:cNvPr>
          <p:cNvGrpSpPr/>
          <p:nvPr/>
        </p:nvGrpSpPr>
        <p:grpSpPr>
          <a:xfrm>
            <a:off x="9708991" y="4160030"/>
            <a:ext cx="369549" cy="491455"/>
            <a:chOff x="9708991" y="4160030"/>
            <a:chExt cx="369549" cy="49145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B80025-2985-3E7E-F8BF-572AF8D363A3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D821AD-9FFB-CF10-30D0-F1086AB7DFF3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D821AD-9FFB-CF10-30D0-F1086AB7D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42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9E87844-D2BB-1347-952C-C6B2A9A2B649}"/>
              </a:ext>
            </a:extLst>
          </p:cNvPr>
          <p:cNvGrpSpPr/>
          <p:nvPr/>
        </p:nvGrpSpPr>
        <p:grpSpPr>
          <a:xfrm>
            <a:off x="6737483" y="4160030"/>
            <a:ext cx="369549" cy="491455"/>
            <a:chOff x="6737483" y="4160030"/>
            <a:chExt cx="369549" cy="49145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D8A3A61-7FE6-F01A-B64F-A94770841491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23F563-89FC-E426-9060-11E963FF4E52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23F563-89FC-E426-9060-11E963FF4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43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DBDB788-B918-EF94-7630-29B3AB6F6169}"/>
              </a:ext>
            </a:extLst>
          </p:cNvPr>
          <p:cNvGrpSpPr/>
          <p:nvPr/>
        </p:nvGrpSpPr>
        <p:grpSpPr>
          <a:xfrm>
            <a:off x="5264892" y="4160030"/>
            <a:ext cx="369549" cy="491455"/>
            <a:chOff x="5264892" y="4160030"/>
            <a:chExt cx="369549" cy="491455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C1A9FBB-1030-139E-D1FA-1B746DF4106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8097193-6CCC-81AC-43D8-C28FDF72960A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8097193-6CCC-81AC-43D8-C28FDF729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44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40AD161-9746-39F0-4571-236BD4F1858F}"/>
              </a:ext>
            </a:extLst>
          </p:cNvPr>
          <p:cNvGrpSpPr/>
          <p:nvPr/>
        </p:nvGrpSpPr>
        <p:grpSpPr>
          <a:xfrm>
            <a:off x="3774493" y="4160030"/>
            <a:ext cx="369549" cy="491455"/>
            <a:chOff x="3774493" y="4160030"/>
            <a:chExt cx="369549" cy="49145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E74B29D-BC5B-3922-3DA1-070F2AB3794D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F06B430-B64E-2707-CDC6-813E625DE53B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F06B430-B64E-2707-CDC6-813E625DE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0C32F28-D15F-20F8-B536-F01748E8CB3A}"/>
                  </a:ext>
                </a:extLst>
              </p:cNvPr>
              <p:cNvSpPr txBox="1"/>
              <p:nvPr/>
            </p:nvSpPr>
            <p:spPr>
              <a:xfrm>
                <a:off x="3177083" y="1769187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0C32F28-D15F-20F8-B536-F01748E8C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083" y="1769187"/>
                <a:ext cx="491944" cy="385618"/>
              </a:xfrm>
              <a:prstGeom prst="rect">
                <a:avLst/>
              </a:prstGeom>
              <a:blipFill>
                <a:blip r:embed="rId1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1DD9D61-9509-35CC-BDAA-A145FF12800A}"/>
                  </a:ext>
                </a:extLst>
              </p:cNvPr>
              <p:cNvSpPr txBox="1"/>
              <p:nvPr/>
            </p:nvSpPr>
            <p:spPr>
              <a:xfrm>
                <a:off x="4647954" y="176335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1DD9D61-9509-35CC-BDAA-A145FF128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954" y="1763353"/>
                <a:ext cx="491944" cy="385618"/>
              </a:xfrm>
              <a:prstGeom prst="rect">
                <a:avLst/>
              </a:prstGeom>
              <a:blipFill>
                <a:blip r:embed="rId19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8271D9D-493D-B9F9-9020-81D4B3A88AC2}"/>
                  </a:ext>
                </a:extLst>
              </p:cNvPr>
              <p:cNvSpPr txBox="1"/>
              <p:nvPr/>
            </p:nvSpPr>
            <p:spPr>
              <a:xfrm>
                <a:off x="6138683" y="1759018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8271D9D-493D-B9F9-9020-81D4B3A88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683" y="1759018"/>
                <a:ext cx="491944" cy="385618"/>
              </a:xfrm>
              <a:prstGeom prst="rect">
                <a:avLst/>
              </a:prstGeom>
              <a:blipFill>
                <a:blip r:embed="rId20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429EDB5E-8BCE-DA6A-A51E-A599D001850C}"/>
                  </a:ext>
                </a:extLst>
              </p:cNvPr>
              <p:cNvSpPr txBox="1"/>
              <p:nvPr/>
            </p:nvSpPr>
            <p:spPr>
              <a:xfrm>
                <a:off x="7650525" y="1767837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429EDB5E-8BCE-DA6A-A51E-A599D0018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525" y="1767837"/>
                <a:ext cx="491944" cy="385618"/>
              </a:xfrm>
              <a:prstGeom prst="rect">
                <a:avLst/>
              </a:prstGeom>
              <a:blipFill>
                <a:blip r:embed="rId21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B40362F-21C9-9545-B7A0-827687E170B0}"/>
                  </a:ext>
                </a:extLst>
              </p:cNvPr>
              <p:cNvSpPr txBox="1"/>
              <p:nvPr/>
            </p:nvSpPr>
            <p:spPr>
              <a:xfrm>
                <a:off x="9100283" y="1762822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B40362F-21C9-9545-B7A0-827687E17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283" y="1762822"/>
                <a:ext cx="491944" cy="385618"/>
              </a:xfrm>
              <a:prstGeom prst="rect">
                <a:avLst/>
              </a:prstGeom>
              <a:blipFill>
                <a:blip r:embed="rId22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0FC2C5F-CBF0-BFDB-65C5-EBEF01E29BF3}"/>
              </a:ext>
            </a:extLst>
          </p:cNvPr>
          <p:cNvGrpSpPr/>
          <p:nvPr/>
        </p:nvGrpSpPr>
        <p:grpSpPr>
          <a:xfrm>
            <a:off x="239144" y="2975423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3E200880-F627-C0A9-77F0-BD5A793E82BE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3E200880-F627-C0A9-77F0-BD5A793E8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8F14C145-1A60-2DB4-806C-0709E1DDB74F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8F14C145-1A60-2DB4-806C-0709E1DDB7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46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FED9B5C-2318-2DEB-120D-E71D004B2FFA}"/>
              </a:ext>
            </a:extLst>
          </p:cNvPr>
          <p:cNvGrpSpPr/>
          <p:nvPr/>
        </p:nvGrpSpPr>
        <p:grpSpPr>
          <a:xfrm>
            <a:off x="239660" y="3715349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BBA115C5-0DFA-231F-1AFC-5FA79FF4CD48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BBA115C5-0DFA-231F-1AFC-5FA79FF4CD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F768F94E-D025-87C7-7212-4364A768B7E5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F768F94E-D025-87C7-7212-4364A768B7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8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3F8497A-0F0D-E8F0-BB70-AB28C9CB1048}"/>
              </a:ext>
            </a:extLst>
          </p:cNvPr>
          <p:cNvGrpSpPr/>
          <p:nvPr/>
        </p:nvGrpSpPr>
        <p:grpSpPr>
          <a:xfrm>
            <a:off x="237714" y="4493406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EC8BDAD-CFB1-A0E7-688C-386F051C0CD5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EC8BDAD-CFB1-A0E7-688C-386F051C0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AE3E55AC-CBBE-9365-4F6D-09BF50A9620D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AE3E55AC-CBBE-9365-4F6D-09BF50A962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50"/>
                  <a:stretch>
                    <a:fillRect l="-24390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27742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51" grpId="0" animBg="1"/>
      <p:bldP spid="56" grpId="0" animBg="1"/>
      <p:bldP spid="6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7DF05171-43C3-4A58-F820-FF4353EFFFE6}"/>
              </a:ext>
            </a:extLst>
          </p:cNvPr>
          <p:cNvSpPr/>
          <p:nvPr/>
        </p:nvSpPr>
        <p:spPr>
          <a:xfrm>
            <a:off x="9156260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73C5E7-83D0-866F-AEB5-F14CD2A4DB12}"/>
              </a:ext>
            </a:extLst>
          </p:cNvPr>
          <p:cNvSpPr/>
          <p:nvPr/>
        </p:nvSpPr>
        <p:spPr>
          <a:xfrm>
            <a:off x="6197146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057710-888F-E5F3-F4C2-080DED0063FF}"/>
              </a:ext>
            </a:extLst>
          </p:cNvPr>
          <p:cNvSpPr/>
          <p:nvPr/>
        </p:nvSpPr>
        <p:spPr>
          <a:xfrm>
            <a:off x="4717589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BD40DB-0604-8A95-3E0C-4B46AA46C8A6}"/>
              </a:ext>
            </a:extLst>
          </p:cNvPr>
          <p:cNvSpPr/>
          <p:nvPr/>
        </p:nvSpPr>
        <p:spPr>
          <a:xfrm>
            <a:off x="3237312" y="3157020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D639A8-02B9-BCCB-07F9-0EC7873C5E50}"/>
              </a:ext>
            </a:extLst>
          </p:cNvPr>
          <p:cNvSpPr/>
          <p:nvPr/>
        </p:nvSpPr>
        <p:spPr>
          <a:xfrm>
            <a:off x="7676704" y="3155417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1CFA0A-C720-690B-B15B-C09877B0416F}"/>
                  </a:ext>
                </a:extLst>
              </p:cNvPr>
              <p:cNvSpPr txBox="1"/>
              <p:nvPr/>
            </p:nvSpPr>
            <p:spPr>
              <a:xfrm>
                <a:off x="9321493" y="2738487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1CFA0A-C720-690B-B15B-C09877B04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493" y="2738487"/>
                <a:ext cx="1406758" cy="3902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FE315D-75A4-E4E0-D9E6-14E68D8832CF}"/>
                  </a:ext>
                </a:extLst>
              </p:cNvPr>
              <p:cNvSpPr txBox="1"/>
              <p:nvPr/>
            </p:nvSpPr>
            <p:spPr>
              <a:xfrm>
                <a:off x="6323107" y="2738360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FE315D-75A4-E4E0-D9E6-14E68D883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107" y="2738360"/>
                <a:ext cx="1406758" cy="3902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66E333-3709-B000-0D72-671ED59F3AA3}"/>
                  </a:ext>
                </a:extLst>
              </p:cNvPr>
              <p:cNvSpPr txBox="1"/>
              <p:nvPr/>
            </p:nvSpPr>
            <p:spPr>
              <a:xfrm>
                <a:off x="4823914" y="2738359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66E333-3709-B000-0D72-671ED59F3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914" y="2738359"/>
                <a:ext cx="1406758" cy="39023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1EE042-123A-D542-8C2D-432E698D35F9}"/>
                  </a:ext>
                </a:extLst>
              </p:cNvPr>
              <p:cNvSpPr txBox="1"/>
              <p:nvPr/>
            </p:nvSpPr>
            <p:spPr>
              <a:xfrm>
                <a:off x="3356905" y="2738359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1EE042-123A-D542-8C2D-432E698D3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905" y="2738359"/>
                <a:ext cx="1406758" cy="3902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9EE38B-31E8-5D40-287B-AEFF57F448AB}"/>
                  </a:ext>
                </a:extLst>
              </p:cNvPr>
              <p:cNvSpPr txBox="1"/>
              <p:nvPr/>
            </p:nvSpPr>
            <p:spPr>
              <a:xfrm>
                <a:off x="7877257" y="2736981"/>
                <a:ext cx="1406758" cy="39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9EE38B-31E8-5D40-287B-AEFF57F44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257" y="2736981"/>
                <a:ext cx="1406758" cy="39023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960515-EACB-E3F6-DA66-8B8C1D0B9201}"/>
              </a:ext>
            </a:extLst>
          </p:cNvPr>
          <p:cNvCxnSpPr>
            <a:cxnSpLocks/>
          </p:cNvCxnSpPr>
          <p:nvPr/>
        </p:nvCxnSpPr>
        <p:spPr>
          <a:xfrm flipH="1" flipV="1">
            <a:off x="3414160" y="2132958"/>
            <a:ext cx="8648" cy="1018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A80708-CC1E-EB9D-80B8-D1047EFFE89A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4903086" y="2132958"/>
            <a:ext cx="7969" cy="10236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C499F1-31E0-6EA9-C295-A71F79F86BA9}"/>
              </a:ext>
            </a:extLst>
          </p:cNvPr>
          <p:cNvCxnSpPr>
            <a:cxnSpLocks/>
          </p:cNvCxnSpPr>
          <p:nvPr/>
        </p:nvCxnSpPr>
        <p:spPr>
          <a:xfrm flipV="1">
            <a:off x="6381919" y="2127284"/>
            <a:ext cx="3726" cy="1022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BD841C-4000-F910-53A9-FC9EEB5F619C}"/>
              </a:ext>
            </a:extLst>
          </p:cNvPr>
          <p:cNvCxnSpPr>
            <a:cxnSpLocks/>
          </p:cNvCxnSpPr>
          <p:nvPr/>
        </p:nvCxnSpPr>
        <p:spPr>
          <a:xfrm flipV="1">
            <a:off x="7862197" y="2127284"/>
            <a:ext cx="20343" cy="10276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2813533-975B-8426-1D50-90B62F157FCE}"/>
              </a:ext>
            </a:extLst>
          </p:cNvPr>
          <p:cNvCxnSpPr>
            <a:cxnSpLocks/>
          </p:cNvCxnSpPr>
          <p:nvPr/>
        </p:nvCxnSpPr>
        <p:spPr>
          <a:xfrm flipH="1" flipV="1">
            <a:off x="9338820" y="2128728"/>
            <a:ext cx="2211" cy="1026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/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blipFill>
                <a:blip r:embed="rId1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/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blipFill>
                <a:blip r:embed="rId19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/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blipFill>
                <a:blip r:embed="rId20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/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blipFill>
                <a:blip r:embed="rId21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/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blipFill>
                <a:blip r:embed="rId22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3A4467EC-5C68-C4FE-07BC-DE61962D196A}"/>
              </a:ext>
            </a:extLst>
          </p:cNvPr>
          <p:cNvSpPr/>
          <p:nvPr/>
        </p:nvSpPr>
        <p:spPr>
          <a:xfrm>
            <a:off x="2928331" y="2352594"/>
            <a:ext cx="7185129" cy="4318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FAB0DEA-5E6D-818D-FEDD-5285050813F4}"/>
                  </a:ext>
                </a:extLst>
              </p:cNvPr>
              <p:cNvSpPr/>
              <p:nvPr/>
            </p:nvSpPr>
            <p:spPr>
              <a:xfrm>
                <a:off x="7196327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FAB0DEA-5E6D-818D-FEDD-5285050813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327" y="4805825"/>
                <a:ext cx="379799" cy="379799"/>
              </a:xfrm>
              <a:prstGeom prst="rect">
                <a:avLst/>
              </a:prstGeom>
              <a:blipFill>
                <a:blip r:embed="rId23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24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5E5BC44-6633-DD1C-EDE7-E983A6E45F73}"/>
              </a:ext>
            </a:extLst>
          </p:cNvPr>
          <p:cNvCxnSpPr>
            <a:cxnSpLocks/>
            <a:stCxn id="29" idx="0"/>
            <a:endCxn id="61" idx="2"/>
          </p:cNvCxnSpPr>
          <p:nvPr/>
        </p:nvCxnSpPr>
        <p:spPr>
          <a:xfrm flipH="1" flipV="1">
            <a:off x="7386227" y="5185624"/>
            <a:ext cx="475974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1F43E5B-A513-7C6A-5EF2-39122C85C886}"/>
              </a:ext>
            </a:extLst>
          </p:cNvPr>
          <p:cNvCxnSpPr>
            <a:cxnSpLocks/>
            <a:stCxn id="149" idx="0"/>
            <a:endCxn id="32" idx="4"/>
          </p:cNvCxnSpPr>
          <p:nvPr/>
        </p:nvCxnSpPr>
        <p:spPr>
          <a:xfrm flipV="1">
            <a:off x="7379797" y="3526410"/>
            <a:ext cx="482404" cy="633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96CC2C3-4165-8F8A-02D6-D57F94C876CF}"/>
              </a:ext>
            </a:extLst>
          </p:cNvPr>
          <p:cNvCxnSpPr>
            <a:cxnSpLocks/>
            <a:stCxn id="149" idx="0"/>
            <a:endCxn id="17" idx="4"/>
          </p:cNvCxnSpPr>
          <p:nvPr/>
        </p:nvCxnSpPr>
        <p:spPr>
          <a:xfrm flipV="1">
            <a:off x="7379797" y="3527556"/>
            <a:ext cx="1961960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A3340F1-11A5-86B5-D11A-204F105E7175}"/>
              </a:ext>
            </a:extLst>
          </p:cNvPr>
          <p:cNvCxnSpPr>
            <a:cxnSpLocks/>
            <a:stCxn id="192" idx="0"/>
            <a:endCxn id="17" idx="4"/>
          </p:cNvCxnSpPr>
          <p:nvPr/>
        </p:nvCxnSpPr>
        <p:spPr>
          <a:xfrm flipH="1" flipV="1">
            <a:off x="9341757" y="3527556"/>
            <a:ext cx="2372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F44418B-AA67-3775-5809-2E4A5FE640D5}"/>
              </a:ext>
            </a:extLst>
          </p:cNvPr>
          <p:cNvCxnSpPr>
            <a:cxnSpLocks/>
            <a:stCxn id="149" idx="0"/>
            <a:endCxn id="19" idx="4"/>
          </p:cNvCxnSpPr>
          <p:nvPr/>
        </p:nvCxnSpPr>
        <p:spPr>
          <a:xfrm flipH="1" flipV="1">
            <a:off x="6382643" y="3527556"/>
            <a:ext cx="997154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422FEEE-F1D6-0C36-D235-911DF4585A0D}"/>
              </a:ext>
            </a:extLst>
          </p:cNvPr>
          <p:cNvCxnSpPr>
            <a:cxnSpLocks/>
            <a:stCxn id="61" idx="0"/>
            <a:endCxn id="149" idx="2"/>
          </p:cNvCxnSpPr>
          <p:nvPr/>
        </p:nvCxnSpPr>
        <p:spPr>
          <a:xfrm flipH="1" flipV="1">
            <a:off x="7379797" y="4651485"/>
            <a:ext cx="6430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DD02A3-31CB-42C7-7318-D59C2EC58657}"/>
              </a:ext>
            </a:extLst>
          </p:cNvPr>
          <p:cNvCxnSpPr>
            <a:cxnSpLocks/>
            <a:stCxn id="149" idx="0"/>
            <a:endCxn id="31" idx="4"/>
          </p:cNvCxnSpPr>
          <p:nvPr/>
        </p:nvCxnSpPr>
        <p:spPr>
          <a:xfrm flipH="1" flipV="1">
            <a:off x="3422809" y="3528013"/>
            <a:ext cx="3956988" cy="632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A229F8-ECE1-8BCF-69BB-85CF592D4057}"/>
              </a:ext>
            </a:extLst>
          </p:cNvPr>
          <p:cNvCxnSpPr>
            <a:cxnSpLocks/>
            <a:stCxn id="195" idx="0"/>
            <a:endCxn id="19" idx="4"/>
          </p:cNvCxnSpPr>
          <p:nvPr/>
        </p:nvCxnSpPr>
        <p:spPr>
          <a:xfrm flipV="1">
            <a:off x="6380273" y="3527556"/>
            <a:ext cx="2370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3201258-20CA-366D-8595-187E16CE3093}"/>
              </a:ext>
            </a:extLst>
          </p:cNvPr>
          <p:cNvCxnSpPr>
            <a:cxnSpLocks/>
            <a:stCxn id="198" idx="0"/>
            <a:endCxn id="20" idx="4"/>
          </p:cNvCxnSpPr>
          <p:nvPr/>
        </p:nvCxnSpPr>
        <p:spPr>
          <a:xfrm flipV="1">
            <a:off x="4894202" y="3527556"/>
            <a:ext cx="8884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60AE9E8-3AE7-F83F-CC76-EB0B0C7FD283}"/>
              </a:ext>
            </a:extLst>
          </p:cNvPr>
          <p:cNvCxnSpPr>
            <a:cxnSpLocks/>
            <a:stCxn id="201" idx="0"/>
            <a:endCxn id="31" idx="4"/>
          </p:cNvCxnSpPr>
          <p:nvPr/>
        </p:nvCxnSpPr>
        <p:spPr>
          <a:xfrm flipV="1">
            <a:off x="3411960" y="3528013"/>
            <a:ext cx="10849" cy="632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4BD452A-276F-1BDB-C06E-90701D3959C7}"/>
              </a:ext>
            </a:extLst>
          </p:cNvPr>
          <p:cNvSpPr/>
          <p:nvPr/>
        </p:nvSpPr>
        <p:spPr>
          <a:xfrm>
            <a:off x="7247461" y="41600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FA7CD29-4453-11FF-92EA-0B2FE361B911}"/>
              </a:ext>
            </a:extLst>
          </p:cNvPr>
          <p:cNvSpPr txBox="1"/>
          <p:nvPr/>
        </p:nvSpPr>
        <p:spPr>
          <a:xfrm>
            <a:off x="4701186" y="2334261"/>
            <a:ext cx="3732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Softmax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2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26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8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9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5704701-175B-F1B2-550B-1FDF5B75AD53}"/>
                  </a:ext>
                </a:extLst>
              </p:cNvPr>
              <p:cNvSpPr txBox="1"/>
              <p:nvPr/>
            </p:nvSpPr>
            <p:spPr>
              <a:xfrm>
                <a:off x="7251450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5704701-175B-F1B2-550B-1FDF5B75A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450" y="4208975"/>
                <a:ext cx="369549" cy="400110"/>
              </a:xfrm>
              <a:prstGeom prst="rect">
                <a:avLst/>
              </a:prstGeom>
              <a:blipFill>
                <a:blip r:embed="rId30"/>
                <a:stretch>
                  <a:fillRect l="-17241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31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33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34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DA667914-DA6F-1FE2-579D-48C5EFA11D44}"/>
              </a:ext>
            </a:extLst>
          </p:cNvPr>
          <p:cNvCxnSpPr>
            <a:cxnSpLocks/>
            <a:stCxn id="185" idx="0"/>
            <a:endCxn id="32" idx="4"/>
          </p:cNvCxnSpPr>
          <p:nvPr/>
        </p:nvCxnSpPr>
        <p:spPr>
          <a:xfrm flipV="1">
            <a:off x="7862201" y="3526410"/>
            <a:ext cx="0" cy="633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F33F371-470D-2AF3-6A6D-E693CAF3561B}"/>
                  </a:ext>
                </a:extLst>
              </p:cNvPr>
              <p:cNvSpPr txBox="1"/>
              <p:nvPr/>
            </p:nvSpPr>
            <p:spPr>
              <a:xfrm>
                <a:off x="3807265" y="2765135"/>
                <a:ext cx="788085" cy="371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F33F371-470D-2AF3-6A6D-E693CAF35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265" y="2765135"/>
                <a:ext cx="788085" cy="371961"/>
              </a:xfrm>
              <a:prstGeom prst="rect">
                <a:avLst/>
              </a:prstGeom>
              <a:blipFill>
                <a:blip r:embed="rId35"/>
                <a:stretch>
                  <a:fillRect r="-9677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492911DB-470C-E02F-B5B0-A39CF623475A}"/>
                  </a:ext>
                </a:extLst>
              </p:cNvPr>
              <p:cNvSpPr txBox="1"/>
              <p:nvPr/>
            </p:nvSpPr>
            <p:spPr>
              <a:xfrm>
                <a:off x="5282036" y="2765135"/>
                <a:ext cx="788085" cy="372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492911DB-470C-E02F-B5B0-A39CF6234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036" y="2765135"/>
                <a:ext cx="788085" cy="372474"/>
              </a:xfrm>
              <a:prstGeom prst="rect">
                <a:avLst/>
              </a:prstGeom>
              <a:blipFill>
                <a:blip r:embed="rId36"/>
                <a:stretch>
                  <a:fillRect r="-7813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EF698D4-0335-5075-6303-DE24318FC824}"/>
                  </a:ext>
                </a:extLst>
              </p:cNvPr>
              <p:cNvSpPr txBox="1"/>
              <p:nvPr/>
            </p:nvSpPr>
            <p:spPr>
              <a:xfrm>
                <a:off x="6746259" y="2765135"/>
                <a:ext cx="788085" cy="37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EF698D4-0335-5075-6303-DE24318FC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59" y="2765135"/>
                <a:ext cx="788085" cy="373885"/>
              </a:xfrm>
              <a:prstGeom prst="rect">
                <a:avLst/>
              </a:prstGeom>
              <a:blipFill>
                <a:blip r:embed="rId37"/>
                <a:stretch>
                  <a:fillRect r="-9524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F8917792-AC6F-5D67-4E9E-9DA97999669B}"/>
                  </a:ext>
                </a:extLst>
              </p:cNvPr>
              <p:cNvSpPr txBox="1"/>
              <p:nvPr/>
            </p:nvSpPr>
            <p:spPr>
              <a:xfrm>
                <a:off x="8329275" y="2765135"/>
                <a:ext cx="788085" cy="371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F8917792-AC6F-5D67-4E9E-9DA979996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275" y="2765135"/>
                <a:ext cx="788085" cy="371705"/>
              </a:xfrm>
              <a:prstGeom prst="rect">
                <a:avLst/>
              </a:prstGeom>
              <a:blipFill>
                <a:blip r:embed="rId38"/>
                <a:stretch>
                  <a:fillRect r="-7813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F861D47-9BB8-2020-F4AE-0A317AB1BE1C}"/>
                  </a:ext>
                </a:extLst>
              </p:cNvPr>
              <p:cNvSpPr txBox="1"/>
              <p:nvPr/>
            </p:nvSpPr>
            <p:spPr>
              <a:xfrm>
                <a:off x="9768132" y="2765135"/>
                <a:ext cx="788085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F861D47-9BB8-2020-F4AE-0A317AB1B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132" y="2765135"/>
                <a:ext cx="788085" cy="378117"/>
              </a:xfrm>
              <a:prstGeom prst="rect">
                <a:avLst/>
              </a:prstGeom>
              <a:blipFill>
                <a:blip r:embed="rId39"/>
                <a:stretch>
                  <a:fillRect r="-7813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D0DB216C-E8F6-5198-C181-DA4528CBE5B9}"/>
              </a:ext>
            </a:extLst>
          </p:cNvPr>
          <p:cNvCxnSpPr>
            <a:cxnSpLocks/>
            <a:endCxn id="20" idx="4"/>
          </p:cNvCxnSpPr>
          <p:nvPr/>
        </p:nvCxnSpPr>
        <p:spPr>
          <a:xfrm flipH="1" flipV="1">
            <a:off x="4903086" y="3527556"/>
            <a:ext cx="2464599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4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F117FFB-1542-9E3D-B34C-E2B52C435E74}"/>
              </a:ext>
            </a:extLst>
          </p:cNvPr>
          <p:cNvGrpSpPr/>
          <p:nvPr/>
        </p:nvGrpSpPr>
        <p:grpSpPr>
          <a:xfrm>
            <a:off x="8932417" y="679721"/>
            <a:ext cx="369549" cy="491455"/>
            <a:chOff x="8219312" y="4160030"/>
            <a:chExt cx="369549" cy="491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656C1F-10D0-F11D-280F-BB606825415C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A2C31C-AC11-8ED4-21FC-A250923A1412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A2C31C-AC11-8ED4-21FC-A250923A1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41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42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E49A438-7D3A-F22B-87DF-CE626C3D6333}"/>
              </a:ext>
            </a:extLst>
          </p:cNvPr>
          <p:cNvGrpSpPr/>
          <p:nvPr/>
        </p:nvGrpSpPr>
        <p:grpSpPr>
          <a:xfrm>
            <a:off x="9928685" y="679721"/>
            <a:ext cx="369549" cy="491455"/>
            <a:chOff x="9708991" y="4160030"/>
            <a:chExt cx="369549" cy="49145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B80025-2985-3E7E-F8BF-572AF8D363A3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D821AD-9FFB-CF10-30D0-F1086AB7DFF3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D821AD-9FFB-CF10-30D0-F1086AB7D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43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9E87844-D2BB-1347-952C-C6B2A9A2B649}"/>
              </a:ext>
            </a:extLst>
          </p:cNvPr>
          <p:cNvGrpSpPr/>
          <p:nvPr/>
        </p:nvGrpSpPr>
        <p:grpSpPr>
          <a:xfrm>
            <a:off x="7932137" y="679721"/>
            <a:ext cx="369549" cy="491455"/>
            <a:chOff x="6737483" y="4160030"/>
            <a:chExt cx="369549" cy="49145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D8A3A61-7FE6-F01A-B64F-A94770841491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23F563-89FC-E426-9060-11E963FF4E52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23F563-89FC-E426-9060-11E963FF4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4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45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DBDB788-B918-EF94-7630-29B3AB6F6169}"/>
              </a:ext>
            </a:extLst>
          </p:cNvPr>
          <p:cNvGrpSpPr/>
          <p:nvPr/>
        </p:nvGrpSpPr>
        <p:grpSpPr>
          <a:xfrm>
            <a:off x="6968753" y="679721"/>
            <a:ext cx="369549" cy="491455"/>
            <a:chOff x="5264892" y="4160030"/>
            <a:chExt cx="369549" cy="491455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C1A9FBB-1030-139E-D1FA-1B746DF4106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8097193-6CCC-81AC-43D8-C28FDF72960A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8097193-6CCC-81AC-43D8-C28FDF729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4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4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40AD161-9746-39F0-4571-236BD4F1858F}"/>
              </a:ext>
            </a:extLst>
          </p:cNvPr>
          <p:cNvGrpSpPr/>
          <p:nvPr/>
        </p:nvGrpSpPr>
        <p:grpSpPr>
          <a:xfrm>
            <a:off x="5943360" y="679721"/>
            <a:ext cx="369549" cy="491455"/>
            <a:chOff x="3774493" y="4160030"/>
            <a:chExt cx="369549" cy="49145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E74B29D-BC5B-3922-3DA1-070F2AB3794D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F06B430-B64E-2707-CDC6-813E625DE53B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F06B430-B64E-2707-CDC6-813E625DE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4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C2A13D-3C4D-C32E-9B93-83455F9A3639}"/>
                  </a:ext>
                </a:extLst>
              </p:cNvPr>
              <p:cNvSpPr txBox="1"/>
              <p:nvPr/>
            </p:nvSpPr>
            <p:spPr>
              <a:xfrm>
                <a:off x="5462714" y="717036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C2A13D-3C4D-C32E-9B93-83455F9A3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14" y="717036"/>
                <a:ext cx="491944" cy="385618"/>
              </a:xfrm>
              <a:prstGeom prst="rect">
                <a:avLst/>
              </a:prstGeom>
              <a:blipFill>
                <a:blip r:embed="rId49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1CFB48-8619-371A-3DF6-D4B8E13B006F}"/>
                  </a:ext>
                </a:extLst>
              </p:cNvPr>
              <p:cNvSpPr txBox="1"/>
              <p:nvPr/>
            </p:nvSpPr>
            <p:spPr>
              <a:xfrm>
                <a:off x="6468579" y="717036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1CFB48-8619-371A-3DF6-D4B8E13B0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579" y="717036"/>
                <a:ext cx="491944" cy="385618"/>
              </a:xfrm>
              <a:prstGeom prst="rect">
                <a:avLst/>
              </a:prstGeom>
              <a:blipFill>
                <a:blip r:embed="rId50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1EC800-888B-A5B9-152C-F7FA29C6A6A6}"/>
                  </a:ext>
                </a:extLst>
              </p:cNvPr>
              <p:cNvSpPr txBox="1"/>
              <p:nvPr/>
            </p:nvSpPr>
            <p:spPr>
              <a:xfrm>
                <a:off x="7450101" y="717036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1EC800-888B-A5B9-152C-F7FA29C6A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101" y="717036"/>
                <a:ext cx="491944" cy="385618"/>
              </a:xfrm>
              <a:prstGeom prst="rect">
                <a:avLst/>
              </a:prstGeom>
              <a:blipFill>
                <a:blip r:embed="rId51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3ACC0A-A8C1-40B8-743F-2A5E057CC370}"/>
                  </a:ext>
                </a:extLst>
              </p:cNvPr>
              <p:cNvSpPr txBox="1"/>
              <p:nvPr/>
            </p:nvSpPr>
            <p:spPr>
              <a:xfrm>
                <a:off x="8480394" y="717036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3ACC0A-A8C1-40B8-743F-2A5E057CC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0394" y="717036"/>
                <a:ext cx="491944" cy="385618"/>
              </a:xfrm>
              <a:prstGeom prst="rect">
                <a:avLst/>
              </a:prstGeom>
              <a:blipFill>
                <a:blip r:embed="rId52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6CEA68B-E621-7FA9-2BA6-B297523A7F00}"/>
                  </a:ext>
                </a:extLst>
              </p:cNvPr>
              <p:cNvSpPr txBox="1"/>
              <p:nvPr/>
            </p:nvSpPr>
            <p:spPr>
              <a:xfrm>
                <a:off x="9436741" y="717036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6CEA68B-E621-7FA9-2BA6-B297523A7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741" y="717036"/>
                <a:ext cx="491944" cy="385618"/>
              </a:xfrm>
              <a:prstGeom prst="rect">
                <a:avLst/>
              </a:prstGeom>
              <a:blipFill>
                <a:blip r:embed="rId53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3233604-F51F-66FC-F52F-7E3799540FFD}"/>
                  </a:ext>
                </a:extLst>
              </p:cNvPr>
              <p:cNvSpPr txBox="1"/>
              <p:nvPr/>
            </p:nvSpPr>
            <p:spPr>
              <a:xfrm>
                <a:off x="4791454" y="706458"/>
                <a:ext cx="3695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3233604-F51F-66FC-F52F-7E3799540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454" y="706458"/>
                <a:ext cx="369549" cy="461665"/>
              </a:xfrm>
              <a:prstGeom prst="rect">
                <a:avLst/>
              </a:prstGeom>
              <a:blipFill>
                <a:blip r:embed="rId54"/>
                <a:stretch>
                  <a:fillRect l="-20000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E039D4E-0065-F055-484A-CB263EAD0B07}"/>
                  </a:ext>
                </a:extLst>
              </p:cNvPr>
              <p:cNvSpPr txBox="1"/>
              <p:nvPr/>
            </p:nvSpPr>
            <p:spPr>
              <a:xfrm>
                <a:off x="5164890" y="713021"/>
                <a:ext cx="3695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E039D4E-0065-F055-484A-CB263EAD0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890" y="713021"/>
                <a:ext cx="369549" cy="461665"/>
              </a:xfrm>
              <a:prstGeom prst="rect">
                <a:avLst/>
              </a:prstGeom>
              <a:blipFill>
                <a:blip r:embed="rId55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E07E726-0DE8-42A5-006C-391F744D4CC7}"/>
                  </a:ext>
                </a:extLst>
              </p:cNvPr>
              <p:cNvSpPr txBox="1"/>
              <p:nvPr/>
            </p:nvSpPr>
            <p:spPr>
              <a:xfrm>
                <a:off x="6165713" y="725179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E07E726-0DE8-42A5-006C-391F744D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713" y="725179"/>
                <a:ext cx="392775" cy="369332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19111E-EC77-1F42-A399-8701444A3716}"/>
                  </a:ext>
                </a:extLst>
              </p:cNvPr>
              <p:cNvSpPr txBox="1"/>
              <p:nvPr/>
            </p:nvSpPr>
            <p:spPr>
              <a:xfrm>
                <a:off x="7183643" y="725179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19111E-EC77-1F42-A399-8701444A3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643" y="725179"/>
                <a:ext cx="392775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0098499-4C77-7765-5F53-464F8796C419}"/>
                  </a:ext>
                </a:extLst>
              </p:cNvPr>
              <p:cNvSpPr txBox="1"/>
              <p:nvPr/>
            </p:nvSpPr>
            <p:spPr>
              <a:xfrm>
                <a:off x="8182643" y="725179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0098499-4C77-7765-5F53-464F8796C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643" y="725179"/>
                <a:ext cx="392775" cy="369332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48B61C9-0ACE-1A28-A4A2-08001331B5A1}"/>
                  </a:ext>
                </a:extLst>
              </p:cNvPr>
              <p:cNvSpPr txBox="1"/>
              <p:nvPr/>
            </p:nvSpPr>
            <p:spPr>
              <a:xfrm>
                <a:off x="9176356" y="725179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48B61C9-0ACE-1A28-A4A2-08001331B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356" y="725179"/>
                <a:ext cx="392775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A5BE49D2-0CC5-2C29-0567-DE80DA49ED53}"/>
              </a:ext>
            </a:extLst>
          </p:cNvPr>
          <p:cNvSpPr txBox="1"/>
          <p:nvPr/>
        </p:nvSpPr>
        <p:spPr>
          <a:xfrm>
            <a:off x="2448364" y="798791"/>
            <a:ext cx="1716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Updated feature</a:t>
            </a:r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5844401-2C38-DED1-D15E-FB0062D7879E}"/>
              </a:ext>
            </a:extLst>
          </p:cNvPr>
          <p:cNvGrpSpPr/>
          <p:nvPr/>
        </p:nvGrpSpPr>
        <p:grpSpPr>
          <a:xfrm>
            <a:off x="239144" y="2975423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C9000C65-2546-D7E4-55AF-74EEE9C02135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C9000C65-2546-D7E4-55AF-74EEE9C02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92D3A9E6-00BA-24F7-E33B-CF8F974F9C1E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92D3A9E6-00BA-24F7-E33B-CF8F974F9C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61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81F90CA-CC27-1246-1946-3C80F7614D06}"/>
              </a:ext>
            </a:extLst>
          </p:cNvPr>
          <p:cNvGrpSpPr/>
          <p:nvPr/>
        </p:nvGrpSpPr>
        <p:grpSpPr>
          <a:xfrm>
            <a:off x="239660" y="3715349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43D8D2F8-885D-3411-4EB0-F905924B85E2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43D8D2F8-885D-3411-4EB0-F905924B8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B1434BC5-0814-AAE0-784C-E7A10121B81B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B1434BC5-0814-AAE0-784C-E7A10121B8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63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2961233-E713-BF99-4EE4-CFB37FDA7C64}"/>
              </a:ext>
            </a:extLst>
          </p:cNvPr>
          <p:cNvGrpSpPr/>
          <p:nvPr/>
        </p:nvGrpSpPr>
        <p:grpSpPr>
          <a:xfrm>
            <a:off x="237714" y="4493406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500F9881-4AA7-A409-CE4D-C21168CBA885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500F9881-4AA7-A409-CE4D-C21168CBA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918AD78-6C5F-71B7-794E-30A3C962B998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918AD78-6C5F-71B7-794E-30A3C962B9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65"/>
                  <a:stretch>
                    <a:fillRect l="-24390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53000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7DF05171-43C3-4A58-F820-FF4353EFFFE6}"/>
              </a:ext>
            </a:extLst>
          </p:cNvPr>
          <p:cNvSpPr/>
          <p:nvPr/>
        </p:nvSpPr>
        <p:spPr>
          <a:xfrm>
            <a:off x="9156260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73C5E7-83D0-866F-AEB5-F14CD2A4DB12}"/>
              </a:ext>
            </a:extLst>
          </p:cNvPr>
          <p:cNvSpPr/>
          <p:nvPr/>
        </p:nvSpPr>
        <p:spPr>
          <a:xfrm>
            <a:off x="6197146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057710-888F-E5F3-F4C2-080DED0063FF}"/>
              </a:ext>
            </a:extLst>
          </p:cNvPr>
          <p:cNvSpPr/>
          <p:nvPr/>
        </p:nvSpPr>
        <p:spPr>
          <a:xfrm>
            <a:off x="4717589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BD40DB-0604-8A95-3E0C-4B46AA46C8A6}"/>
              </a:ext>
            </a:extLst>
          </p:cNvPr>
          <p:cNvSpPr/>
          <p:nvPr/>
        </p:nvSpPr>
        <p:spPr>
          <a:xfrm>
            <a:off x="3237312" y="3157020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D639A8-02B9-BCCB-07F9-0EC7873C5E50}"/>
              </a:ext>
            </a:extLst>
          </p:cNvPr>
          <p:cNvSpPr/>
          <p:nvPr/>
        </p:nvSpPr>
        <p:spPr>
          <a:xfrm>
            <a:off x="7676704" y="3155417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960515-EACB-E3F6-DA66-8B8C1D0B9201}"/>
              </a:ext>
            </a:extLst>
          </p:cNvPr>
          <p:cNvCxnSpPr>
            <a:cxnSpLocks/>
          </p:cNvCxnSpPr>
          <p:nvPr/>
        </p:nvCxnSpPr>
        <p:spPr>
          <a:xfrm flipH="1" flipV="1">
            <a:off x="3414160" y="2132958"/>
            <a:ext cx="8648" cy="1018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A80708-CC1E-EB9D-80B8-D1047EFFE89A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4903086" y="2132958"/>
            <a:ext cx="7969" cy="10236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C499F1-31E0-6EA9-C295-A71F79F86BA9}"/>
              </a:ext>
            </a:extLst>
          </p:cNvPr>
          <p:cNvCxnSpPr>
            <a:cxnSpLocks/>
          </p:cNvCxnSpPr>
          <p:nvPr/>
        </p:nvCxnSpPr>
        <p:spPr>
          <a:xfrm flipV="1">
            <a:off x="6381919" y="2127284"/>
            <a:ext cx="3726" cy="1022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BD841C-4000-F910-53A9-FC9EEB5F619C}"/>
              </a:ext>
            </a:extLst>
          </p:cNvPr>
          <p:cNvCxnSpPr>
            <a:cxnSpLocks/>
          </p:cNvCxnSpPr>
          <p:nvPr/>
        </p:nvCxnSpPr>
        <p:spPr>
          <a:xfrm flipV="1">
            <a:off x="7862197" y="2127284"/>
            <a:ext cx="20343" cy="10276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2813533-975B-8426-1D50-90B62F157FCE}"/>
              </a:ext>
            </a:extLst>
          </p:cNvPr>
          <p:cNvCxnSpPr>
            <a:cxnSpLocks/>
          </p:cNvCxnSpPr>
          <p:nvPr/>
        </p:nvCxnSpPr>
        <p:spPr>
          <a:xfrm flipH="1" flipV="1">
            <a:off x="9338820" y="2128728"/>
            <a:ext cx="2211" cy="1026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/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blipFill>
                <a:blip r:embed="rId13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/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blipFill>
                <a:blip r:embed="rId14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/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blipFill>
                <a:blip r:embed="rId15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/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blipFill>
                <a:blip r:embed="rId16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/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blipFill>
                <a:blip r:embed="rId17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3A4467EC-5C68-C4FE-07BC-DE61962D196A}"/>
              </a:ext>
            </a:extLst>
          </p:cNvPr>
          <p:cNvSpPr/>
          <p:nvPr/>
        </p:nvSpPr>
        <p:spPr>
          <a:xfrm>
            <a:off x="2928331" y="2352594"/>
            <a:ext cx="7185129" cy="4318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1F43E5B-A513-7C6A-5EF2-39122C85C886}"/>
              </a:ext>
            </a:extLst>
          </p:cNvPr>
          <p:cNvCxnSpPr>
            <a:cxnSpLocks/>
            <a:stCxn id="76" idx="0"/>
            <a:endCxn id="32" idx="4"/>
          </p:cNvCxnSpPr>
          <p:nvPr/>
        </p:nvCxnSpPr>
        <p:spPr>
          <a:xfrm flipV="1">
            <a:off x="4417150" y="3526410"/>
            <a:ext cx="3445051" cy="633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96CC2C3-4165-8F8A-02D6-D57F94C876CF}"/>
              </a:ext>
            </a:extLst>
          </p:cNvPr>
          <p:cNvCxnSpPr>
            <a:cxnSpLocks/>
            <a:stCxn id="76" idx="0"/>
            <a:endCxn id="17" idx="4"/>
          </p:cNvCxnSpPr>
          <p:nvPr/>
        </p:nvCxnSpPr>
        <p:spPr>
          <a:xfrm flipV="1">
            <a:off x="4417150" y="3527556"/>
            <a:ext cx="4924607" cy="632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A3340F1-11A5-86B5-D11A-204F105E7175}"/>
              </a:ext>
            </a:extLst>
          </p:cNvPr>
          <p:cNvCxnSpPr>
            <a:cxnSpLocks/>
            <a:stCxn id="192" idx="0"/>
            <a:endCxn id="17" idx="4"/>
          </p:cNvCxnSpPr>
          <p:nvPr/>
        </p:nvCxnSpPr>
        <p:spPr>
          <a:xfrm flipH="1" flipV="1">
            <a:off x="9341757" y="3527556"/>
            <a:ext cx="2372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F44418B-AA67-3775-5809-2E4A5FE640D5}"/>
              </a:ext>
            </a:extLst>
          </p:cNvPr>
          <p:cNvCxnSpPr>
            <a:cxnSpLocks/>
            <a:stCxn id="76" idx="0"/>
            <a:endCxn id="19" idx="4"/>
          </p:cNvCxnSpPr>
          <p:nvPr/>
        </p:nvCxnSpPr>
        <p:spPr>
          <a:xfrm flipV="1">
            <a:off x="4417150" y="3527556"/>
            <a:ext cx="1965493" cy="632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DD02A3-31CB-42C7-7318-D59C2EC58657}"/>
              </a:ext>
            </a:extLst>
          </p:cNvPr>
          <p:cNvCxnSpPr>
            <a:cxnSpLocks/>
            <a:stCxn id="76" idx="0"/>
            <a:endCxn id="31" idx="4"/>
          </p:cNvCxnSpPr>
          <p:nvPr/>
        </p:nvCxnSpPr>
        <p:spPr>
          <a:xfrm flipH="1" flipV="1">
            <a:off x="3422809" y="3528013"/>
            <a:ext cx="994341" cy="6320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A229F8-ECE1-8BCF-69BB-85CF592D4057}"/>
              </a:ext>
            </a:extLst>
          </p:cNvPr>
          <p:cNvCxnSpPr>
            <a:cxnSpLocks/>
            <a:stCxn id="195" idx="0"/>
            <a:endCxn id="19" idx="4"/>
          </p:cNvCxnSpPr>
          <p:nvPr/>
        </p:nvCxnSpPr>
        <p:spPr>
          <a:xfrm flipV="1">
            <a:off x="6380273" y="3527556"/>
            <a:ext cx="2370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3201258-20CA-366D-8595-187E16CE3093}"/>
              </a:ext>
            </a:extLst>
          </p:cNvPr>
          <p:cNvCxnSpPr>
            <a:cxnSpLocks/>
            <a:stCxn id="198" idx="0"/>
            <a:endCxn id="20" idx="4"/>
          </p:cNvCxnSpPr>
          <p:nvPr/>
        </p:nvCxnSpPr>
        <p:spPr>
          <a:xfrm flipV="1">
            <a:off x="4894202" y="3527556"/>
            <a:ext cx="8884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60AE9E8-3AE7-F83F-CC76-EB0B0C7FD283}"/>
              </a:ext>
            </a:extLst>
          </p:cNvPr>
          <p:cNvCxnSpPr>
            <a:cxnSpLocks/>
            <a:stCxn id="201" idx="0"/>
            <a:endCxn id="31" idx="4"/>
          </p:cNvCxnSpPr>
          <p:nvPr/>
        </p:nvCxnSpPr>
        <p:spPr>
          <a:xfrm flipV="1">
            <a:off x="3411960" y="3528013"/>
            <a:ext cx="10849" cy="632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7FA7CD29-4453-11FF-92EA-0B2FE361B911}"/>
              </a:ext>
            </a:extLst>
          </p:cNvPr>
          <p:cNvSpPr txBox="1"/>
          <p:nvPr/>
        </p:nvSpPr>
        <p:spPr>
          <a:xfrm>
            <a:off x="4701186" y="2334261"/>
            <a:ext cx="3732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Softmax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20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21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2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3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4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5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6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7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DA667914-DA6F-1FE2-579D-48C5EFA11D44}"/>
              </a:ext>
            </a:extLst>
          </p:cNvPr>
          <p:cNvCxnSpPr>
            <a:cxnSpLocks/>
            <a:stCxn id="185" idx="0"/>
            <a:endCxn id="32" idx="4"/>
          </p:cNvCxnSpPr>
          <p:nvPr/>
        </p:nvCxnSpPr>
        <p:spPr>
          <a:xfrm flipV="1">
            <a:off x="7862201" y="3526410"/>
            <a:ext cx="0" cy="633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7345F22-5844-36E0-95B8-3721502867DB}"/>
              </a:ext>
            </a:extLst>
          </p:cNvPr>
          <p:cNvGrpSpPr/>
          <p:nvPr/>
        </p:nvGrpSpPr>
        <p:grpSpPr>
          <a:xfrm>
            <a:off x="3356905" y="2738359"/>
            <a:ext cx="1406758" cy="398737"/>
            <a:chOff x="3356905" y="2738359"/>
            <a:chExt cx="1406758" cy="3987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71EE042-123A-D542-8C2D-432E698D35F9}"/>
                    </a:ext>
                  </a:extLst>
                </p:cNvPr>
                <p:cNvSpPr txBox="1"/>
                <p:nvPr/>
              </p:nvSpPr>
              <p:spPr>
                <a:xfrm>
                  <a:off x="3356905" y="2738359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71EE042-123A-D542-8C2D-432E698D3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905" y="2738359"/>
                  <a:ext cx="1406758" cy="39023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DF33F371-470D-2AF3-6A6D-E693CAF3561B}"/>
                    </a:ext>
                  </a:extLst>
                </p:cNvPr>
                <p:cNvSpPr txBox="1"/>
                <p:nvPr/>
              </p:nvSpPr>
              <p:spPr>
                <a:xfrm>
                  <a:off x="3807265" y="2765135"/>
                  <a:ext cx="788085" cy="3719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DF33F371-470D-2AF3-6A6D-E693CAF35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7265" y="2765135"/>
                  <a:ext cx="788085" cy="371961"/>
                </a:xfrm>
                <a:prstGeom prst="rect">
                  <a:avLst/>
                </a:prstGeom>
                <a:blipFill>
                  <a:blip r:embed="rId29"/>
                  <a:stretch>
                    <a:fillRect r="-9677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0AC8D16-1E2D-13A4-7700-B717768DC6A1}"/>
              </a:ext>
            </a:extLst>
          </p:cNvPr>
          <p:cNvGrpSpPr/>
          <p:nvPr/>
        </p:nvGrpSpPr>
        <p:grpSpPr>
          <a:xfrm>
            <a:off x="4823914" y="2738359"/>
            <a:ext cx="1406758" cy="399250"/>
            <a:chOff x="4823914" y="2738359"/>
            <a:chExt cx="1406758" cy="399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D66E333-3709-B000-0D72-671ED59F3AA3}"/>
                    </a:ext>
                  </a:extLst>
                </p:cNvPr>
                <p:cNvSpPr txBox="1"/>
                <p:nvPr/>
              </p:nvSpPr>
              <p:spPr>
                <a:xfrm>
                  <a:off x="4823914" y="2738359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D66E333-3709-B000-0D72-671ED59F3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3914" y="2738359"/>
                  <a:ext cx="1406758" cy="39023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92911DB-470C-E02F-B5B0-A39CF623475A}"/>
                    </a:ext>
                  </a:extLst>
                </p:cNvPr>
                <p:cNvSpPr txBox="1"/>
                <p:nvPr/>
              </p:nvSpPr>
              <p:spPr>
                <a:xfrm>
                  <a:off x="5282036" y="2765135"/>
                  <a:ext cx="788085" cy="3724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92911DB-470C-E02F-B5B0-A39CF6234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2036" y="2765135"/>
                  <a:ext cx="788085" cy="372474"/>
                </a:xfrm>
                <a:prstGeom prst="rect">
                  <a:avLst/>
                </a:prstGeom>
                <a:blipFill>
                  <a:blip r:embed="rId31"/>
                  <a:stretch>
                    <a:fillRect r="-7813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863F68F-8A43-A197-5F84-D0A7EF785D8B}"/>
              </a:ext>
            </a:extLst>
          </p:cNvPr>
          <p:cNvGrpSpPr/>
          <p:nvPr/>
        </p:nvGrpSpPr>
        <p:grpSpPr>
          <a:xfrm>
            <a:off x="6323107" y="2738360"/>
            <a:ext cx="1406758" cy="400660"/>
            <a:chOff x="6323107" y="2738360"/>
            <a:chExt cx="1406758" cy="400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EFE315D-75A4-E4E0-D9E6-14E68D8832CF}"/>
                    </a:ext>
                  </a:extLst>
                </p:cNvPr>
                <p:cNvSpPr txBox="1"/>
                <p:nvPr/>
              </p:nvSpPr>
              <p:spPr>
                <a:xfrm>
                  <a:off x="6323107" y="2738360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EFE315D-75A4-E4E0-D9E6-14E68D883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3107" y="2738360"/>
                  <a:ext cx="1406758" cy="39023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EF698D4-0335-5075-6303-DE24318FC824}"/>
                    </a:ext>
                  </a:extLst>
                </p:cNvPr>
                <p:cNvSpPr txBox="1"/>
                <p:nvPr/>
              </p:nvSpPr>
              <p:spPr>
                <a:xfrm>
                  <a:off x="6746259" y="2765135"/>
                  <a:ext cx="788085" cy="3738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EF698D4-0335-5075-6303-DE24318FC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6259" y="2765135"/>
                  <a:ext cx="788085" cy="373885"/>
                </a:xfrm>
                <a:prstGeom prst="rect">
                  <a:avLst/>
                </a:prstGeom>
                <a:blipFill>
                  <a:blip r:embed="rId33"/>
                  <a:stretch>
                    <a:fillRect r="-9524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74CD002-4AC0-9D07-9FA9-D512C6D583BD}"/>
              </a:ext>
            </a:extLst>
          </p:cNvPr>
          <p:cNvGrpSpPr/>
          <p:nvPr/>
        </p:nvGrpSpPr>
        <p:grpSpPr>
          <a:xfrm>
            <a:off x="7877257" y="2736981"/>
            <a:ext cx="1406758" cy="399859"/>
            <a:chOff x="7877257" y="2736981"/>
            <a:chExt cx="1406758" cy="3998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A9EE38B-31E8-5D40-287B-AEFF57F448AB}"/>
                    </a:ext>
                  </a:extLst>
                </p:cNvPr>
                <p:cNvSpPr txBox="1"/>
                <p:nvPr/>
              </p:nvSpPr>
              <p:spPr>
                <a:xfrm>
                  <a:off x="7877257" y="2736981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A9EE38B-31E8-5D40-287B-AEFF57F44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7257" y="2736981"/>
                  <a:ext cx="1406758" cy="39023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F8917792-AC6F-5D67-4E9E-9DA97999669B}"/>
                    </a:ext>
                  </a:extLst>
                </p:cNvPr>
                <p:cNvSpPr txBox="1"/>
                <p:nvPr/>
              </p:nvSpPr>
              <p:spPr>
                <a:xfrm>
                  <a:off x="8329275" y="2765135"/>
                  <a:ext cx="788085" cy="3717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F8917792-AC6F-5D67-4E9E-9DA979996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9275" y="2765135"/>
                  <a:ext cx="788085" cy="371705"/>
                </a:xfrm>
                <a:prstGeom prst="rect">
                  <a:avLst/>
                </a:prstGeom>
                <a:blipFill>
                  <a:blip r:embed="rId35"/>
                  <a:stretch>
                    <a:fillRect r="-7813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581C3CD-CBDB-EB93-923E-C608B90F1353}"/>
              </a:ext>
            </a:extLst>
          </p:cNvPr>
          <p:cNvGrpSpPr/>
          <p:nvPr/>
        </p:nvGrpSpPr>
        <p:grpSpPr>
          <a:xfrm>
            <a:off x="9321493" y="2738487"/>
            <a:ext cx="1406758" cy="404765"/>
            <a:chOff x="9321493" y="2738487"/>
            <a:chExt cx="1406758" cy="4047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1CFA0A-C720-690B-B15B-C09877B0416F}"/>
                    </a:ext>
                  </a:extLst>
                </p:cNvPr>
                <p:cNvSpPr txBox="1"/>
                <p:nvPr/>
              </p:nvSpPr>
              <p:spPr>
                <a:xfrm>
                  <a:off x="9321493" y="2738487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1CFA0A-C720-690B-B15B-C09877B04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1493" y="2738487"/>
                  <a:ext cx="1406758" cy="39023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EF861D47-9BB8-2020-F4AE-0A317AB1BE1C}"/>
                    </a:ext>
                  </a:extLst>
                </p:cNvPr>
                <p:cNvSpPr txBox="1"/>
                <p:nvPr/>
              </p:nvSpPr>
              <p:spPr>
                <a:xfrm>
                  <a:off x="9768132" y="2765135"/>
                  <a:ext cx="788085" cy="3781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EF861D47-9BB8-2020-F4AE-0A317AB1B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8132" y="2765135"/>
                  <a:ext cx="788085" cy="378117"/>
                </a:xfrm>
                <a:prstGeom prst="rect">
                  <a:avLst/>
                </a:prstGeom>
                <a:blipFill>
                  <a:blip r:embed="rId37"/>
                  <a:stretch>
                    <a:fillRect r="-7813" b="-96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D0DB216C-E8F6-5198-C181-DA4528CBE5B9}"/>
              </a:ext>
            </a:extLst>
          </p:cNvPr>
          <p:cNvCxnSpPr>
            <a:cxnSpLocks/>
            <a:stCxn id="76" idx="0"/>
            <a:endCxn id="20" idx="4"/>
          </p:cNvCxnSpPr>
          <p:nvPr/>
        </p:nvCxnSpPr>
        <p:spPr>
          <a:xfrm flipV="1">
            <a:off x="4417150" y="3527556"/>
            <a:ext cx="485936" cy="632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3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39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4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41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42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43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44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E2FE49A-7896-7245-0B64-71348C83D4DF}"/>
              </a:ext>
            </a:extLst>
          </p:cNvPr>
          <p:cNvGrpSpPr/>
          <p:nvPr/>
        </p:nvGrpSpPr>
        <p:grpSpPr>
          <a:xfrm>
            <a:off x="239144" y="2975423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A04654A4-4B6D-306F-5E9D-ABE5E970801E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A04654A4-4B6D-306F-5E9D-ABE5E9708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5FB90AE2-B366-7B4A-6DD0-D89286E197D3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5FB90AE2-B366-7B4A-6DD0-D89286E197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46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417BAA6-CBE8-BAEB-E617-493DA2BA3F72}"/>
              </a:ext>
            </a:extLst>
          </p:cNvPr>
          <p:cNvGrpSpPr/>
          <p:nvPr/>
        </p:nvGrpSpPr>
        <p:grpSpPr>
          <a:xfrm>
            <a:off x="239660" y="3715349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1360FD0-863E-6D3D-6AB5-ECC6D0DD2F77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1360FD0-863E-6D3D-6AB5-ECC6D0DD2F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6414DCA4-8872-415B-EE76-423B1413BE58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6414DCA4-8872-415B-EE76-423B1413BE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8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7946D21-F6B0-694B-62B3-49770AEB10AE}"/>
              </a:ext>
            </a:extLst>
          </p:cNvPr>
          <p:cNvGrpSpPr/>
          <p:nvPr/>
        </p:nvGrpSpPr>
        <p:grpSpPr>
          <a:xfrm>
            <a:off x="237714" y="4493406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1DCBD520-BBC4-9FEB-E8CB-EB8B38214CDD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1DCBD520-BBC4-9FEB-E8CB-EB8B38214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222CC377-837E-FB15-9F77-81549F5375BE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222CC377-837E-FB15-9F77-81549F5375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50"/>
                  <a:stretch>
                    <a:fillRect l="-24390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35630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6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 tmFilter="0, 0; .2, .5; .8, .5; 1, 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1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1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31" grpId="0" animBg="1"/>
      <p:bldP spid="32" grpId="0" animBg="1"/>
      <p:bldP spid="119" grpId="0"/>
      <p:bldP spid="130" grpId="0"/>
      <p:bldP spid="131" grpId="0"/>
      <p:bldP spid="132" grpId="0"/>
      <p:bldP spid="133" grpId="0"/>
      <p:bldP spid="134" grpId="0" animBg="1"/>
      <p:bldP spid="159" grpId="0"/>
      <p:bldP spid="40" grpId="0" animBg="1"/>
      <p:bldP spid="76" grpId="0" animBg="1"/>
      <p:bldP spid="7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7DF05171-43C3-4A58-F820-FF4353EFFFE6}"/>
              </a:ext>
            </a:extLst>
          </p:cNvPr>
          <p:cNvSpPr/>
          <p:nvPr/>
        </p:nvSpPr>
        <p:spPr>
          <a:xfrm>
            <a:off x="9156260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73C5E7-83D0-866F-AEB5-F14CD2A4DB12}"/>
              </a:ext>
            </a:extLst>
          </p:cNvPr>
          <p:cNvSpPr/>
          <p:nvPr/>
        </p:nvSpPr>
        <p:spPr>
          <a:xfrm>
            <a:off x="6197146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057710-888F-E5F3-F4C2-080DED0063FF}"/>
              </a:ext>
            </a:extLst>
          </p:cNvPr>
          <p:cNvSpPr/>
          <p:nvPr/>
        </p:nvSpPr>
        <p:spPr>
          <a:xfrm>
            <a:off x="4717589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BD40DB-0604-8A95-3E0C-4B46AA46C8A6}"/>
              </a:ext>
            </a:extLst>
          </p:cNvPr>
          <p:cNvSpPr/>
          <p:nvPr/>
        </p:nvSpPr>
        <p:spPr>
          <a:xfrm>
            <a:off x="3237312" y="3157020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D639A8-02B9-BCCB-07F9-0EC7873C5E50}"/>
              </a:ext>
            </a:extLst>
          </p:cNvPr>
          <p:cNvSpPr/>
          <p:nvPr/>
        </p:nvSpPr>
        <p:spPr>
          <a:xfrm>
            <a:off x="7676704" y="3155417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960515-EACB-E3F6-DA66-8B8C1D0B9201}"/>
              </a:ext>
            </a:extLst>
          </p:cNvPr>
          <p:cNvCxnSpPr>
            <a:cxnSpLocks/>
          </p:cNvCxnSpPr>
          <p:nvPr/>
        </p:nvCxnSpPr>
        <p:spPr>
          <a:xfrm flipH="1" flipV="1">
            <a:off x="3414160" y="2132958"/>
            <a:ext cx="8648" cy="1018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A80708-CC1E-EB9D-80B8-D1047EFFE89A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4903086" y="2132958"/>
            <a:ext cx="7969" cy="10236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C499F1-31E0-6EA9-C295-A71F79F86BA9}"/>
              </a:ext>
            </a:extLst>
          </p:cNvPr>
          <p:cNvCxnSpPr>
            <a:cxnSpLocks/>
          </p:cNvCxnSpPr>
          <p:nvPr/>
        </p:nvCxnSpPr>
        <p:spPr>
          <a:xfrm flipV="1">
            <a:off x="6381919" y="2127284"/>
            <a:ext cx="3726" cy="1022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BD841C-4000-F910-53A9-FC9EEB5F619C}"/>
              </a:ext>
            </a:extLst>
          </p:cNvPr>
          <p:cNvCxnSpPr>
            <a:cxnSpLocks/>
          </p:cNvCxnSpPr>
          <p:nvPr/>
        </p:nvCxnSpPr>
        <p:spPr>
          <a:xfrm flipV="1">
            <a:off x="7862197" y="2127284"/>
            <a:ext cx="20343" cy="10276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2813533-975B-8426-1D50-90B62F157FCE}"/>
              </a:ext>
            </a:extLst>
          </p:cNvPr>
          <p:cNvCxnSpPr>
            <a:cxnSpLocks/>
          </p:cNvCxnSpPr>
          <p:nvPr/>
        </p:nvCxnSpPr>
        <p:spPr>
          <a:xfrm flipH="1" flipV="1">
            <a:off x="9338820" y="2128728"/>
            <a:ext cx="2211" cy="1026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/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blipFill>
                <a:blip r:embed="rId13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/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blipFill>
                <a:blip r:embed="rId14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/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blipFill>
                <a:blip r:embed="rId15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/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blipFill>
                <a:blip r:embed="rId16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/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blipFill>
                <a:blip r:embed="rId17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3A4467EC-5C68-C4FE-07BC-DE61962D196A}"/>
              </a:ext>
            </a:extLst>
          </p:cNvPr>
          <p:cNvSpPr/>
          <p:nvPr/>
        </p:nvSpPr>
        <p:spPr>
          <a:xfrm>
            <a:off x="2928331" y="2352594"/>
            <a:ext cx="7185129" cy="4318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1F43E5B-A513-7C6A-5EF2-39122C85C886}"/>
              </a:ext>
            </a:extLst>
          </p:cNvPr>
          <p:cNvCxnSpPr>
            <a:cxnSpLocks/>
            <a:stCxn id="76" idx="0"/>
            <a:endCxn id="32" idx="4"/>
          </p:cNvCxnSpPr>
          <p:nvPr/>
        </p:nvCxnSpPr>
        <p:spPr>
          <a:xfrm flipV="1">
            <a:off x="4417150" y="3526410"/>
            <a:ext cx="3445051" cy="633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96CC2C3-4165-8F8A-02D6-D57F94C876CF}"/>
              </a:ext>
            </a:extLst>
          </p:cNvPr>
          <p:cNvCxnSpPr>
            <a:cxnSpLocks/>
            <a:stCxn id="76" idx="0"/>
            <a:endCxn id="17" idx="4"/>
          </p:cNvCxnSpPr>
          <p:nvPr/>
        </p:nvCxnSpPr>
        <p:spPr>
          <a:xfrm flipV="1">
            <a:off x="4417150" y="3527556"/>
            <a:ext cx="4924607" cy="632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A3340F1-11A5-86B5-D11A-204F105E7175}"/>
              </a:ext>
            </a:extLst>
          </p:cNvPr>
          <p:cNvCxnSpPr>
            <a:cxnSpLocks/>
            <a:stCxn id="192" idx="0"/>
            <a:endCxn id="17" idx="4"/>
          </p:cNvCxnSpPr>
          <p:nvPr/>
        </p:nvCxnSpPr>
        <p:spPr>
          <a:xfrm flipH="1" flipV="1">
            <a:off x="9341757" y="3527556"/>
            <a:ext cx="2372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F44418B-AA67-3775-5809-2E4A5FE640D5}"/>
              </a:ext>
            </a:extLst>
          </p:cNvPr>
          <p:cNvCxnSpPr>
            <a:cxnSpLocks/>
            <a:stCxn id="76" idx="0"/>
            <a:endCxn id="19" idx="4"/>
          </p:cNvCxnSpPr>
          <p:nvPr/>
        </p:nvCxnSpPr>
        <p:spPr>
          <a:xfrm flipV="1">
            <a:off x="4417150" y="3527556"/>
            <a:ext cx="1965493" cy="632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DD02A3-31CB-42C7-7318-D59C2EC58657}"/>
              </a:ext>
            </a:extLst>
          </p:cNvPr>
          <p:cNvCxnSpPr>
            <a:cxnSpLocks/>
            <a:stCxn id="76" idx="0"/>
            <a:endCxn id="31" idx="4"/>
          </p:cNvCxnSpPr>
          <p:nvPr/>
        </p:nvCxnSpPr>
        <p:spPr>
          <a:xfrm flipH="1" flipV="1">
            <a:off x="3422809" y="3528013"/>
            <a:ext cx="994341" cy="6320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A229F8-ECE1-8BCF-69BB-85CF592D4057}"/>
              </a:ext>
            </a:extLst>
          </p:cNvPr>
          <p:cNvCxnSpPr>
            <a:cxnSpLocks/>
            <a:stCxn id="195" idx="0"/>
            <a:endCxn id="19" idx="4"/>
          </p:cNvCxnSpPr>
          <p:nvPr/>
        </p:nvCxnSpPr>
        <p:spPr>
          <a:xfrm flipV="1">
            <a:off x="6380273" y="3527556"/>
            <a:ext cx="2370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3201258-20CA-366D-8595-187E16CE3093}"/>
              </a:ext>
            </a:extLst>
          </p:cNvPr>
          <p:cNvCxnSpPr>
            <a:cxnSpLocks/>
            <a:stCxn id="198" idx="0"/>
            <a:endCxn id="20" idx="4"/>
          </p:cNvCxnSpPr>
          <p:nvPr/>
        </p:nvCxnSpPr>
        <p:spPr>
          <a:xfrm flipV="1">
            <a:off x="4894202" y="3527556"/>
            <a:ext cx="8884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60AE9E8-3AE7-F83F-CC76-EB0B0C7FD283}"/>
              </a:ext>
            </a:extLst>
          </p:cNvPr>
          <p:cNvCxnSpPr>
            <a:cxnSpLocks/>
            <a:stCxn id="201" idx="0"/>
            <a:endCxn id="31" idx="4"/>
          </p:cNvCxnSpPr>
          <p:nvPr/>
        </p:nvCxnSpPr>
        <p:spPr>
          <a:xfrm flipV="1">
            <a:off x="3411960" y="3528013"/>
            <a:ext cx="10849" cy="632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7FA7CD29-4453-11FF-92EA-0B2FE361B911}"/>
              </a:ext>
            </a:extLst>
          </p:cNvPr>
          <p:cNvSpPr txBox="1"/>
          <p:nvPr/>
        </p:nvSpPr>
        <p:spPr>
          <a:xfrm>
            <a:off x="4701186" y="2334261"/>
            <a:ext cx="3732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Softmax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20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21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2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3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4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5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6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7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DA667914-DA6F-1FE2-579D-48C5EFA11D44}"/>
              </a:ext>
            </a:extLst>
          </p:cNvPr>
          <p:cNvCxnSpPr>
            <a:cxnSpLocks/>
            <a:stCxn id="185" idx="0"/>
            <a:endCxn id="32" idx="4"/>
          </p:cNvCxnSpPr>
          <p:nvPr/>
        </p:nvCxnSpPr>
        <p:spPr>
          <a:xfrm flipV="1">
            <a:off x="7862201" y="3526410"/>
            <a:ext cx="0" cy="633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7345F22-5844-36E0-95B8-3721502867DB}"/>
              </a:ext>
            </a:extLst>
          </p:cNvPr>
          <p:cNvGrpSpPr/>
          <p:nvPr/>
        </p:nvGrpSpPr>
        <p:grpSpPr>
          <a:xfrm>
            <a:off x="3356905" y="2738359"/>
            <a:ext cx="1406758" cy="398737"/>
            <a:chOff x="3356905" y="2738359"/>
            <a:chExt cx="1406758" cy="3987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71EE042-123A-D542-8C2D-432E698D35F9}"/>
                    </a:ext>
                  </a:extLst>
                </p:cNvPr>
                <p:cNvSpPr txBox="1"/>
                <p:nvPr/>
              </p:nvSpPr>
              <p:spPr>
                <a:xfrm>
                  <a:off x="3356905" y="2738359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71EE042-123A-D542-8C2D-432E698D3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905" y="2738359"/>
                  <a:ext cx="1406758" cy="39023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DF33F371-470D-2AF3-6A6D-E693CAF3561B}"/>
                    </a:ext>
                  </a:extLst>
                </p:cNvPr>
                <p:cNvSpPr txBox="1"/>
                <p:nvPr/>
              </p:nvSpPr>
              <p:spPr>
                <a:xfrm>
                  <a:off x="3807265" y="2765135"/>
                  <a:ext cx="788085" cy="3719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DF33F371-470D-2AF3-6A6D-E693CAF35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7265" y="2765135"/>
                  <a:ext cx="788085" cy="371961"/>
                </a:xfrm>
                <a:prstGeom prst="rect">
                  <a:avLst/>
                </a:prstGeom>
                <a:blipFill>
                  <a:blip r:embed="rId29"/>
                  <a:stretch>
                    <a:fillRect r="-9677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0AC8D16-1E2D-13A4-7700-B717768DC6A1}"/>
              </a:ext>
            </a:extLst>
          </p:cNvPr>
          <p:cNvGrpSpPr/>
          <p:nvPr/>
        </p:nvGrpSpPr>
        <p:grpSpPr>
          <a:xfrm>
            <a:off x="4823914" y="2738359"/>
            <a:ext cx="1406758" cy="399250"/>
            <a:chOff x="4823914" y="2738359"/>
            <a:chExt cx="1406758" cy="399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D66E333-3709-B000-0D72-671ED59F3AA3}"/>
                    </a:ext>
                  </a:extLst>
                </p:cNvPr>
                <p:cNvSpPr txBox="1"/>
                <p:nvPr/>
              </p:nvSpPr>
              <p:spPr>
                <a:xfrm>
                  <a:off x="4823914" y="2738359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D66E333-3709-B000-0D72-671ED59F3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3914" y="2738359"/>
                  <a:ext cx="1406758" cy="39023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92911DB-470C-E02F-B5B0-A39CF623475A}"/>
                    </a:ext>
                  </a:extLst>
                </p:cNvPr>
                <p:cNvSpPr txBox="1"/>
                <p:nvPr/>
              </p:nvSpPr>
              <p:spPr>
                <a:xfrm>
                  <a:off x="5282036" y="2765135"/>
                  <a:ext cx="788085" cy="3724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92911DB-470C-E02F-B5B0-A39CF6234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2036" y="2765135"/>
                  <a:ext cx="788085" cy="372474"/>
                </a:xfrm>
                <a:prstGeom prst="rect">
                  <a:avLst/>
                </a:prstGeom>
                <a:blipFill>
                  <a:blip r:embed="rId31"/>
                  <a:stretch>
                    <a:fillRect r="-7813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863F68F-8A43-A197-5F84-D0A7EF785D8B}"/>
              </a:ext>
            </a:extLst>
          </p:cNvPr>
          <p:cNvGrpSpPr/>
          <p:nvPr/>
        </p:nvGrpSpPr>
        <p:grpSpPr>
          <a:xfrm>
            <a:off x="6323107" y="2738360"/>
            <a:ext cx="1406758" cy="400660"/>
            <a:chOff x="6323107" y="2738360"/>
            <a:chExt cx="1406758" cy="400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EFE315D-75A4-E4E0-D9E6-14E68D8832CF}"/>
                    </a:ext>
                  </a:extLst>
                </p:cNvPr>
                <p:cNvSpPr txBox="1"/>
                <p:nvPr/>
              </p:nvSpPr>
              <p:spPr>
                <a:xfrm>
                  <a:off x="6323107" y="2738360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EFE315D-75A4-E4E0-D9E6-14E68D883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3107" y="2738360"/>
                  <a:ext cx="1406758" cy="39023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EF698D4-0335-5075-6303-DE24318FC824}"/>
                    </a:ext>
                  </a:extLst>
                </p:cNvPr>
                <p:cNvSpPr txBox="1"/>
                <p:nvPr/>
              </p:nvSpPr>
              <p:spPr>
                <a:xfrm>
                  <a:off x="6746259" y="2765135"/>
                  <a:ext cx="788085" cy="3738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EF698D4-0335-5075-6303-DE24318FC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6259" y="2765135"/>
                  <a:ext cx="788085" cy="373885"/>
                </a:xfrm>
                <a:prstGeom prst="rect">
                  <a:avLst/>
                </a:prstGeom>
                <a:blipFill>
                  <a:blip r:embed="rId33"/>
                  <a:stretch>
                    <a:fillRect r="-9524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74CD002-4AC0-9D07-9FA9-D512C6D583BD}"/>
              </a:ext>
            </a:extLst>
          </p:cNvPr>
          <p:cNvGrpSpPr/>
          <p:nvPr/>
        </p:nvGrpSpPr>
        <p:grpSpPr>
          <a:xfrm>
            <a:off x="7877257" y="2736981"/>
            <a:ext cx="1406758" cy="399859"/>
            <a:chOff x="7877257" y="2736981"/>
            <a:chExt cx="1406758" cy="3998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A9EE38B-31E8-5D40-287B-AEFF57F448AB}"/>
                    </a:ext>
                  </a:extLst>
                </p:cNvPr>
                <p:cNvSpPr txBox="1"/>
                <p:nvPr/>
              </p:nvSpPr>
              <p:spPr>
                <a:xfrm>
                  <a:off x="7877257" y="2736981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A9EE38B-31E8-5D40-287B-AEFF57F44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7257" y="2736981"/>
                  <a:ext cx="1406758" cy="39023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F8917792-AC6F-5D67-4E9E-9DA97999669B}"/>
                    </a:ext>
                  </a:extLst>
                </p:cNvPr>
                <p:cNvSpPr txBox="1"/>
                <p:nvPr/>
              </p:nvSpPr>
              <p:spPr>
                <a:xfrm>
                  <a:off x="8329275" y="2765135"/>
                  <a:ext cx="788085" cy="3717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F8917792-AC6F-5D67-4E9E-9DA979996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9275" y="2765135"/>
                  <a:ext cx="788085" cy="371705"/>
                </a:xfrm>
                <a:prstGeom prst="rect">
                  <a:avLst/>
                </a:prstGeom>
                <a:blipFill>
                  <a:blip r:embed="rId35"/>
                  <a:stretch>
                    <a:fillRect r="-7813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581C3CD-CBDB-EB93-923E-C608B90F1353}"/>
              </a:ext>
            </a:extLst>
          </p:cNvPr>
          <p:cNvGrpSpPr/>
          <p:nvPr/>
        </p:nvGrpSpPr>
        <p:grpSpPr>
          <a:xfrm>
            <a:off x="9321493" y="2738487"/>
            <a:ext cx="1406758" cy="404765"/>
            <a:chOff x="9321493" y="2738487"/>
            <a:chExt cx="1406758" cy="4047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1CFA0A-C720-690B-B15B-C09877B0416F}"/>
                    </a:ext>
                  </a:extLst>
                </p:cNvPr>
                <p:cNvSpPr txBox="1"/>
                <p:nvPr/>
              </p:nvSpPr>
              <p:spPr>
                <a:xfrm>
                  <a:off x="9321493" y="2738487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1CFA0A-C720-690B-B15B-C09877B04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1493" y="2738487"/>
                  <a:ext cx="1406758" cy="39023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EF861D47-9BB8-2020-F4AE-0A317AB1BE1C}"/>
                    </a:ext>
                  </a:extLst>
                </p:cNvPr>
                <p:cNvSpPr txBox="1"/>
                <p:nvPr/>
              </p:nvSpPr>
              <p:spPr>
                <a:xfrm>
                  <a:off x="9768132" y="2765135"/>
                  <a:ext cx="788085" cy="3781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EF861D47-9BB8-2020-F4AE-0A317AB1B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8132" y="2765135"/>
                  <a:ext cx="788085" cy="378117"/>
                </a:xfrm>
                <a:prstGeom prst="rect">
                  <a:avLst/>
                </a:prstGeom>
                <a:blipFill>
                  <a:blip r:embed="rId37"/>
                  <a:stretch>
                    <a:fillRect r="-7813" b="-96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D0DB216C-E8F6-5198-C181-DA4528CBE5B9}"/>
              </a:ext>
            </a:extLst>
          </p:cNvPr>
          <p:cNvCxnSpPr>
            <a:cxnSpLocks/>
            <a:stCxn id="76" idx="0"/>
            <a:endCxn id="20" idx="4"/>
          </p:cNvCxnSpPr>
          <p:nvPr/>
        </p:nvCxnSpPr>
        <p:spPr>
          <a:xfrm flipV="1">
            <a:off x="4417150" y="3527556"/>
            <a:ext cx="485936" cy="632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3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39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4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41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42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43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44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3284F3A-DA67-FD08-BA7C-2228B16E43B5}"/>
              </a:ext>
            </a:extLst>
          </p:cNvPr>
          <p:cNvGrpSpPr/>
          <p:nvPr/>
        </p:nvGrpSpPr>
        <p:grpSpPr>
          <a:xfrm>
            <a:off x="8219312" y="4152162"/>
            <a:ext cx="369549" cy="491455"/>
            <a:chOff x="8219312" y="4160030"/>
            <a:chExt cx="369549" cy="491455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C1A6986-8705-6DEF-D6BE-305591347604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31EE62E-3208-DB23-A584-2783124F2DDE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31EE62E-3208-DB23-A584-2783124F2D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4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174C173-751C-B977-1A26-0B3B8F3DF9CE}"/>
              </a:ext>
            </a:extLst>
          </p:cNvPr>
          <p:cNvGrpSpPr/>
          <p:nvPr/>
        </p:nvGrpSpPr>
        <p:grpSpPr>
          <a:xfrm>
            <a:off x="9708991" y="4152162"/>
            <a:ext cx="369549" cy="491455"/>
            <a:chOff x="9708991" y="4160030"/>
            <a:chExt cx="369549" cy="491455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92C9BCF-D4F8-4ADD-84FF-FC49AD3DC167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AACBB61B-209D-91FC-49C6-60F119B26D20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AACBB61B-209D-91FC-49C6-60F119B26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57AA7E4-DB28-A66F-A9ED-CBC3ED9F42E9}"/>
              </a:ext>
            </a:extLst>
          </p:cNvPr>
          <p:cNvGrpSpPr/>
          <p:nvPr/>
        </p:nvGrpSpPr>
        <p:grpSpPr>
          <a:xfrm>
            <a:off x="6737483" y="4152162"/>
            <a:ext cx="369549" cy="491455"/>
            <a:chOff x="6737483" y="4160030"/>
            <a:chExt cx="369549" cy="49145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480B4FB-BAA1-F94E-FFF1-0E885973C961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134FDD0C-E05A-D5DD-0A60-48FB51D389E1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134FDD0C-E05A-D5DD-0A60-48FB51D389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4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1A1689E-EC3E-6579-AB47-2642C838EEA8}"/>
              </a:ext>
            </a:extLst>
          </p:cNvPr>
          <p:cNvGrpSpPr/>
          <p:nvPr/>
        </p:nvGrpSpPr>
        <p:grpSpPr>
          <a:xfrm>
            <a:off x="5264892" y="4152162"/>
            <a:ext cx="369549" cy="491455"/>
            <a:chOff x="5264892" y="4160030"/>
            <a:chExt cx="369549" cy="491455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FB08B16-8839-1CD3-1397-6FA5E8BD4666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C9C3306-A93A-35FD-61D8-B44209190A2F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C9C3306-A93A-35FD-61D8-B44209190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4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5B1AC81-49AE-01A9-1FA3-1841DCAFF485}"/>
              </a:ext>
            </a:extLst>
          </p:cNvPr>
          <p:cNvGrpSpPr/>
          <p:nvPr/>
        </p:nvGrpSpPr>
        <p:grpSpPr>
          <a:xfrm>
            <a:off x="3774493" y="4152162"/>
            <a:ext cx="369549" cy="491455"/>
            <a:chOff x="3774493" y="4160030"/>
            <a:chExt cx="369549" cy="491455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B351DDDA-D5BA-7E64-721D-80CEB0DA3CDA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E4CFFD1D-0506-2596-E457-538E7AFA7A73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E4CFFD1D-0506-2596-E457-538E7AFA7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49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F63F5C1-4B57-44B4-D9CB-7D5E2A49A4D3}"/>
                  </a:ext>
                </a:extLst>
              </p:cNvPr>
              <p:cNvSpPr txBox="1"/>
              <p:nvPr/>
            </p:nvSpPr>
            <p:spPr>
              <a:xfrm>
                <a:off x="3178433" y="177111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F63F5C1-4B57-44B4-D9CB-7D5E2A49A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433" y="1771113"/>
                <a:ext cx="491944" cy="385618"/>
              </a:xfrm>
              <a:prstGeom prst="rect">
                <a:avLst/>
              </a:prstGeom>
              <a:blipFill>
                <a:blip r:embed="rId50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8626338-62D7-38AE-7493-D8FA568D551A}"/>
                  </a:ext>
                </a:extLst>
              </p:cNvPr>
              <p:cNvSpPr txBox="1"/>
              <p:nvPr/>
            </p:nvSpPr>
            <p:spPr>
              <a:xfrm>
                <a:off x="4649304" y="1765279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8626338-62D7-38AE-7493-D8FA568D5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304" y="1765279"/>
                <a:ext cx="491944" cy="385618"/>
              </a:xfrm>
              <a:prstGeom prst="rect">
                <a:avLst/>
              </a:prstGeom>
              <a:blipFill>
                <a:blip r:embed="rId51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78AC360E-C11F-68D2-2E04-E4A9DC9BF1FF}"/>
                  </a:ext>
                </a:extLst>
              </p:cNvPr>
              <p:cNvSpPr txBox="1"/>
              <p:nvPr/>
            </p:nvSpPr>
            <p:spPr>
              <a:xfrm>
                <a:off x="6140033" y="1760944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78AC360E-C11F-68D2-2E04-E4A9DC9BF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033" y="1760944"/>
                <a:ext cx="491944" cy="385618"/>
              </a:xfrm>
              <a:prstGeom prst="rect">
                <a:avLst/>
              </a:prstGeom>
              <a:blipFill>
                <a:blip r:embed="rId52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39930752-1B35-0379-DFCD-C75C184DB57C}"/>
                  </a:ext>
                </a:extLst>
              </p:cNvPr>
              <p:cNvSpPr txBox="1"/>
              <p:nvPr/>
            </p:nvSpPr>
            <p:spPr>
              <a:xfrm>
                <a:off x="7651875" y="176976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39930752-1B35-0379-DFCD-C75C184DB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875" y="1769763"/>
                <a:ext cx="491944" cy="385618"/>
              </a:xfrm>
              <a:prstGeom prst="rect">
                <a:avLst/>
              </a:prstGeom>
              <a:blipFill>
                <a:blip r:embed="rId53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1D42DC5-E78C-B458-93A6-F90079276A83}"/>
                  </a:ext>
                </a:extLst>
              </p:cNvPr>
              <p:cNvSpPr txBox="1"/>
              <p:nvPr/>
            </p:nvSpPr>
            <p:spPr>
              <a:xfrm>
                <a:off x="9101633" y="1764748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1D42DC5-E78C-B458-93A6-F90079276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633" y="1764748"/>
                <a:ext cx="491944" cy="385618"/>
              </a:xfrm>
              <a:prstGeom prst="rect">
                <a:avLst/>
              </a:prstGeom>
              <a:blipFill>
                <a:blip r:embed="rId54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4712A16-9C32-4F0B-12B4-682DE0D0DA81}"/>
              </a:ext>
            </a:extLst>
          </p:cNvPr>
          <p:cNvGrpSpPr/>
          <p:nvPr/>
        </p:nvGrpSpPr>
        <p:grpSpPr>
          <a:xfrm>
            <a:off x="239144" y="2975423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391970A8-2BA9-52C7-9E8F-74474626E2A3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391970A8-2BA9-52C7-9E8F-74474626E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5AA9031F-8365-1B50-4E94-3DA1F24FD504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5AA9031F-8365-1B50-4E94-3DA1F24FD5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56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9928BDF-9DC6-49B9-8185-22520A9176AD}"/>
              </a:ext>
            </a:extLst>
          </p:cNvPr>
          <p:cNvGrpSpPr/>
          <p:nvPr/>
        </p:nvGrpSpPr>
        <p:grpSpPr>
          <a:xfrm>
            <a:off x="239660" y="3715349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C06D174A-99CB-1E05-C750-D7ED9843E673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C06D174A-99CB-1E05-C750-D7ED9843E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F2C6FC2B-BD87-79C7-8B10-1874B90298FC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F2C6FC2B-BD87-79C7-8B10-1874B90298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58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07460FE-82E7-D781-0227-8C99D01015A5}"/>
              </a:ext>
            </a:extLst>
          </p:cNvPr>
          <p:cNvGrpSpPr/>
          <p:nvPr/>
        </p:nvGrpSpPr>
        <p:grpSpPr>
          <a:xfrm>
            <a:off x="237714" y="4493406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D960F79A-D4E8-D9C3-9D7D-9AF7F4DBADAC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D960F79A-D4E8-D9C3-9D7D-9AF7F4DBA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F3241864-9DE6-3E00-942A-9354635B28E5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F3241864-9DE6-3E00-942A-9354635B28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60"/>
                  <a:stretch>
                    <a:fillRect l="-24390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797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C9E87844-D2BB-1347-952C-C6B2A9A2B649}"/>
              </a:ext>
            </a:extLst>
          </p:cNvPr>
          <p:cNvGrpSpPr/>
          <p:nvPr/>
        </p:nvGrpSpPr>
        <p:grpSpPr>
          <a:xfrm>
            <a:off x="7842806" y="792889"/>
            <a:ext cx="369549" cy="491455"/>
            <a:chOff x="6737483" y="4160030"/>
            <a:chExt cx="369549" cy="49145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D8A3A61-7FE6-F01A-B64F-A94770841491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23F563-89FC-E426-9060-11E963FF4E52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23F563-89FC-E426-9060-11E963FF4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43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4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7DF05171-43C3-4A58-F820-FF4353EFFFE6}"/>
              </a:ext>
            </a:extLst>
          </p:cNvPr>
          <p:cNvSpPr/>
          <p:nvPr/>
        </p:nvSpPr>
        <p:spPr>
          <a:xfrm>
            <a:off x="9156260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73C5E7-83D0-866F-AEB5-F14CD2A4DB12}"/>
              </a:ext>
            </a:extLst>
          </p:cNvPr>
          <p:cNvSpPr/>
          <p:nvPr/>
        </p:nvSpPr>
        <p:spPr>
          <a:xfrm>
            <a:off x="6197146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057710-888F-E5F3-F4C2-080DED0063FF}"/>
              </a:ext>
            </a:extLst>
          </p:cNvPr>
          <p:cNvSpPr/>
          <p:nvPr/>
        </p:nvSpPr>
        <p:spPr>
          <a:xfrm>
            <a:off x="4717589" y="3156563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BD40DB-0604-8A95-3E0C-4B46AA46C8A6}"/>
              </a:ext>
            </a:extLst>
          </p:cNvPr>
          <p:cNvSpPr/>
          <p:nvPr/>
        </p:nvSpPr>
        <p:spPr>
          <a:xfrm>
            <a:off x="3237312" y="3157020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D639A8-02B9-BCCB-07F9-0EC7873C5E50}"/>
              </a:ext>
            </a:extLst>
          </p:cNvPr>
          <p:cNvSpPr/>
          <p:nvPr/>
        </p:nvSpPr>
        <p:spPr>
          <a:xfrm>
            <a:off x="7676704" y="3155417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960515-EACB-E3F6-DA66-8B8C1D0B9201}"/>
              </a:ext>
            </a:extLst>
          </p:cNvPr>
          <p:cNvCxnSpPr>
            <a:cxnSpLocks/>
          </p:cNvCxnSpPr>
          <p:nvPr/>
        </p:nvCxnSpPr>
        <p:spPr>
          <a:xfrm flipH="1" flipV="1">
            <a:off x="3414160" y="2132958"/>
            <a:ext cx="8648" cy="1018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A80708-CC1E-EB9D-80B8-D1047EFFE89A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4903086" y="2132958"/>
            <a:ext cx="7969" cy="10236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C499F1-31E0-6EA9-C295-A71F79F86BA9}"/>
              </a:ext>
            </a:extLst>
          </p:cNvPr>
          <p:cNvCxnSpPr>
            <a:cxnSpLocks/>
          </p:cNvCxnSpPr>
          <p:nvPr/>
        </p:nvCxnSpPr>
        <p:spPr>
          <a:xfrm flipV="1">
            <a:off x="6381919" y="2127284"/>
            <a:ext cx="3726" cy="1022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BD841C-4000-F910-53A9-FC9EEB5F619C}"/>
              </a:ext>
            </a:extLst>
          </p:cNvPr>
          <p:cNvCxnSpPr>
            <a:cxnSpLocks/>
          </p:cNvCxnSpPr>
          <p:nvPr/>
        </p:nvCxnSpPr>
        <p:spPr>
          <a:xfrm flipV="1">
            <a:off x="7862197" y="2127284"/>
            <a:ext cx="20343" cy="10276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2813533-975B-8426-1D50-90B62F157FCE}"/>
              </a:ext>
            </a:extLst>
          </p:cNvPr>
          <p:cNvCxnSpPr>
            <a:cxnSpLocks/>
          </p:cNvCxnSpPr>
          <p:nvPr/>
        </p:nvCxnSpPr>
        <p:spPr>
          <a:xfrm flipH="1" flipV="1">
            <a:off x="9338820" y="2128728"/>
            <a:ext cx="2211" cy="1026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/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35187B-D1E7-7B86-8189-B9B5E35A8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083" y="1769243"/>
                <a:ext cx="491944" cy="385618"/>
              </a:xfrm>
              <a:prstGeom prst="rect">
                <a:avLst/>
              </a:prstGeom>
              <a:blipFill>
                <a:blip r:embed="rId13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/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73452E-CC72-7991-176D-D1067A26C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954" y="1763409"/>
                <a:ext cx="491944" cy="385618"/>
              </a:xfrm>
              <a:prstGeom prst="rect">
                <a:avLst/>
              </a:prstGeom>
              <a:blipFill>
                <a:blip r:embed="rId14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/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17560D4-E6FE-F710-7A9C-83D297B0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683" y="1759074"/>
                <a:ext cx="491944" cy="385618"/>
              </a:xfrm>
              <a:prstGeom prst="rect">
                <a:avLst/>
              </a:prstGeom>
              <a:blipFill>
                <a:blip r:embed="rId15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/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34106C3-5A09-2E63-3570-5778FE39B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525" y="1767893"/>
                <a:ext cx="491944" cy="385618"/>
              </a:xfrm>
              <a:prstGeom prst="rect">
                <a:avLst/>
              </a:prstGeom>
              <a:blipFill>
                <a:blip r:embed="rId16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/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4C53F63-6462-049E-2C4A-A769BE35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283" y="1762878"/>
                <a:ext cx="491944" cy="385618"/>
              </a:xfrm>
              <a:prstGeom prst="rect">
                <a:avLst/>
              </a:prstGeom>
              <a:blipFill>
                <a:blip r:embed="rId17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3A4467EC-5C68-C4FE-07BC-DE61962D196A}"/>
              </a:ext>
            </a:extLst>
          </p:cNvPr>
          <p:cNvSpPr/>
          <p:nvPr/>
        </p:nvSpPr>
        <p:spPr>
          <a:xfrm>
            <a:off x="2928331" y="2352594"/>
            <a:ext cx="7185129" cy="4318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1F43E5B-A513-7C6A-5EF2-39122C85C886}"/>
              </a:ext>
            </a:extLst>
          </p:cNvPr>
          <p:cNvCxnSpPr>
            <a:cxnSpLocks/>
            <a:stCxn id="76" idx="0"/>
            <a:endCxn id="32" idx="4"/>
          </p:cNvCxnSpPr>
          <p:nvPr/>
        </p:nvCxnSpPr>
        <p:spPr>
          <a:xfrm flipV="1">
            <a:off x="4417150" y="3526410"/>
            <a:ext cx="3445051" cy="633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96CC2C3-4165-8F8A-02D6-D57F94C876CF}"/>
              </a:ext>
            </a:extLst>
          </p:cNvPr>
          <p:cNvCxnSpPr>
            <a:cxnSpLocks/>
            <a:stCxn id="76" idx="0"/>
            <a:endCxn id="17" idx="4"/>
          </p:cNvCxnSpPr>
          <p:nvPr/>
        </p:nvCxnSpPr>
        <p:spPr>
          <a:xfrm flipV="1">
            <a:off x="4417150" y="3527556"/>
            <a:ext cx="4924607" cy="632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A3340F1-11A5-86B5-D11A-204F105E7175}"/>
              </a:ext>
            </a:extLst>
          </p:cNvPr>
          <p:cNvCxnSpPr>
            <a:cxnSpLocks/>
            <a:stCxn id="192" idx="0"/>
            <a:endCxn id="17" idx="4"/>
          </p:cNvCxnSpPr>
          <p:nvPr/>
        </p:nvCxnSpPr>
        <p:spPr>
          <a:xfrm flipH="1" flipV="1">
            <a:off x="9341757" y="3527556"/>
            <a:ext cx="2372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F44418B-AA67-3775-5809-2E4A5FE640D5}"/>
              </a:ext>
            </a:extLst>
          </p:cNvPr>
          <p:cNvCxnSpPr>
            <a:cxnSpLocks/>
            <a:stCxn id="76" idx="0"/>
            <a:endCxn id="19" idx="4"/>
          </p:cNvCxnSpPr>
          <p:nvPr/>
        </p:nvCxnSpPr>
        <p:spPr>
          <a:xfrm flipV="1">
            <a:off x="4417150" y="3527556"/>
            <a:ext cx="1965493" cy="632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DD02A3-31CB-42C7-7318-D59C2EC58657}"/>
              </a:ext>
            </a:extLst>
          </p:cNvPr>
          <p:cNvCxnSpPr>
            <a:cxnSpLocks/>
            <a:stCxn id="76" idx="0"/>
            <a:endCxn id="31" idx="4"/>
          </p:cNvCxnSpPr>
          <p:nvPr/>
        </p:nvCxnSpPr>
        <p:spPr>
          <a:xfrm flipH="1" flipV="1">
            <a:off x="3422809" y="3528013"/>
            <a:ext cx="994341" cy="6320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A229F8-ECE1-8BCF-69BB-85CF592D4057}"/>
              </a:ext>
            </a:extLst>
          </p:cNvPr>
          <p:cNvCxnSpPr>
            <a:cxnSpLocks/>
            <a:stCxn id="195" idx="0"/>
            <a:endCxn id="19" idx="4"/>
          </p:cNvCxnSpPr>
          <p:nvPr/>
        </p:nvCxnSpPr>
        <p:spPr>
          <a:xfrm flipV="1">
            <a:off x="6380273" y="3527556"/>
            <a:ext cx="2370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3201258-20CA-366D-8595-187E16CE3093}"/>
              </a:ext>
            </a:extLst>
          </p:cNvPr>
          <p:cNvCxnSpPr>
            <a:cxnSpLocks/>
            <a:stCxn id="198" idx="0"/>
            <a:endCxn id="20" idx="4"/>
          </p:cNvCxnSpPr>
          <p:nvPr/>
        </p:nvCxnSpPr>
        <p:spPr>
          <a:xfrm flipV="1">
            <a:off x="4894202" y="3527556"/>
            <a:ext cx="8884" cy="632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60AE9E8-3AE7-F83F-CC76-EB0B0C7FD283}"/>
              </a:ext>
            </a:extLst>
          </p:cNvPr>
          <p:cNvCxnSpPr>
            <a:cxnSpLocks/>
            <a:stCxn id="201" idx="0"/>
            <a:endCxn id="31" idx="4"/>
          </p:cNvCxnSpPr>
          <p:nvPr/>
        </p:nvCxnSpPr>
        <p:spPr>
          <a:xfrm flipV="1">
            <a:off x="3411960" y="3528013"/>
            <a:ext cx="10849" cy="632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7FA7CD29-4453-11FF-92EA-0B2FE361B911}"/>
              </a:ext>
            </a:extLst>
          </p:cNvPr>
          <p:cNvSpPr txBox="1"/>
          <p:nvPr/>
        </p:nvSpPr>
        <p:spPr>
          <a:xfrm>
            <a:off x="4701186" y="2334261"/>
            <a:ext cx="3732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Softmax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20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21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2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3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4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5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6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7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DA667914-DA6F-1FE2-579D-48C5EFA11D44}"/>
              </a:ext>
            </a:extLst>
          </p:cNvPr>
          <p:cNvCxnSpPr>
            <a:cxnSpLocks/>
            <a:stCxn id="185" idx="0"/>
            <a:endCxn id="32" idx="4"/>
          </p:cNvCxnSpPr>
          <p:nvPr/>
        </p:nvCxnSpPr>
        <p:spPr>
          <a:xfrm flipV="1">
            <a:off x="7862201" y="3526410"/>
            <a:ext cx="0" cy="633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7345F22-5844-36E0-95B8-3721502867DB}"/>
              </a:ext>
            </a:extLst>
          </p:cNvPr>
          <p:cNvGrpSpPr/>
          <p:nvPr/>
        </p:nvGrpSpPr>
        <p:grpSpPr>
          <a:xfrm>
            <a:off x="3356905" y="2738359"/>
            <a:ext cx="1406758" cy="398737"/>
            <a:chOff x="3356905" y="2738359"/>
            <a:chExt cx="1406758" cy="3987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71EE042-123A-D542-8C2D-432E698D35F9}"/>
                    </a:ext>
                  </a:extLst>
                </p:cNvPr>
                <p:cNvSpPr txBox="1"/>
                <p:nvPr/>
              </p:nvSpPr>
              <p:spPr>
                <a:xfrm>
                  <a:off x="3356905" y="2738359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71EE042-123A-D542-8C2D-432E698D3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905" y="2738359"/>
                  <a:ext cx="1406758" cy="39023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DF33F371-470D-2AF3-6A6D-E693CAF3561B}"/>
                    </a:ext>
                  </a:extLst>
                </p:cNvPr>
                <p:cNvSpPr txBox="1"/>
                <p:nvPr/>
              </p:nvSpPr>
              <p:spPr>
                <a:xfrm>
                  <a:off x="3807265" y="2765135"/>
                  <a:ext cx="788085" cy="3719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DF33F371-470D-2AF3-6A6D-E693CAF35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7265" y="2765135"/>
                  <a:ext cx="788085" cy="371961"/>
                </a:xfrm>
                <a:prstGeom prst="rect">
                  <a:avLst/>
                </a:prstGeom>
                <a:blipFill>
                  <a:blip r:embed="rId29"/>
                  <a:stretch>
                    <a:fillRect r="-9677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0AC8D16-1E2D-13A4-7700-B717768DC6A1}"/>
              </a:ext>
            </a:extLst>
          </p:cNvPr>
          <p:cNvGrpSpPr/>
          <p:nvPr/>
        </p:nvGrpSpPr>
        <p:grpSpPr>
          <a:xfrm>
            <a:off x="4823914" y="2738359"/>
            <a:ext cx="1406758" cy="399250"/>
            <a:chOff x="4823914" y="2738359"/>
            <a:chExt cx="1406758" cy="399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D66E333-3709-B000-0D72-671ED59F3AA3}"/>
                    </a:ext>
                  </a:extLst>
                </p:cNvPr>
                <p:cNvSpPr txBox="1"/>
                <p:nvPr/>
              </p:nvSpPr>
              <p:spPr>
                <a:xfrm>
                  <a:off x="4823914" y="2738359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D66E333-3709-B000-0D72-671ED59F3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3914" y="2738359"/>
                  <a:ext cx="1406758" cy="39023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92911DB-470C-E02F-B5B0-A39CF623475A}"/>
                    </a:ext>
                  </a:extLst>
                </p:cNvPr>
                <p:cNvSpPr txBox="1"/>
                <p:nvPr/>
              </p:nvSpPr>
              <p:spPr>
                <a:xfrm>
                  <a:off x="5282036" y="2765135"/>
                  <a:ext cx="788085" cy="3724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92911DB-470C-E02F-B5B0-A39CF6234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2036" y="2765135"/>
                  <a:ext cx="788085" cy="372474"/>
                </a:xfrm>
                <a:prstGeom prst="rect">
                  <a:avLst/>
                </a:prstGeom>
                <a:blipFill>
                  <a:blip r:embed="rId31"/>
                  <a:stretch>
                    <a:fillRect r="-7813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863F68F-8A43-A197-5F84-D0A7EF785D8B}"/>
              </a:ext>
            </a:extLst>
          </p:cNvPr>
          <p:cNvGrpSpPr/>
          <p:nvPr/>
        </p:nvGrpSpPr>
        <p:grpSpPr>
          <a:xfrm>
            <a:off x="6323107" y="2738360"/>
            <a:ext cx="1406758" cy="400660"/>
            <a:chOff x="6323107" y="2738360"/>
            <a:chExt cx="1406758" cy="400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EFE315D-75A4-E4E0-D9E6-14E68D8832CF}"/>
                    </a:ext>
                  </a:extLst>
                </p:cNvPr>
                <p:cNvSpPr txBox="1"/>
                <p:nvPr/>
              </p:nvSpPr>
              <p:spPr>
                <a:xfrm>
                  <a:off x="6323107" y="2738360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EFE315D-75A4-E4E0-D9E6-14E68D883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3107" y="2738360"/>
                  <a:ext cx="1406758" cy="39023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EF698D4-0335-5075-6303-DE24318FC824}"/>
                    </a:ext>
                  </a:extLst>
                </p:cNvPr>
                <p:cNvSpPr txBox="1"/>
                <p:nvPr/>
              </p:nvSpPr>
              <p:spPr>
                <a:xfrm>
                  <a:off x="6746259" y="2765135"/>
                  <a:ext cx="788085" cy="3738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EF698D4-0335-5075-6303-DE24318FC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6259" y="2765135"/>
                  <a:ext cx="788085" cy="373885"/>
                </a:xfrm>
                <a:prstGeom prst="rect">
                  <a:avLst/>
                </a:prstGeom>
                <a:blipFill>
                  <a:blip r:embed="rId33"/>
                  <a:stretch>
                    <a:fillRect r="-9524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74CD002-4AC0-9D07-9FA9-D512C6D583BD}"/>
              </a:ext>
            </a:extLst>
          </p:cNvPr>
          <p:cNvGrpSpPr/>
          <p:nvPr/>
        </p:nvGrpSpPr>
        <p:grpSpPr>
          <a:xfrm>
            <a:off x="7877257" y="2736981"/>
            <a:ext cx="1406758" cy="399859"/>
            <a:chOff x="7877257" y="2736981"/>
            <a:chExt cx="1406758" cy="3998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A9EE38B-31E8-5D40-287B-AEFF57F448AB}"/>
                    </a:ext>
                  </a:extLst>
                </p:cNvPr>
                <p:cNvSpPr txBox="1"/>
                <p:nvPr/>
              </p:nvSpPr>
              <p:spPr>
                <a:xfrm>
                  <a:off x="7877257" y="2736981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A9EE38B-31E8-5D40-287B-AEFF57F44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7257" y="2736981"/>
                  <a:ext cx="1406758" cy="39023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F8917792-AC6F-5D67-4E9E-9DA97999669B}"/>
                    </a:ext>
                  </a:extLst>
                </p:cNvPr>
                <p:cNvSpPr txBox="1"/>
                <p:nvPr/>
              </p:nvSpPr>
              <p:spPr>
                <a:xfrm>
                  <a:off x="8329275" y="2765135"/>
                  <a:ext cx="788085" cy="3717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F8917792-AC6F-5D67-4E9E-9DA979996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9275" y="2765135"/>
                  <a:ext cx="788085" cy="371705"/>
                </a:xfrm>
                <a:prstGeom prst="rect">
                  <a:avLst/>
                </a:prstGeom>
                <a:blipFill>
                  <a:blip r:embed="rId35"/>
                  <a:stretch>
                    <a:fillRect r="-7813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581C3CD-CBDB-EB93-923E-C608B90F1353}"/>
              </a:ext>
            </a:extLst>
          </p:cNvPr>
          <p:cNvGrpSpPr/>
          <p:nvPr/>
        </p:nvGrpSpPr>
        <p:grpSpPr>
          <a:xfrm>
            <a:off x="9321493" y="2738487"/>
            <a:ext cx="1406758" cy="404765"/>
            <a:chOff x="9321493" y="2738487"/>
            <a:chExt cx="1406758" cy="4047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1CFA0A-C720-690B-B15B-C09877B0416F}"/>
                    </a:ext>
                  </a:extLst>
                </p:cNvPr>
                <p:cNvSpPr txBox="1"/>
                <p:nvPr/>
              </p:nvSpPr>
              <p:spPr>
                <a:xfrm>
                  <a:off x="9321493" y="2738487"/>
                  <a:ext cx="1406758" cy="3902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1CFA0A-C720-690B-B15B-C09877B04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1493" y="2738487"/>
                  <a:ext cx="1406758" cy="39023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EF861D47-9BB8-2020-F4AE-0A317AB1BE1C}"/>
                    </a:ext>
                  </a:extLst>
                </p:cNvPr>
                <p:cNvSpPr txBox="1"/>
                <p:nvPr/>
              </p:nvSpPr>
              <p:spPr>
                <a:xfrm>
                  <a:off x="9768132" y="2765135"/>
                  <a:ext cx="788085" cy="3781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EF861D47-9BB8-2020-F4AE-0A317AB1B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8132" y="2765135"/>
                  <a:ext cx="788085" cy="378117"/>
                </a:xfrm>
                <a:prstGeom prst="rect">
                  <a:avLst/>
                </a:prstGeom>
                <a:blipFill>
                  <a:blip r:embed="rId37"/>
                  <a:stretch>
                    <a:fillRect r="-7813" b="-96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D0DB216C-E8F6-5198-C181-DA4528CBE5B9}"/>
              </a:ext>
            </a:extLst>
          </p:cNvPr>
          <p:cNvCxnSpPr>
            <a:cxnSpLocks/>
            <a:stCxn id="76" idx="0"/>
            <a:endCxn id="20" idx="4"/>
          </p:cNvCxnSpPr>
          <p:nvPr/>
        </p:nvCxnSpPr>
        <p:spPr>
          <a:xfrm flipV="1">
            <a:off x="4417150" y="3527556"/>
            <a:ext cx="485936" cy="632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3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F117FFB-1542-9E3D-B34C-E2B52C435E74}"/>
              </a:ext>
            </a:extLst>
          </p:cNvPr>
          <p:cNvGrpSpPr/>
          <p:nvPr/>
        </p:nvGrpSpPr>
        <p:grpSpPr>
          <a:xfrm>
            <a:off x="8843086" y="792889"/>
            <a:ext cx="369549" cy="491455"/>
            <a:chOff x="8219312" y="4160030"/>
            <a:chExt cx="369549" cy="4914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656C1F-10D0-F11D-280F-BB606825415C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A2C31C-AC11-8ED4-21FC-A250923A1412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A2C31C-AC11-8ED4-21FC-A250923A1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39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4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E49A438-7D3A-F22B-87DF-CE626C3D6333}"/>
              </a:ext>
            </a:extLst>
          </p:cNvPr>
          <p:cNvGrpSpPr/>
          <p:nvPr/>
        </p:nvGrpSpPr>
        <p:grpSpPr>
          <a:xfrm>
            <a:off x="9839354" y="792889"/>
            <a:ext cx="369549" cy="491455"/>
            <a:chOff x="9708991" y="4160030"/>
            <a:chExt cx="369549" cy="49145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B80025-2985-3E7E-F8BF-572AF8D363A3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D821AD-9FFB-CF10-30D0-F1086AB7DFF3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D821AD-9FFB-CF10-30D0-F1086AB7D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1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42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45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DBDB788-B918-EF94-7630-29B3AB6F6169}"/>
              </a:ext>
            </a:extLst>
          </p:cNvPr>
          <p:cNvGrpSpPr/>
          <p:nvPr/>
        </p:nvGrpSpPr>
        <p:grpSpPr>
          <a:xfrm>
            <a:off x="6879422" y="792889"/>
            <a:ext cx="369549" cy="491455"/>
            <a:chOff x="5264892" y="4160030"/>
            <a:chExt cx="369549" cy="491455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C1A9FBB-1030-139E-D1FA-1B746DF4106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8097193-6CCC-81AC-43D8-C28FDF72960A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8097193-6CCC-81AC-43D8-C28FDF729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4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4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40AD161-9746-39F0-4571-236BD4F1858F}"/>
              </a:ext>
            </a:extLst>
          </p:cNvPr>
          <p:cNvGrpSpPr/>
          <p:nvPr/>
        </p:nvGrpSpPr>
        <p:grpSpPr>
          <a:xfrm>
            <a:off x="5854029" y="792889"/>
            <a:ext cx="369549" cy="491455"/>
            <a:chOff x="3774493" y="4160030"/>
            <a:chExt cx="369549" cy="49145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E74B29D-BC5B-3922-3DA1-070F2AB3794D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F06B430-B64E-2707-CDC6-813E625DE53B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F06B430-B64E-2707-CDC6-813E625DE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4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C2A13D-3C4D-C32E-9B93-83455F9A3639}"/>
                  </a:ext>
                </a:extLst>
              </p:cNvPr>
              <p:cNvSpPr txBox="1"/>
              <p:nvPr/>
            </p:nvSpPr>
            <p:spPr>
              <a:xfrm>
                <a:off x="5373383" y="835289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C2A13D-3C4D-C32E-9B93-83455F9A3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383" y="835289"/>
                <a:ext cx="491944" cy="385618"/>
              </a:xfrm>
              <a:prstGeom prst="rect">
                <a:avLst/>
              </a:prstGeom>
              <a:blipFill>
                <a:blip r:embed="rId49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1CFB48-8619-371A-3DF6-D4B8E13B006F}"/>
                  </a:ext>
                </a:extLst>
              </p:cNvPr>
              <p:cNvSpPr txBox="1"/>
              <p:nvPr/>
            </p:nvSpPr>
            <p:spPr>
              <a:xfrm>
                <a:off x="6379248" y="826720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1CFB48-8619-371A-3DF6-D4B8E13B0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248" y="826720"/>
                <a:ext cx="491944" cy="385618"/>
              </a:xfrm>
              <a:prstGeom prst="rect">
                <a:avLst/>
              </a:prstGeom>
              <a:blipFill>
                <a:blip r:embed="rId50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1EC800-888B-A5B9-152C-F7FA29C6A6A6}"/>
                  </a:ext>
                </a:extLst>
              </p:cNvPr>
              <p:cNvSpPr txBox="1"/>
              <p:nvPr/>
            </p:nvSpPr>
            <p:spPr>
              <a:xfrm>
                <a:off x="7360770" y="82238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1EC800-888B-A5B9-152C-F7FA29C6A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770" y="822385"/>
                <a:ext cx="491944" cy="385618"/>
              </a:xfrm>
              <a:prstGeom prst="rect">
                <a:avLst/>
              </a:prstGeom>
              <a:blipFill>
                <a:blip r:embed="rId51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3ACC0A-A8C1-40B8-743F-2A5E057CC370}"/>
                  </a:ext>
                </a:extLst>
              </p:cNvPr>
              <p:cNvSpPr txBox="1"/>
              <p:nvPr/>
            </p:nvSpPr>
            <p:spPr>
              <a:xfrm>
                <a:off x="8391063" y="831204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3ACC0A-A8C1-40B8-743F-2A5E057CC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063" y="831204"/>
                <a:ext cx="491944" cy="385618"/>
              </a:xfrm>
              <a:prstGeom prst="rect">
                <a:avLst/>
              </a:prstGeom>
              <a:blipFill>
                <a:blip r:embed="rId52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6CEA68B-E621-7FA9-2BA6-B297523A7F00}"/>
                  </a:ext>
                </a:extLst>
              </p:cNvPr>
              <p:cNvSpPr txBox="1"/>
              <p:nvPr/>
            </p:nvSpPr>
            <p:spPr>
              <a:xfrm>
                <a:off x="9347410" y="826189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2,5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6CEA68B-E621-7FA9-2BA6-B297523A7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410" y="826189"/>
                <a:ext cx="491944" cy="385618"/>
              </a:xfrm>
              <a:prstGeom prst="rect">
                <a:avLst/>
              </a:prstGeom>
              <a:blipFill>
                <a:blip r:embed="rId53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3233604-F51F-66FC-F52F-7E3799540FFD}"/>
                  </a:ext>
                </a:extLst>
              </p:cNvPr>
              <p:cNvSpPr txBox="1"/>
              <p:nvPr/>
            </p:nvSpPr>
            <p:spPr>
              <a:xfrm>
                <a:off x="4637946" y="801104"/>
                <a:ext cx="369549" cy="47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3233604-F51F-66FC-F52F-7E3799540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946" y="801104"/>
                <a:ext cx="369549" cy="473591"/>
              </a:xfrm>
              <a:prstGeom prst="rect">
                <a:avLst/>
              </a:prstGeom>
              <a:blipFill>
                <a:blip r:embed="rId54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E039D4E-0065-F055-484A-CB263EAD0B07}"/>
                  </a:ext>
                </a:extLst>
              </p:cNvPr>
              <p:cNvSpPr txBox="1"/>
              <p:nvPr/>
            </p:nvSpPr>
            <p:spPr>
              <a:xfrm>
                <a:off x="5011382" y="807667"/>
                <a:ext cx="3695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E039D4E-0065-F055-484A-CB263EAD0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382" y="807667"/>
                <a:ext cx="369549" cy="461665"/>
              </a:xfrm>
              <a:prstGeom prst="rect">
                <a:avLst/>
              </a:prstGeom>
              <a:blipFill>
                <a:blip r:embed="rId55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E07E726-0DE8-42A5-006C-391F744D4CC7}"/>
                  </a:ext>
                </a:extLst>
              </p:cNvPr>
              <p:cNvSpPr txBox="1"/>
              <p:nvPr/>
            </p:nvSpPr>
            <p:spPr>
              <a:xfrm>
                <a:off x="6076382" y="843432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E07E726-0DE8-42A5-006C-391F744D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382" y="843432"/>
                <a:ext cx="392775" cy="369332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19111E-EC77-1F42-A399-8701444A3716}"/>
                  </a:ext>
                </a:extLst>
              </p:cNvPr>
              <p:cNvSpPr txBox="1"/>
              <p:nvPr/>
            </p:nvSpPr>
            <p:spPr>
              <a:xfrm>
                <a:off x="7094312" y="843432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19111E-EC77-1F42-A399-8701444A3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12" y="843432"/>
                <a:ext cx="392775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0098499-4C77-7765-5F53-464F8796C419}"/>
                  </a:ext>
                </a:extLst>
              </p:cNvPr>
              <p:cNvSpPr txBox="1"/>
              <p:nvPr/>
            </p:nvSpPr>
            <p:spPr>
              <a:xfrm>
                <a:off x="8093312" y="843432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0098499-4C77-7765-5F53-464F8796C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312" y="843432"/>
                <a:ext cx="392775" cy="369332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48B61C9-0ACE-1A28-A4A2-08001331B5A1}"/>
                  </a:ext>
                </a:extLst>
              </p:cNvPr>
              <p:cNvSpPr txBox="1"/>
              <p:nvPr/>
            </p:nvSpPr>
            <p:spPr>
              <a:xfrm>
                <a:off x="9087025" y="843432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48B61C9-0ACE-1A28-A4A2-08001331B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025" y="843432"/>
                <a:ext cx="392775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A5BE49D2-0CC5-2C29-0567-DE80DA49ED53}"/>
              </a:ext>
            </a:extLst>
          </p:cNvPr>
          <p:cNvSpPr txBox="1"/>
          <p:nvPr/>
        </p:nvSpPr>
        <p:spPr>
          <a:xfrm>
            <a:off x="2805433" y="847490"/>
            <a:ext cx="1716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Updated feature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60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61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7C70A1F-FD3C-43B4-86F0-96A7A3001E3D}"/>
              </a:ext>
            </a:extLst>
          </p:cNvPr>
          <p:cNvGrpSpPr/>
          <p:nvPr/>
        </p:nvGrpSpPr>
        <p:grpSpPr>
          <a:xfrm>
            <a:off x="239144" y="2975423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B81B9E8-19C8-833B-A029-D4976BD49ADE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B81B9E8-19C8-833B-A029-D4976BD49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ED781D7B-89FB-61AD-767E-9A5C343F0E0E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ED781D7B-89FB-61AD-767E-9A5C343F0E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63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7A2CF65-4F69-2E33-BD85-AB8D9DF67023}"/>
              </a:ext>
            </a:extLst>
          </p:cNvPr>
          <p:cNvGrpSpPr/>
          <p:nvPr/>
        </p:nvGrpSpPr>
        <p:grpSpPr>
          <a:xfrm>
            <a:off x="239660" y="3715349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3D8E313A-F14D-53A6-2496-D3C63A0B44F1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3D8E313A-F14D-53A6-2496-D3C63A0B44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2DECA321-1DB0-FC68-2103-16DDD98732F7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2DECA321-1DB0-FC68-2103-16DDD98732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65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31CD644-2590-5927-9BEE-18871BB16566}"/>
              </a:ext>
            </a:extLst>
          </p:cNvPr>
          <p:cNvGrpSpPr/>
          <p:nvPr/>
        </p:nvGrpSpPr>
        <p:grpSpPr>
          <a:xfrm>
            <a:off x="237714" y="4493406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D7625ADF-49F4-6027-A58A-115A18974AD8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D7625ADF-49F4-6027-A58A-115A18974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4701D16F-C636-F9AC-907A-440643C816BF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4701D16F-C636-F9AC-907A-440643C816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67"/>
                  <a:stretch>
                    <a:fillRect l="-24390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3044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3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4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15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16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17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18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19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0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1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2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23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24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25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26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28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29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/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blipFill>
                <a:blip r:embed="rId30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8B49003-2564-629F-C6E1-0598692E5103}"/>
              </a:ext>
            </a:extLst>
          </p:cNvPr>
          <p:cNvCxnSpPr>
            <a:cxnSpLocks/>
            <a:stCxn id="24" idx="0"/>
            <a:endCxn id="106" idx="2"/>
          </p:cNvCxnSpPr>
          <p:nvPr/>
        </p:nvCxnSpPr>
        <p:spPr>
          <a:xfrm flipH="1" flipV="1">
            <a:off x="2940898" y="5181747"/>
            <a:ext cx="482632" cy="16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BC184A-CDC7-945C-2031-90A37091474D}"/>
              </a:ext>
            </a:extLst>
          </p:cNvPr>
          <p:cNvCxnSpPr>
            <a:cxnSpLocks/>
            <a:stCxn id="106" idx="0"/>
            <a:endCxn id="110" idx="2"/>
          </p:cNvCxnSpPr>
          <p:nvPr/>
        </p:nvCxnSpPr>
        <p:spPr>
          <a:xfrm flipH="1" flipV="1">
            <a:off x="2934468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1509338-A749-8012-A47A-C8BCFBC7D32C}"/>
              </a:ext>
            </a:extLst>
          </p:cNvPr>
          <p:cNvSpPr/>
          <p:nvPr/>
        </p:nvSpPr>
        <p:spPr>
          <a:xfrm>
            <a:off x="2802132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/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blipFill>
                <a:blip r:embed="rId31"/>
                <a:stretch>
                  <a:fillRect l="-133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/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blipFill>
                <a:blip r:embed="rId32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6A31CEB-210A-DC0E-421C-2793DBD73F04}"/>
              </a:ext>
            </a:extLst>
          </p:cNvPr>
          <p:cNvCxnSpPr>
            <a:cxnSpLocks/>
            <a:endCxn id="121" idx="2"/>
          </p:cNvCxnSpPr>
          <p:nvPr/>
        </p:nvCxnSpPr>
        <p:spPr>
          <a:xfrm flipH="1" flipV="1">
            <a:off x="5917812" y="5183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A7B631D-7054-31CB-CB4C-FD5D26E88D5D}"/>
              </a:ext>
            </a:extLst>
          </p:cNvPr>
          <p:cNvCxnSpPr>
            <a:cxnSpLocks/>
            <a:stCxn id="121" idx="0"/>
            <a:endCxn id="125" idx="2"/>
          </p:cNvCxnSpPr>
          <p:nvPr/>
        </p:nvCxnSpPr>
        <p:spPr>
          <a:xfrm flipH="1" flipV="1">
            <a:off x="5911382" y="4649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C542140-AF78-C086-A904-96F2E6FB6175}"/>
              </a:ext>
            </a:extLst>
          </p:cNvPr>
          <p:cNvSpPr/>
          <p:nvPr/>
        </p:nvSpPr>
        <p:spPr>
          <a:xfrm>
            <a:off x="5779046" y="4158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/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blipFill>
                <a:blip r:embed="rId33"/>
                <a:stretch>
                  <a:fillRect l="-172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/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blipFill>
                <a:blip r:embed="rId34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0C86E29-B26A-4A73-9137-DD0DD3DD60E1}"/>
              </a:ext>
            </a:extLst>
          </p:cNvPr>
          <p:cNvCxnSpPr>
            <a:cxnSpLocks/>
            <a:endCxn id="128" idx="2"/>
          </p:cNvCxnSpPr>
          <p:nvPr/>
        </p:nvCxnSpPr>
        <p:spPr>
          <a:xfrm flipH="1" flipV="1">
            <a:off x="7373675" y="5181747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B2F70B5-B7BE-BBA2-8224-7F0398CE0A50}"/>
              </a:ext>
            </a:extLst>
          </p:cNvPr>
          <p:cNvCxnSpPr>
            <a:cxnSpLocks/>
            <a:stCxn id="128" idx="0"/>
            <a:endCxn id="140" idx="2"/>
          </p:cNvCxnSpPr>
          <p:nvPr/>
        </p:nvCxnSpPr>
        <p:spPr>
          <a:xfrm flipH="1" flipV="1">
            <a:off x="7367245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DFFF034-A587-C674-9515-6D80A4A7357A}"/>
              </a:ext>
            </a:extLst>
          </p:cNvPr>
          <p:cNvSpPr/>
          <p:nvPr/>
        </p:nvSpPr>
        <p:spPr>
          <a:xfrm>
            <a:off x="7234909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/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blipFill>
                <a:blip r:embed="rId35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/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blipFill>
                <a:blip r:embed="rId36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0286BA6-49FC-1E2B-1C9A-65EC35C5495F}"/>
              </a:ext>
            </a:extLst>
          </p:cNvPr>
          <p:cNvCxnSpPr>
            <a:cxnSpLocks/>
            <a:endCxn id="142" idx="2"/>
          </p:cNvCxnSpPr>
          <p:nvPr/>
        </p:nvCxnSpPr>
        <p:spPr>
          <a:xfrm flipH="1" flipV="1">
            <a:off x="8905890" y="5185038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972ADC8-557C-94BD-01DB-DEFC6B857827}"/>
              </a:ext>
            </a:extLst>
          </p:cNvPr>
          <p:cNvCxnSpPr>
            <a:cxnSpLocks/>
            <a:stCxn id="142" idx="0"/>
            <a:endCxn id="145" idx="2"/>
          </p:cNvCxnSpPr>
          <p:nvPr/>
        </p:nvCxnSpPr>
        <p:spPr>
          <a:xfrm flipH="1" flipV="1">
            <a:off x="8899460" y="4650898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699FFCC-64C0-BD81-F995-CF19C3BEAE8E}"/>
              </a:ext>
            </a:extLst>
          </p:cNvPr>
          <p:cNvSpPr/>
          <p:nvPr/>
        </p:nvSpPr>
        <p:spPr>
          <a:xfrm>
            <a:off x="8767124" y="4159443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/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blipFill>
                <a:blip r:embed="rId37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/>
              <p:nvPr/>
            </p:nvSpPr>
            <p:spPr>
              <a:xfrm>
                <a:off x="5118459" y="483438"/>
                <a:ext cx="847540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459" y="483438"/>
                <a:ext cx="847540" cy="38151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Rectangle 153">
            <a:extLst>
              <a:ext uri="{FF2B5EF4-FFF2-40B4-BE49-F238E27FC236}">
                <a16:creationId xmlns:a16="http://schemas.microsoft.com/office/drawing/2014/main" id="{7B54D137-D3DF-CD90-EB7D-1624FE0318A3}"/>
              </a:ext>
            </a:extLst>
          </p:cNvPr>
          <p:cNvSpPr/>
          <p:nvPr/>
        </p:nvSpPr>
        <p:spPr>
          <a:xfrm rot="5400000">
            <a:off x="6126525" y="4300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/>
              <p:nvPr/>
            </p:nvSpPr>
            <p:spPr>
              <a:xfrm>
                <a:off x="6115598" y="477360"/>
                <a:ext cx="369549" cy="403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598" y="477360"/>
                <a:ext cx="369549" cy="403059"/>
              </a:xfrm>
              <a:prstGeom prst="rect">
                <a:avLst/>
              </a:prstGeom>
              <a:blipFill>
                <a:blip r:embed="rId39"/>
                <a:stretch>
                  <a:fillRect l="-20000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>
            <a:extLst>
              <a:ext uri="{FF2B5EF4-FFF2-40B4-BE49-F238E27FC236}">
                <a16:creationId xmlns:a16="http://schemas.microsoft.com/office/drawing/2014/main" id="{58E33196-473D-7A94-609C-64D7AD06EED6}"/>
              </a:ext>
            </a:extLst>
          </p:cNvPr>
          <p:cNvSpPr/>
          <p:nvPr/>
        </p:nvSpPr>
        <p:spPr>
          <a:xfrm>
            <a:off x="6563316" y="446124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/>
              <p:nvPr/>
            </p:nvSpPr>
            <p:spPr>
              <a:xfrm>
                <a:off x="6552708" y="44612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708" y="446123"/>
                <a:ext cx="369549" cy="400110"/>
              </a:xfrm>
              <a:prstGeom prst="rect">
                <a:avLst/>
              </a:prstGeom>
              <a:blipFill>
                <a:blip r:embed="rId40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FB6E7B9E-FCF8-C927-DFC1-CBB9ABE75291}"/>
              </a:ext>
            </a:extLst>
          </p:cNvPr>
          <p:cNvSpPr/>
          <p:nvPr/>
        </p:nvSpPr>
        <p:spPr>
          <a:xfrm rot="5400000">
            <a:off x="6127890" y="977895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/>
              <p:nvPr/>
            </p:nvSpPr>
            <p:spPr>
              <a:xfrm>
                <a:off x="6116963" y="1025211"/>
                <a:ext cx="369549" cy="40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963" y="1025211"/>
                <a:ext cx="369549" cy="403572"/>
              </a:xfrm>
              <a:prstGeom prst="rect">
                <a:avLst/>
              </a:prstGeom>
              <a:blipFill>
                <a:blip r:embed="rId41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F6E4F8FE-B0A8-59F5-35BF-CCE9C150E281}"/>
              </a:ext>
            </a:extLst>
          </p:cNvPr>
          <p:cNvSpPr/>
          <p:nvPr/>
        </p:nvSpPr>
        <p:spPr>
          <a:xfrm>
            <a:off x="6564681" y="993975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/>
              <p:nvPr/>
            </p:nvSpPr>
            <p:spPr>
              <a:xfrm>
                <a:off x="6554073" y="993974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73" y="993974"/>
                <a:ext cx="369549" cy="400110"/>
              </a:xfrm>
              <a:prstGeom prst="rect">
                <a:avLst/>
              </a:prstGeom>
              <a:blipFill>
                <a:blip r:embed="rId42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>
            <a:extLst>
              <a:ext uri="{FF2B5EF4-FFF2-40B4-BE49-F238E27FC236}">
                <a16:creationId xmlns:a16="http://schemas.microsoft.com/office/drawing/2014/main" id="{597C1B48-5006-8861-56D3-87C807D47964}"/>
              </a:ext>
            </a:extLst>
          </p:cNvPr>
          <p:cNvSpPr/>
          <p:nvPr/>
        </p:nvSpPr>
        <p:spPr>
          <a:xfrm rot="5400000">
            <a:off x="6126525" y="1527288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/>
              <p:nvPr/>
            </p:nvSpPr>
            <p:spPr>
              <a:xfrm>
                <a:off x="6115598" y="1574604"/>
                <a:ext cx="369549" cy="405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598" y="1574604"/>
                <a:ext cx="369549" cy="405176"/>
              </a:xfrm>
              <a:prstGeom prst="rect">
                <a:avLst/>
              </a:prstGeom>
              <a:blipFill>
                <a:blip r:embed="rId43"/>
                <a:stretch>
                  <a:fillRect l="-20000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Rectangle 187">
            <a:extLst>
              <a:ext uri="{FF2B5EF4-FFF2-40B4-BE49-F238E27FC236}">
                <a16:creationId xmlns:a16="http://schemas.microsoft.com/office/drawing/2014/main" id="{E71DBD0A-31C4-609A-8D4D-F7DA1162D947}"/>
              </a:ext>
            </a:extLst>
          </p:cNvPr>
          <p:cNvSpPr/>
          <p:nvPr/>
        </p:nvSpPr>
        <p:spPr>
          <a:xfrm>
            <a:off x="6563316" y="1543368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/>
              <p:nvPr/>
            </p:nvSpPr>
            <p:spPr>
              <a:xfrm>
                <a:off x="6552708" y="1543367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708" y="1543367"/>
                <a:ext cx="369549" cy="400110"/>
              </a:xfrm>
              <a:prstGeom prst="rect">
                <a:avLst/>
              </a:prstGeom>
              <a:blipFill>
                <a:blip r:embed="rId44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Rectangle 202">
            <a:extLst>
              <a:ext uri="{FF2B5EF4-FFF2-40B4-BE49-F238E27FC236}">
                <a16:creationId xmlns:a16="http://schemas.microsoft.com/office/drawing/2014/main" id="{D5E85703-4129-694D-C891-F6D1B681F153}"/>
              </a:ext>
            </a:extLst>
          </p:cNvPr>
          <p:cNvSpPr/>
          <p:nvPr/>
        </p:nvSpPr>
        <p:spPr>
          <a:xfrm rot="5400000">
            <a:off x="6126525" y="2072762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/>
              <p:nvPr/>
            </p:nvSpPr>
            <p:spPr>
              <a:xfrm>
                <a:off x="6115598" y="2120078"/>
                <a:ext cx="369549" cy="402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598" y="2120078"/>
                <a:ext cx="369549" cy="402739"/>
              </a:xfrm>
              <a:prstGeom prst="rect">
                <a:avLst/>
              </a:prstGeom>
              <a:blipFill>
                <a:blip r:embed="rId45"/>
                <a:stretch>
                  <a:fillRect l="-200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Rectangle 204">
            <a:extLst>
              <a:ext uri="{FF2B5EF4-FFF2-40B4-BE49-F238E27FC236}">
                <a16:creationId xmlns:a16="http://schemas.microsoft.com/office/drawing/2014/main" id="{2C4C39C5-66F8-10B5-B32C-C0C2773948A7}"/>
              </a:ext>
            </a:extLst>
          </p:cNvPr>
          <p:cNvSpPr/>
          <p:nvPr/>
        </p:nvSpPr>
        <p:spPr>
          <a:xfrm>
            <a:off x="6563316" y="208884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/>
              <p:nvPr/>
            </p:nvSpPr>
            <p:spPr>
              <a:xfrm>
                <a:off x="6552708" y="2088841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708" y="2088841"/>
                <a:ext cx="369549" cy="400110"/>
              </a:xfrm>
              <a:prstGeom prst="rect">
                <a:avLst/>
              </a:prstGeom>
              <a:blipFill>
                <a:blip r:embed="rId44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Rectangle 208">
            <a:extLst>
              <a:ext uri="{FF2B5EF4-FFF2-40B4-BE49-F238E27FC236}">
                <a16:creationId xmlns:a16="http://schemas.microsoft.com/office/drawing/2014/main" id="{69249C30-90F4-727D-8BC6-18F15C0DF608}"/>
              </a:ext>
            </a:extLst>
          </p:cNvPr>
          <p:cNvSpPr/>
          <p:nvPr/>
        </p:nvSpPr>
        <p:spPr>
          <a:xfrm rot="5400000">
            <a:off x="6126525" y="262335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/>
              <p:nvPr/>
            </p:nvSpPr>
            <p:spPr>
              <a:xfrm>
                <a:off x="6115598" y="2670666"/>
                <a:ext cx="369549" cy="409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598" y="2670666"/>
                <a:ext cx="369549" cy="409920"/>
              </a:xfrm>
              <a:prstGeom prst="rect">
                <a:avLst/>
              </a:prstGeom>
              <a:blipFill>
                <a:blip r:embed="rId46"/>
                <a:stretch>
                  <a:fillRect l="-20000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Rectangle 215">
            <a:extLst>
              <a:ext uri="{FF2B5EF4-FFF2-40B4-BE49-F238E27FC236}">
                <a16:creationId xmlns:a16="http://schemas.microsoft.com/office/drawing/2014/main" id="{6863507D-1968-1825-C00C-13A30A51C2BB}"/>
              </a:ext>
            </a:extLst>
          </p:cNvPr>
          <p:cNvSpPr/>
          <p:nvPr/>
        </p:nvSpPr>
        <p:spPr>
          <a:xfrm>
            <a:off x="6563316" y="26394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/>
              <p:nvPr/>
            </p:nvSpPr>
            <p:spPr>
              <a:xfrm>
                <a:off x="6552708" y="26394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708" y="2639429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A58104E6-057E-EA6A-B514-12C1F5ECC915}"/>
                  </a:ext>
                </a:extLst>
              </p:cNvPr>
              <p:cNvSpPr txBox="1"/>
              <p:nvPr/>
            </p:nvSpPr>
            <p:spPr>
              <a:xfrm>
                <a:off x="5700272" y="495621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A58104E6-057E-EA6A-B514-12C1F5ECC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272" y="495621"/>
                <a:ext cx="321057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/>
              <p:nvPr/>
            </p:nvSpPr>
            <p:spPr>
              <a:xfrm>
                <a:off x="5118459" y="1014265"/>
                <a:ext cx="847540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459" y="1014265"/>
                <a:ext cx="847540" cy="381515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30BD8FEC-1354-F385-02E6-930FB3887069}"/>
                  </a:ext>
                </a:extLst>
              </p:cNvPr>
              <p:cNvSpPr txBox="1"/>
              <p:nvPr/>
            </p:nvSpPr>
            <p:spPr>
              <a:xfrm>
                <a:off x="5700272" y="1026448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30BD8FEC-1354-F385-02E6-930FB3887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272" y="1026448"/>
                <a:ext cx="321057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/>
              <p:nvPr/>
            </p:nvSpPr>
            <p:spPr>
              <a:xfrm>
                <a:off x="5122952" y="1575496"/>
                <a:ext cx="847540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952" y="1575496"/>
                <a:ext cx="847540" cy="381515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/>
              <p:nvPr/>
            </p:nvSpPr>
            <p:spPr>
              <a:xfrm>
                <a:off x="5704765" y="1587679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765" y="1587679"/>
                <a:ext cx="321057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/>
              <p:nvPr/>
            </p:nvSpPr>
            <p:spPr>
              <a:xfrm>
                <a:off x="5117474" y="2117248"/>
                <a:ext cx="847540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74" y="2117248"/>
                <a:ext cx="847540" cy="381515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9F60B420-4581-BCEB-C88A-65E31930A9AD}"/>
                  </a:ext>
                </a:extLst>
              </p:cNvPr>
              <p:cNvSpPr txBox="1"/>
              <p:nvPr/>
            </p:nvSpPr>
            <p:spPr>
              <a:xfrm>
                <a:off x="5699287" y="2129431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9F60B420-4581-BCEB-C88A-65E31930A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287" y="2129431"/>
                <a:ext cx="321057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/>
              <p:nvPr/>
            </p:nvSpPr>
            <p:spPr>
              <a:xfrm>
                <a:off x="5121565" y="2664606"/>
                <a:ext cx="847540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565" y="2664606"/>
                <a:ext cx="847540" cy="381515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D3F0AEA5-185F-35E7-FCA0-E8B0F2F6BD68}"/>
                  </a:ext>
                </a:extLst>
              </p:cNvPr>
              <p:cNvSpPr txBox="1"/>
              <p:nvPr/>
            </p:nvSpPr>
            <p:spPr>
              <a:xfrm>
                <a:off x="5703378" y="2676789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D3F0AEA5-185F-35E7-FCA0-E8B0F2F6B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378" y="2676789"/>
                <a:ext cx="321057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302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4" grpId="0" animBg="1"/>
      <p:bldP spid="155" grpId="0"/>
      <p:bldP spid="156" grpId="0" animBg="1"/>
      <p:bldP spid="157" grpId="0"/>
      <p:bldP spid="179" grpId="0" animBg="1"/>
      <p:bldP spid="180" grpId="0"/>
      <p:bldP spid="181" grpId="0" animBg="1"/>
      <p:bldP spid="182" grpId="0"/>
      <p:bldP spid="184" grpId="0" animBg="1"/>
      <p:bldP spid="186" grpId="0"/>
      <p:bldP spid="188" grpId="0" animBg="1"/>
      <p:bldP spid="189" grpId="0"/>
      <p:bldP spid="203" grpId="0" animBg="1"/>
      <p:bldP spid="204" grpId="0"/>
      <p:bldP spid="205" grpId="0" animBg="1"/>
      <p:bldP spid="206" grpId="0"/>
      <p:bldP spid="209" grpId="0" animBg="1"/>
      <p:bldP spid="215" grpId="0"/>
      <p:bldP spid="216" grpId="0" animBg="1"/>
      <p:bldP spid="217" grpId="0"/>
      <p:bldP spid="219" grpId="0"/>
      <p:bldP spid="220" grpId="0"/>
      <p:bldP spid="221" grpId="0"/>
      <p:bldP spid="222" grpId="0"/>
      <p:bldP spid="224" grpId="0"/>
      <p:bldP spid="225" grpId="0"/>
      <p:bldP spid="226" grpId="0"/>
      <p:bldP spid="227" grpId="0"/>
      <p:bldP spid="22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/>
              <p:nvPr/>
            </p:nvSpPr>
            <p:spPr>
              <a:xfrm>
                <a:off x="5697986" y="157162"/>
                <a:ext cx="1126183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986" y="157162"/>
                <a:ext cx="1126183" cy="1929567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4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16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17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19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0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1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2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3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24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25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26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2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29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30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/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blipFill>
                <a:blip r:embed="rId31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8B49003-2564-629F-C6E1-0598692E5103}"/>
              </a:ext>
            </a:extLst>
          </p:cNvPr>
          <p:cNvCxnSpPr>
            <a:cxnSpLocks/>
            <a:stCxn id="24" idx="0"/>
            <a:endCxn id="106" idx="2"/>
          </p:cNvCxnSpPr>
          <p:nvPr/>
        </p:nvCxnSpPr>
        <p:spPr>
          <a:xfrm flipH="1" flipV="1">
            <a:off x="2940898" y="5181747"/>
            <a:ext cx="482632" cy="16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BC184A-CDC7-945C-2031-90A37091474D}"/>
              </a:ext>
            </a:extLst>
          </p:cNvPr>
          <p:cNvCxnSpPr>
            <a:cxnSpLocks/>
            <a:stCxn id="106" idx="0"/>
            <a:endCxn id="110" idx="2"/>
          </p:cNvCxnSpPr>
          <p:nvPr/>
        </p:nvCxnSpPr>
        <p:spPr>
          <a:xfrm flipH="1" flipV="1">
            <a:off x="2934468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1509338-A749-8012-A47A-C8BCFBC7D32C}"/>
              </a:ext>
            </a:extLst>
          </p:cNvPr>
          <p:cNvSpPr/>
          <p:nvPr/>
        </p:nvSpPr>
        <p:spPr>
          <a:xfrm>
            <a:off x="2802132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/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133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/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blipFill>
                <a:blip r:embed="rId33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6A31CEB-210A-DC0E-421C-2793DBD73F04}"/>
              </a:ext>
            </a:extLst>
          </p:cNvPr>
          <p:cNvCxnSpPr>
            <a:cxnSpLocks/>
            <a:endCxn id="121" idx="2"/>
          </p:cNvCxnSpPr>
          <p:nvPr/>
        </p:nvCxnSpPr>
        <p:spPr>
          <a:xfrm flipH="1" flipV="1">
            <a:off x="5917812" y="5183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A7B631D-7054-31CB-CB4C-FD5D26E88D5D}"/>
              </a:ext>
            </a:extLst>
          </p:cNvPr>
          <p:cNvCxnSpPr>
            <a:cxnSpLocks/>
            <a:stCxn id="121" idx="0"/>
            <a:endCxn id="125" idx="2"/>
          </p:cNvCxnSpPr>
          <p:nvPr/>
        </p:nvCxnSpPr>
        <p:spPr>
          <a:xfrm flipH="1" flipV="1">
            <a:off x="5911382" y="4649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C542140-AF78-C086-A904-96F2E6FB6175}"/>
              </a:ext>
            </a:extLst>
          </p:cNvPr>
          <p:cNvSpPr/>
          <p:nvPr/>
        </p:nvSpPr>
        <p:spPr>
          <a:xfrm>
            <a:off x="5779046" y="4158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/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blipFill>
                <a:blip r:embed="rId34"/>
                <a:stretch>
                  <a:fillRect l="-172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/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blipFill>
                <a:blip r:embed="rId35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0C86E29-B26A-4A73-9137-DD0DD3DD60E1}"/>
              </a:ext>
            </a:extLst>
          </p:cNvPr>
          <p:cNvCxnSpPr>
            <a:cxnSpLocks/>
            <a:endCxn id="128" idx="2"/>
          </p:cNvCxnSpPr>
          <p:nvPr/>
        </p:nvCxnSpPr>
        <p:spPr>
          <a:xfrm flipH="1" flipV="1">
            <a:off x="7373675" y="5181747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B2F70B5-B7BE-BBA2-8224-7F0398CE0A50}"/>
              </a:ext>
            </a:extLst>
          </p:cNvPr>
          <p:cNvCxnSpPr>
            <a:cxnSpLocks/>
            <a:stCxn id="128" idx="0"/>
            <a:endCxn id="140" idx="2"/>
          </p:cNvCxnSpPr>
          <p:nvPr/>
        </p:nvCxnSpPr>
        <p:spPr>
          <a:xfrm flipH="1" flipV="1">
            <a:off x="7367245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DFFF034-A587-C674-9515-6D80A4A7357A}"/>
              </a:ext>
            </a:extLst>
          </p:cNvPr>
          <p:cNvSpPr/>
          <p:nvPr/>
        </p:nvSpPr>
        <p:spPr>
          <a:xfrm>
            <a:off x="7234909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/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blipFill>
                <a:blip r:embed="rId36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/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blipFill>
                <a:blip r:embed="rId37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0286BA6-49FC-1E2B-1C9A-65EC35C5495F}"/>
              </a:ext>
            </a:extLst>
          </p:cNvPr>
          <p:cNvCxnSpPr>
            <a:cxnSpLocks/>
            <a:endCxn id="142" idx="2"/>
          </p:cNvCxnSpPr>
          <p:nvPr/>
        </p:nvCxnSpPr>
        <p:spPr>
          <a:xfrm flipH="1" flipV="1">
            <a:off x="8905890" y="5185038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972ADC8-557C-94BD-01DB-DEFC6B857827}"/>
              </a:ext>
            </a:extLst>
          </p:cNvPr>
          <p:cNvCxnSpPr>
            <a:cxnSpLocks/>
            <a:stCxn id="142" idx="0"/>
            <a:endCxn id="145" idx="2"/>
          </p:cNvCxnSpPr>
          <p:nvPr/>
        </p:nvCxnSpPr>
        <p:spPr>
          <a:xfrm flipH="1" flipV="1">
            <a:off x="8899460" y="4650898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699FFCC-64C0-BD81-F995-CF19C3BEAE8E}"/>
              </a:ext>
            </a:extLst>
          </p:cNvPr>
          <p:cNvSpPr/>
          <p:nvPr/>
        </p:nvSpPr>
        <p:spPr>
          <a:xfrm>
            <a:off x="8767124" y="4159443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/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blipFill>
                <a:blip r:embed="rId38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/>
              <p:nvPr/>
            </p:nvSpPr>
            <p:spPr>
              <a:xfrm>
                <a:off x="2869553" y="298665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298665"/>
                <a:ext cx="488497" cy="381515"/>
              </a:xfrm>
              <a:prstGeom prst="rect">
                <a:avLst/>
              </a:prstGeom>
              <a:blipFill>
                <a:blip r:embed="rId39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Rectangle 153">
            <a:extLst>
              <a:ext uri="{FF2B5EF4-FFF2-40B4-BE49-F238E27FC236}">
                <a16:creationId xmlns:a16="http://schemas.microsoft.com/office/drawing/2014/main" id="{7B54D137-D3DF-CD90-EB7D-1624FE0318A3}"/>
              </a:ext>
            </a:extLst>
          </p:cNvPr>
          <p:cNvSpPr/>
          <p:nvPr/>
        </p:nvSpPr>
        <p:spPr>
          <a:xfrm rot="5400000">
            <a:off x="6118974" y="222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/>
              <p:nvPr/>
            </p:nvSpPr>
            <p:spPr>
              <a:xfrm>
                <a:off x="6108047" y="270060"/>
                <a:ext cx="369549" cy="403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47" y="270060"/>
                <a:ext cx="369549" cy="403059"/>
              </a:xfrm>
              <a:prstGeom prst="rect">
                <a:avLst/>
              </a:prstGeom>
              <a:blipFill>
                <a:blip r:embed="rId40"/>
                <a:stretch>
                  <a:fillRect l="-19355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>
            <a:extLst>
              <a:ext uri="{FF2B5EF4-FFF2-40B4-BE49-F238E27FC236}">
                <a16:creationId xmlns:a16="http://schemas.microsoft.com/office/drawing/2014/main" id="{58E33196-473D-7A94-609C-64D7AD06EED6}"/>
              </a:ext>
            </a:extLst>
          </p:cNvPr>
          <p:cNvSpPr/>
          <p:nvPr/>
        </p:nvSpPr>
        <p:spPr>
          <a:xfrm>
            <a:off x="68341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/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blipFill>
                <a:blip r:embed="rId41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FB6E7B9E-FCF8-C927-DFC1-CBB9ABE75291}"/>
              </a:ext>
            </a:extLst>
          </p:cNvPr>
          <p:cNvSpPr/>
          <p:nvPr/>
        </p:nvSpPr>
        <p:spPr>
          <a:xfrm rot="5400000">
            <a:off x="6130107" y="54369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/>
              <p:nvPr/>
            </p:nvSpPr>
            <p:spPr>
              <a:xfrm>
                <a:off x="6119180" y="591006"/>
                <a:ext cx="369549" cy="40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180" y="591006"/>
                <a:ext cx="369549" cy="403572"/>
              </a:xfrm>
              <a:prstGeom prst="rect">
                <a:avLst/>
              </a:prstGeom>
              <a:blipFill>
                <a:blip r:embed="rId42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F6E4F8FE-B0A8-59F5-35BF-CCE9C150E281}"/>
              </a:ext>
            </a:extLst>
          </p:cNvPr>
          <p:cNvSpPr/>
          <p:nvPr/>
        </p:nvSpPr>
        <p:spPr>
          <a:xfrm>
            <a:off x="6835488" y="856655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/>
              <p:nvPr/>
            </p:nvSpPr>
            <p:spPr>
              <a:xfrm>
                <a:off x="6824880" y="856654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880" y="856654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>
            <a:extLst>
              <a:ext uri="{FF2B5EF4-FFF2-40B4-BE49-F238E27FC236}">
                <a16:creationId xmlns:a16="http://schemas.microsoft.com/office/drawing/2014/main" id="{597C1B48-5006-8861-56D3-87C807D47964}"/>
              </a:ext>
            </a:extLst>
          </p:cNvPr>
          <p:cNvSpPr/>
          <p:nvPr/>
        </p:nvSpPr>
        <p:spPr>
          <a:xfrm rot="5400000">
            <a:off x="6128742" y="852615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/>
              <p:nvPr/>
            </p:nvSpPr>
            <p:spPr>
              <a:xfrm>
                <a:off x="6117815" y="899931"/>
                <a:ext cx="369549" cy="405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899931"/>
                <a:ext cx="369549" cy="405176"/>
              </a:xfrm>
              <a:prstGeom prst="rect">
                <a:avLst/>
              </a:prstGeom>
              <a:blipFill>
                <a:blip r:embed="rId44"/>
                <a:stretch>
                  <a:fillRect l="-200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Rectangle 187">
            <a:extLst>
              <a:ext uri="{FF2B5EF4-FFF2-40B4-BE49-F238E27FC236}">
                <a16:creationId xmlns:a16="http://schemas.microsoft.com/office/drawing/2014/main" id="{E71DBD0A-31C4-609A-8D4D-F7DA1162D947}"/>
              </a:ext>
            </a:extLst>
          </p:cNvPr>
          <p:cNvSpPr/>
          <p:nvPr/>
        </p:nvSpPr>
        <p:spPr>
          <a:xfrm>
            <a:off x="6834123" y="868694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/>
              <p:nvPr/>
            </p:nvSpPr>
            <p:spPr>
              <a:xfrm>
                <a:off x="6823515" y="86869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68693"/>
                <a:ext cx="369549" cy="400110"/>
              </a:xfrm>
              <a:prstGeom prst="rect">
                <a:avLst/>
              </a:prstGeom>
              <a:blipFill>
                <a:blip r:embed="rId45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Rectangle 202">
            <a:extLst>
              <a:ext uri="{FF2B5EF4-FFF2-40B4-BE49-F238E27FC236}">
                <a16:creationId xmlns:a16="http://schemas.microsoft.com/office/drawing/2014/main" id="{D5E85703-4129-694D-C891-F6D1B681F153}"/>
              </a:ext>
            </a:extLst>
          </p:cNvPr>
          <p:cNvSpPr/>
          <p:nvPr/>
        </p:nvSpPr>
        <p:spPr>
          <a:xfrm rot="5400000">
            <a:off x="6128742" y="1162977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/>
              <p:nvPr/>
            </p:nvSpPr>
            <p:spPr>
              <a:xfrm>
                <a:off x="6117815" y="1210293"/>
                <a:ext cx="369549" cy="402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1210293"/>
                <a:ext cx="369549" cy="402739"/>
              </a:xfrm>
              <a:prstGeom prst="rect">
                <a:avLst/>
              </a:prstGeom>
              <a:blipFill>
                <a:blip r:embed="rId46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Rectangle 204">
            <a:extLst>
              <a:ext uri="{FF2B5EF4-FFF2-40B4-BE49-F238E27FC236}">
                <a16:creationId xmlns:a16="http://schemas.microsoft.com/office/drawing/2014/main" id="{2C4C39C5-66F8-10B5-B32C-C0C2773948A7}"/>
              </a:ext>
            </a:extLst>
          </p:cNvPr>
          <p:cNvSpPr/>
          <p:nvPr/>
        </p:nvSpPr>
        <p:spPr>
          <a:xfrm>
            <a:off x="6834123" y="8540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/>
              <p:nvPr/>
            </p:nvSpPr>
            <p:spPr>
              <a:xfrm>
                <a:off x="6823515" y="8540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4029"/>
                <a:ext cx="369549" cy="400110"/>
              </a:xfrm>
              <a:prstGeom prst="rect">
                <a:avLst/>
              </a:prstGeom>
              <a:blipFill>
                <a:blip r:embed="rId45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Rectangle 208">
            <a:extLst>
              <a:ext uri="{FF2B5EF4-FFF2-40B4-BE49-F238E27FC236}">
                <a16:creationId xmlns:a16="http://schemas.microsoft.com/office/drawing/2014/main" id="{69249C30-90F4-727D-8BC6-18F15C0DF608}"/>
              </a:ext>
            </a:extLst>
          </p:cNvPr>
          <p:cNvSpPr/>
          <p:nvPr/>
        </p:nvSpPr>
        <p:spPr>
          <a:xfrm rot="5400000">
            <a:off x="6128742" y="1466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/>
              <p:nvPr/>
            </p:nvSpPr>
            <p:spPr>
              <a:xfrm>
                <a:off x="6117815" y="1514060"/>
                <a:ext cx="369549" cy="409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1514060"/>
                <a:ext cx="369549" cy="409920"/>
              </a:xfrm>
              <a:prstGeom prst="rect">
                <a:avLst/>
              </a:prstGeom>
              <a:blipFill>
                <a:blip r:embed="rId47"/>
                <a:stretch>
                  <a:fillRect l="-20000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Rectangle 215">
            <a:extLst>
              <a:ext uri="{FF2B5EF4-FFF2-40B4-BE49-F238E27FC236}">
                <a16:creationId xmlns:a16="http://schemas.microsoft.com/office/drawing/2014/main" id="{6863507D-1968-1825-C00C-13A30A51C2BB}"/>
              </a:ext>
            </a:extLst>
          </p:cNvPr>
          <p:cNvSpPr/>
          <p:nvPr/>
        </p:nvSpPr>
        <p:spPr>
          <a:xfrm>
            <a:off x="68341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/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blipFill>
                <a:blip r:embed="rId41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/>
              <p:nvPr/>
            </p:nvSpPr>
            <p:spPr>
              <a:xfrm>
                <a:off x="2869553" y="590064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590064"/>
                <a:ext cx="488497" cy="381515"/>
              </a:xfrm>
              <a:prstGeom prst="rect">
                <a:avLst/>
              </a:prstGeom>
              <a:blipFill>
                <a:blip r:embed="rId48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/>
              <p:nvPr/>
            </p:nvSpPr>
            <p:spPr>
              <a:xfrm>
                <a:off x="2869553" y="881463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881463"/>
                <a:ext cx="488497" cy="381515"/>
              </a:xfrm>
              <a:prstGeom prst="rect">
                <a:avLst/>
              </a:prstGeom>
              <a:blipFill>
                <a:blip r:embed="rId49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/>
              <p:nvPr/>
            </p:nvSpPr>
            <p:spPr>
              <a:xfrm>
                <a:off x="5428957" y="898133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957" y="898133"/>
                <a:ext cx="321057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/>
              <p:nvPr/>
            </p:nvSpPr>
            <p:spPr>
              <a:xfrm>
                <a:off x="2869553" y="1172862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1172862"/>
                <a:ext cx="488497" cy="381515"/>
              </a:xfrm>
              <a:prstGeom prst="rect">
                <a:avLst/>
              </a:prstGeom>
              <a:blipFill>
                <a:blip r:embed="rId51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/>
              <p:nvPr/>
            </p:nvSpPr>
            <p:spPr>
              <a:xfrm>
                <a:off x="2869553" y="1464260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1464260"/>
                <a:ext cx="488497" cy="381515"/>
              </a:xfrm>
              <a:prstGeom prst="rect">
                <a:avLst/>
              </a:prstGeom>
              <a:blipFill>
                <a:blip r:embed="rId52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58D33FC5-8DF7-B197-CCF3-32219291AF51}"/>
              </a:ext>
            </a:extLst>
          </p:cNvPr>
          <p:cNvGrpSpPr/>
          <p:nvPr/>
        </p:nvGrpSpPr>
        <p:grpSpPr>
          <a:xfrm>
            <a:off x="3359253" y="298665"/>
            <a:ext cx="488497" cy="1547110"/>
            <a:chOff x="3359253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blipFill>
                  <a:blip r:embed="rId5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blipFill>
                  <a:blip r:embed="rId5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blipFill>
                  <a:blip r:embed="rId5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blipFill>
                  <a:blip r:embed="rId5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blipFill>
                  <a:blip r:embed="rId5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7B567C8-ACBC-B5CF-1F31-ADF5718BD1D0}"/>
              </a:ext>
            </a:extLst>
          </p:cNvPr>
          <p:cNvGrpSpPr/>
          <p:nvPr/>
        </p:nvGrpSpPr>
        <p:grpSpPr>
          <a:xfrm>
            <a:off x="3853770" y="298665"/>
            <a:ext cx="488497" cy="1547110"/>
            <a:chOff x="3847750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blipFill>
                  <a:blip r:embed="rId5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blipFill>
                  <a:blip r:embed="rId5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blipFill>
                  <a:blip r:embed="rId6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blipFill>
                  <a:blip r:embed="rId6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blipFill>
                  <a:blip r:embed="rId6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F40877-48DE-552F-568A-9E95B03CB2BD}"/>
              </a:ext>
            </a:extLst>
          </p:cNvPr>
          <p:cNvGrpSpPr/>
          <p:nvPr/>
        </p:nvGrpSpPr>
        <p:grpSpPr>
          <a:xfrm>
            <a:off x="4348287" y="292974"/>
            <a:ext cx="488497" cy="1547110"/>
            <a:chOff x="4328825" y="967648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blipFill>
                  <a:blip r:embed="rId6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blipFill>
                  <a:blip r:embed="rId6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blipFill>
                  <a:blip r:embed="rId6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blipFill>
                  <a:blip r:embed="rId6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blipFill>
                  <a:blip r:embed="rId6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79B4608-3EDE-2A4D-8AB0-C86BAF89CCAF}"/>
              </a:ext>
            </a:extLst>
          </p:cNvPr>
          <p:cNvGrpSpPr/>
          <p:nvPr/>
        </p:nvGrpSpPr>
        <p:grpSpPr>
          <a:xfrm>
            <a:off x="4842805" y="296191"/>
            <a:ext cx="488497" cy="1547110"/>
            <a:chOff x="4842805" y="970865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blipFill>
                  <a:blip r:embed="rId68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blipFill>
                  <a:blip r:embed="rId69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blipFill>
                  <a:blip r:embed="rId70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blipFill>
                  <a:blip r:embed="rId71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blipFill>
                  <a:blip r:embed="rId72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002A1EE0-6998-519A-A387-336D4E054A1F}"/>
              </a:ext>
            </a:extLst>
          </p:cNvPr>
          <p:cNvSpPr/>
          <p:nvPr/>
        </p:nvSpPr>
        <p:spPr>
          <a:xfrm>
            <a:off x="718010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/>
              <p:nvPr/>
            </p:nvSpPr>
            <p:spPr>
              <a:xfrm>
                <a:off x="7166613" y="85241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613" y="852410"/>
                <a:ext cx="369549" cy="400110"/>
              </a:xfrm>
              <a:prstGeom prst="rect">
                <a:avLst/>
              </a:prstGeom>
              <a:blipFill>
                <a:blip r:embed="rId7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7E64F70D-DC24-6E5B-74D2-ECF42C02BE29}"/>
              </a:ext>
            </a:extLst>
          </p:cNvPr>
          <p:cNvSpPr/>
          <p:nvPr/>
        </p:nvSpPr>
        <p:spPr>
          <a:xfrm>
            <a:off x="7524718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/>
              <p:nvPr/>
            </p:nvSpPr>
            <p:spPr>
              <a:xfrm>
                <a:off x="7511228" y="85709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228" y="857090"/>
                <a:ext cx="369549" cy="400110"/>
              </a:xfrm>
              <a:prstGeom prst="rect">
                <a:avLst/>
              </a:prstGeom>
              <a:blipFill>
                <a:blip r:embed="rId74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Rectangle 158">
            <a:extLst>
              <a:ext uri="{FF2B5EF4-FFF2-40B4-BE49-F238E27FC236}">
                <a16:creationId xmlns:a16="http://schemas.microsoft.com/office/drawing/2014/main" id="{EBE409A5-09A2-8F52-A837-C757251CCDBD}"/>
              </a:ext>
            </a:extLst>
          </p:cNvPr>
          <p:cNvSpPr/>
          <p:nvPr/>
        </p:nvSpPr>
        <p:spPr>
          <a:xfrm>
            <a:off x="7865019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/>
              <p:nvPr/>
            </p:nvSpPr>
            <p:spPr>
              <a:xfrm>
                <a:off x="7851529" y="86104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529" y="861049"/>
                <a:ext cx="369549" cy="400110"/>
              </a:xfrm>
              <a:prstGeom prst="rect">
                <a:avLst/>
              </a:prstGeom>
              <a:blipFill>
                <a:blip r:embed="rId75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Rectangle 160">
            <a:extLst>
              <a:ext uri="{FF2B5EF4-FFF2-40B4-BE49-F238E27FC236}">
                <a16:creationId xmlns:a16="http://schemas.microsoft.com/office/drawing/2014/main" id="{DD601480-F9DD-0161-2DFB-A9FAA3521937}"/>
              </a:ext>
            </a:extLst>
          </p:cNvPr>
          <p:cNvSpPr/>
          <p:nvPr/>
        </p:nvSpPr>
        <p:spPr>
          <a:xfrm>
            <a:off x="8206431" y="857027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/>
              <p:nvPr/>
            </p:nvSpPr>
            <p:spPr>
              <a:xfrm>
                <a:off x="8192941" y="86735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941" y="867355"/>
                <a:ext cx="369549" cy="400110"/>
              </a:xfrm>
              <a:prstGeom prst="rect">
                <a:avLst/>
              </a:prstGeom>
              <a:blipFill>
                <a:blip r:embed="rId76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56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2" grpId="0"/>
      <p:bldP spid="153" grpId="0" animBg="1"/>
      <p:bldP spid="158" grpId="0"/>
      <p:bldP spid="159" grpId="0" animBg="1"/>
      <p:bldP spid="160" grpId="0"/>
      <p:bldP spid="161" grpId="0" animBg="1"/>
      <p:bldP spid="16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/>
              <p:nvPr/>
            </p:nvSpPr>
            <p:spPr>
              <a:xfrm>
                <a:off x="6602111" y="584373"/>
                <a:ext cx="2147709" cy="103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</m:e>
                        </m:eqArr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</m:e>
                    </m:d>
                  </m:oMath>
                </a14:m>
                <a:r>
                  <a:rPr lang="en-US" dirty="0"/>
                  <a:t>         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111" y="584373"/>
                <a:ext cx="2147709" cy="1034899"/>
              </a:xfrm>
              <a:prstGeom prst="rect">
                <a:avLst/>
              </a:prstGeom>
              <a:blipFill>
                <a:blip r:embed="rId3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/>
              <p:nvPr/>
            </p:nvSpPr>
            <p:spPr>
              <a:xfrm>
                <a:off x="2612707" y="158575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707" y="158575"/>
                <a:ext cx="2892668" cy="1929567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/>
              <p:nvPr/>
            </p:nvSpPr>
            <p:spPr>
              <a:xfrm>
                <a:off x="5697986" y="157162"/>
                <a:ext cx="1126183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986" y="157162"/>
                <a:ext cx="1126183" cy="1929567"/>
              </a:xfrm>
              <a:prstGeom prst="rect">
                <a:avLst/>
              </a:prstGeom>
              <a:blipFill>
                <a:blip r:embed="rId5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6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7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19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0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1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2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3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4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26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2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29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3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31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/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blipFill>
                <a:blip r:embed="rId33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8B49003-2564-629F-C6E1-0598692E5103}"/>
              </a:ext>
            </a:extLst>
          </p:cNvPr>
          <p:cNvCxnSpPr>
            <a:cxnSpLocks/>
            <a:stCxn id="24" idx="0"/>
            <a:endCxn id="106" idx="2"/>
          </p:cNvCxnSpPr>
          <p:nvPr/>
        </p:nvCxnSpPr>
        <p:spPr>
          <a:xfrm flipH="1" flipV="1">
            <a:off x="2940898" y="5181747"/>
            <a:ext cx="482632" cy="16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BC184A-CDC7-945C-2031-90A37091474D}"/>
              </a:ext>
            </a:extLst>
          </p:cNvPr>
          <p:cNvCxnSpPr>
            <a:cxnSpLocks/>
            <a:stCxn id="106" idx="0"/>
            <a:endCxn id="110" idx="2"/>
          </p:cNvCxnSpPr>
          <p:nvPr/>
        </p:nvCxnSpPr>
        <p:spPr>
          <a:xfrm flipH="1" flipV="1">
            <a:off x="2934468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1509338-A749-8012-A47A-C8BCFBC7D32C}"/>
              </a:ext>
            </a:extLst>
          </p:cNvPr>
          <p:cNvSpPr/>
          <p:nvPr/>
        </p:nvSpPr>
        <p:spPr>
          <a:xfrm>
            <a:off x="2802132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/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blipFill>
                <a:blip r:embed="rId34"/>
                <a:stretch>
                  <a:fillRect l="-133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/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blipFill>
                <a:blip r:embed="rId3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6A31CEB-210A-DC0E-421C-2793DBD73F04}"/>
              </a:ext>
            </a:extLst>
          </p:cNvPr>
          <p:cNvCxnSpPr>
            <a:cxnSpLocks/>
            <a:endCxn id="121" idx="2"/>
          </p:cNvCxnSpPr>
          <p:nvPr/>
        </p:nvCxnSpPr>
        <p:spPr>
          <a:xfrm flipH="1" flipV="1">
            <a:off x="5917812" y="5183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A7B631D-7054-31CB-CB4C-FD5D26E88D5D}"/>
              </a:ext>
            </a:extLst>
          </p:cNvPr>
          <p:cNvCxnSpPr>
            <a:cxnSpLocks/>
            <a:stCxn id="121" idx="0"/>
            <a:endCxn id="125" idx="2"/>
          </p:cNvCxnSpPr>
          <p:nvPr/>
        </p:nvCxnSpPr>
        <p:spPr>
          <a:xfrm flipH="1" flipV="1">
            <a:off x="5911382" y="4649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C542140-AF78-C086-A904-96F2E6FB6175}"/>
              </a:ext>
            </a:extLst>
          </p:cNvPr>
          <p:cNvSpPr/>
          <p:nvPr/>
        </p:nvSpPr>
        <p:spPr>
          <a:xfrm>
            <a:off x="5779046" y="4158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/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blipFill>
                <a:blip r:embed="rId36"/>
                <a:stretch>
                  <a:fillRect l="-172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/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blipFill>
                <a:blip r:embed="rId37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0C86E29-B26A-4A73-9137-DD0DD3DD60E1}"/>
              </a:ext>
            </a:extLst>
          </p:cNvPr>
          <p:cNvCxnSpPr>
            <a:cxnSpLocks/>
            <a:endCxn id="128" idx="2"/>
          </p:cNvCxnSpPr>
          <p:nvPr/>
        </p:nvCxnSpPr>
        <p:spPr>
          <a:xfrm flipH="1" flipV="1">
            <a:off x="7373675" y="5181747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B2F70B5-B7BE-BBA2-8224-7F0398CE0A50}"/>
              </a:ext>
            </a:extLst>
          </p:cNvPr>
          <p:cNvCxnSpPr>
            <a:cxnSpLocks/>
            <a:stCxn id="128" idx="0"/>
            <a:endCxn id="140" idx="2"/>
          </p:cNvCxnSpPr>
          <p:nvPr/>
        </p:nvCxnSpPr>
        <p:spPr>
          <a:xfrm flipH="1" flipV="1">
            <a:off x="7367245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DFFF034-A587-C674-9515-6D80A4A7357A}"/>
              </a:ext>
            </a:extLst>
          </p:cNvPr>
          <p:cNvSpPr/>
          <p:nvPr/>
        </p:nvSpPr>
        <p:spPr>
          <a:xfrm>
            <a:off x="7234909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/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blipFill>
                <a:blip r:embed="rId38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/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blipFill>
                <a:blip r:embed="rId3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0286BA6-49FC-1E2B-1C9A-65EC35C5495F}"/>
              </a:ext>
            </a:extLst>
          </p:cNvPr>
          <p:cNvCxnSpPr>
            <a:cxnSpLocks/>
            <a:endCxn id="142" idx="2"/>
          </p:cNvCxnSpPr>
          <p:nvPr/>
        </p:nvCxnSpPr>
        <p:spPr>
          <a:xfrm flipH="1" flipV="1">
            <a:off x="8905890" y="5185038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972ADC8-557C-94BD-01DB-DEFC6B857827}"/>
              </a:ext>
            </a:extLst>
          </p:cNvPr>
          <p:cNvCxnSpPr>
            <a:cxnSpLocks/>
            <a:stCxn id="142" idx="0"/>
            <a:endCxn id="145" idx="2"/>
          </p:cNvCxnSpPr>
          <p:nvPr/>
        </p:nvCxnSpPr>
        <p:spPr>
          <a:xfrm flipH="1" flipV="1">
            <a:off x="8899460" y="4650898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699FFCC-64C0-BD81-F995-CF19C3BEAE8E}"/>
              </a:ext>
            </a:extLst>
          </p:cNvPr>
          <p:cNvSpPr/>
          <p:nvPr/>
        </p:nvSpPr>
        <p:spPr>
          <a:xfrm>
            <a:off x="8767124" y="4159443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/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blipFill>
                <a:blip r:embed="rId40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/>
              <p:nvPr/>
            </p:nvSpPr>
            <p:spPr>
              <a:xfrm>
                <a:off x="2869553" y="298665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298665"/>
                <a:ext cx="488497" cy="381515"/>
              </a:xfrm>
              <a:prstGeom prst="rect">
                <a:avLst/>
              </a:prstGeom>
              <a:blipFill>
                <a:blip r:embed="rId41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Rectangle 153">
            <a:extLst>
              <a:ext uri="{FF2B5EF4-FFF2-40B4-BE49-F238E27FC236}">
                <a16:creationId xmlns:a16="http://schemas.microsoft.com/office/drawing/2014/main" id="{7B54D137-D3DF-CD90-EB7D-1624FE0318A3}"/>
              </a:ext>
            </a:extLst>
          </p:cNvPr>
          <p:cNvSpPr/>
          <p:nvPr/>
        </p:nvSpPr>
        <p:spPr>
          <a:xfrm rot="5400000">
            <a:off x="6118974" y="222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/>
              <p:nvPr/>
            </p:nvSpPr>
            <p:spPr>
              <a:xfrm>
                <a:off x="6108047" y="270060"/>
                <a:ext cx="369549" cy="403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47" y="270060"/>
                <a:ext cx="369549" cy="403059"/>
              </a:xfrm>
              <a:prstGeom prst="rect">
                <a:avLst/>
              </a:prstGeom>
              <a:blipFill>
                <a:blip r:embed="rId42"/>
                <a:stretch>
                  <a:fillRect l="-19355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>
            <a:extLst>
              <a:ext uri="{FF2B5EF4-FFF2-40B4-BE49-F238E27FC236}">
                <a16:creationId xmlns:a16="http://schemas.microsoft.com/office/drawing/2014/main" id="{58E33196-473D-7A94-609C-64D7AD06EED6}"/>
              </a:ext>
            </a:extLst>
          </p:cNvPr>
          <p:cNvSpPr/>
          <p:nvPr/>
        </p:nvSpPr>
        <p:spPr>
          <a:xfrm>
            <a:off x="68341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/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FB6E7B9E-FCF8-C927-DFC1-CBB9ABE75291}"/>
              </a:ext>
            </a:extLst>
          </p:cNvPr>
          <p:cNvSpPr/>
          <p:nvPr/>
        </p:nvSpPr>
        <p:spPr>
          <a:xfrm rot="5400000">
            <a:off x="6130107" y="54369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/>
              <p:nvPr/>
            </p:nvSpPr>
            <p:spPr>
              <a:xfrm>
                <a:off x="6119180" y="591006"/>
                <a:ext cx="369549" cy="40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180" y="591006"/>
                <a:ext cx="369549" cy="403572"/>
              </a:xfrm>
              <a:prstGeom prst="rect">
                <a:avLst/>
              </a:prstGeom>
              <a:blipFill>
                <a:blip r:embed="rId44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F6E4F8FE-B0A8-59F5-35BF-CCE9C150E281}"/>
              </a:ext>
            </a:extLst>
          </p:cNvPr>
          <p:cNvSpPr/>
          <p:nvPr/>
        </p:nvSpPr>
        <p:spPr>
          <a:xfrm>
            <a:off x="6835488" y="856655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/>
              <p:nvPr/>
            </p:nvSpPr>
            <p:spPr>
              <a:xfrm>
                <a:off x="6824880" y="856654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880" y="856654"/>
                <a:ext cx="369549" cy="400110"/>
              </a:xfrm>
              <a:prstGeom prst="rect">
                <a:avLst/>
              </a:prstGeom>
              <a:blipFill>
                <a:blip r:embed="rId45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>
            <a:extLst>
              <a:ext uri="{FF2B5EF4-FFF2-40B4-BE49-F238E27FC236}">
                <a16:creationId xmlns:a16="http://schemas.microsoft.com/office/drawing/2014/main" id="{597C1B48-5006-8861-56D3-87C807D47964}"/>
              </a:ext>
            </a:extLst>
          </p:cNvPr>
          <p:cNvSpPr/>
          <p:nvPr/>
        </p:nvSpPr>
        <p:spPr>
          <a:xfrm rot="5400000">
            <a:off x="6128742" y="852615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/>
              <p:nvPr/>
            </p:nvSpPr>
            <p:spPr>
              <a:xfrm>
                <a:off x="6117815" y="899931"/>
                <a:ext cx="369549" cy="405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899931"/>
                <a:ext cx="369549" cy="405176"/>
              </a:xfrm>
              <a:prstGeom prst="rect">
                <a:avLst/>
              </a:prstGeom>
              <a:blipFill>
                <a:blip r:embed="rId46"/>
                <a:stretch>
                  <a:fillRect l="-200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Rectangle 187">
            <a:extLst>
              <a:ext uri="{FF2B5EF4-FFF2-40B4-BE49-F238E27FC236}">
                <a16:creationId xmlns:a16="http://schemas.microsoft.com/office/drawing/2014/main" id="{E71DBD0A-31C4-609A-8D4D-F7DA1162D947}"/>
              </a:ext>
            </a:extLst>
          </p:cNvPr>
          <p:cNvSpPr/>
          <p:nvPr/>
        </p:nvSpPr>
        <p:spPr>
          <a:xfrm>
            <a:off x="6834123" y="868694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/>
              <p:nvPr/>
            </p:nvSpPr>
            <p:spPr>
              <a:xfrm>
                <a:off x="6823515" y="86869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68693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Rectangle 202">
            <a:extLst>
              <a:ext uri="{FF2B5EF4-FFF2-40B4-BE49-F238E27FC236}">
                <a16:creationId xmlns:a16="http://schemas.microsoft.com/office/drawing/2014/main" id="{D5E85703-4129-694D-C891-F6D1B681F153}"/>
              </a:ext>
            </a:extLst>
          </p:cNvPr>
          <p:cNvSpPr/>
          <p:nvPr/>
        </p:nvSpPr>
        <p:spPr>
          <a:xfrm rot="5400000">
            <a:off x="6128742" y="1162977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/>
              <p:nvPr/>
            </p:nvSpPr>
            <p:spPr>
              <a:xfrm>
                <a:off x="6117815" y="1210293"/>
                <a:ext cx="369549" cy="402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1210293"/>
                <a:ext cx="369549" cy="402739"/>
              </a:xfrm>
              <a:prstGeom prst="rect">
                <a:avLst/>
              </a:prstGeom>
              <a:blipFill>
                <a:blip r:embed="rId48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Rectangle 204">
            <a:extLst>
              <a:ext uri="{FF2B5EF4-FFF2-40B4-BE49-F238E27FC236}">
                <a16:creationId xmlns:a16="http://schemas.microsoft.com/office/drawing/2014/main" id="{2C4C39C5-66F8-10B5-B32C-C0C2773948A7}"/>
              </a:ext>
            </a:extLst>
          </p:cNvPr>
          <p:cNvSpPr/>
          <p:nvPr/>
        </p:nvSpPr>
        <p:spPr>
          <a:xfrm>
            <a:off x="6834123" y="8540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/>
              <p:nvPr/>
            </p:nvSpPr>
            <p:spPr>
              <a:xfrm>
                <a:off x="6823515" y="8540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4029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Rectangle 208">
            <a:extLst>
              <a:ext uri="{FF2B5EF4-FFF2-40B4-BE49-F238E27FC236}">
                <a16:creationId xmlns:a16="http://schemas.microsoft.com/office/drawing/2014/main" id="{69249C30-90F4-727D-8BC6-18F15C0DF608}"/>
              </a:ext>
            </a:extLst>
          </p:cNvPr>
          <p:cNvSpPr/>
          <p:nvPr/>
        </p:nvSpPr>
        <p:spPr>
          <a:xfrm rot="5400000">
            <a:off x="6128742" y="1466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/>
              <p:nvPr/>
            </p:nvSpPr>
            <p:spPr>
              <a:xfrm>
                <a:off x="6117815" y="1514060"/>
                <a:ext cx="369549" cy="409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1514060"/>
                <a:ext cx="369549" cy="409920"/>
              </a:xfrm>
              <a:prstGeom prst="rect">
                <a:avLst/>
              </a:prstGeom>
              <a:blipFill>
                <a:blip r:embed="rId49"/>
                <a:stretch>
                  <a:fillRect l="-20000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Rectangle 215">
            <a:extLst>
              <a:ext uri="{FF2B5EF4-FFF2-40B4-BE49-F238E27FC236}">
                <a16:creationId xmlns:a16="http://schemas.microsoft.com/office/drawing/2014/main" id="{6863507D-1968-1825-C00C-13A30A51C2BB}"/>
              </a:ext>
            </a:extLst>
          </p:cNvPr>
          <p:cNvSpPr/>
          <p:nvPr/>
        </p:nvSpPr>
        <p:spPr>
          <a:xfrm>
            <a:off x="68341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/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/>
              <p:nvPr/>
            </p:nvSpPr>
            <p:spPr>
              <a:xfrm>
                <a:off x="2869553" y="590064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590064"/>
                <a:ext cx="488497" cy="381515"/>
              </a:xfrm>
              <a:prstGeom prst="rect">
                <a:avLst/>
              </a:prstGeom>
              <a:blipFill>
                <a:blip r:embed="rId50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/>
              <p:nvPr/>
            </p:nvSpPr>
            <p:spPr>
              <a:xfrm>
                <a:off x="2869553" y="881463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881463"/>
                <a:ext cx="488497" cy="381515"/>
              </a:xfrm>
              <a:prstGeom prst="rect">
                <a:avLst/>
              </a:prstGeom>
              <a:blipFill>
                <a:blip r:embed="rId51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/>
              <p:nvPr/>
            </p:nvSpPr>
            <p:spPr>
              <a:xfrm>
                <a:off x="5428957" y="898133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957" y="898133"/>
                <a:ext cx="321057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/>
              <p:nvPr/>
            </p:nvSpPr>
            <p:spPr>
              <a:xfrm>
                <a:off x="2869553" y="1172862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1172862"/>
                <a:ext cx="488497" cy="381515"/>
              </a:xfrm>
              <a:prstGeom prst="rect">
                <a:avLst/>
              </a:prstGeom>
              <a:blipFill>
                <a:blip r:embed="rId53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/>
              <p:nvPr/>
            </p:nvSpPr>
            <p:spPr>
              <a:xfrm>
                <a:off x="2869553" y="1464260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1464260"/>
                <a:ext cx="488497" cy="381515"/>
              </a:xfrm>
              <a:prstGeom prst="rect">
                <a:avLst/>
              </a:prstGeom>
              <a:blipFill>
                <a:blip r:embed="rId54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58D33FC5-8DF7-B197-CCF3-32219291AF51}"/>
              </a:ext>
            </a:extLst>
          </p:cNvPr>
          <p:cNvGrpSpPr/>
          <p:nvPr/>
        </p:nvGrpSpPr>
        <p:grpSpPr>
          <a:xfrm>
            <a:off x="3359253" y="298665"/>
            <a:ext cx="488497" cy="1547110"/>
            <a:chOff x="3359253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blipFill>
                  <a:blip r:embed="rId5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blipFill>
                  <a:blip r:embed="rId5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blipFill>
                  <a:blip r:embed="rId5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blipFill>
                  <a:blip r:embed="rId5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blipFill>
                  <a:blip r:embed="rId5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7B567C8-ACBC-B5CF-1F31-ADF5718BD1D0}"/>
              </a:ext>
            </a:extLst>
          </p:cNvPr>
          <p:cNvGrpSpPr/>
          <p:nvPr/>
        </p:nvGrpSpPr>
        <p:grpSpPr>
          <a:xfrm>
            <a:off x="3853770" y="298665"/>
            <a:ext cx="488497" cy="1547110"/>
            <a:chOff x="3847750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blipFill>
                  <a:blip r:embed="rId6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blipFill>
                  <a:blip r:embed="rId6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blipFill>
                  <a:blip r:embed="rId6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blipFill>
                  <a:blip r:embed="rId6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blipFill>
                  <a:blip r:embed="rId6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F40877-48DE-552F-568A-9E95B03CB2BD}"/>
              </a:ext>
            </a:extLst>
          </p:cNvPr>
          <p:cNvGrpSpPr/>
          <p:nvPr/>
        </p:nvGrpSpPr>
        <p:grpSpPr>
          <a:xfrm>
            <a:off x="4348287" y="292974"/>
            <a:ext cx="488497" cy="1547110"/>
            <a:chOff x="4328825" y="967648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blipFill>
                  <a:blip r:embed="rId6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blipFill>
                  <a:blip r:embed="rId6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blipFill>
                  <a:blip r:embed="rId6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blipFill>
                  <a:blip r:embed="rId6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blipFill>
                  <a:blip r:embed="rId6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79B4608-3EDE-2A4D-8AB0-C86BAF89CCAF}"/>
              </a:ext>
            </a:extLst>
          </p:cNvPr>
          <p:cNvGrpSpPr/>
          <p:nvPr/>
        </p:nvGrpSpPr>
        <p:grpSpPr>
          <a:xfrm>
            <a:off x="4842805" y="296191"/>
            <a:ext cx="488497" cy="1547110"/>
            <a:chOff x="4842805" y="970865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blipFill>
                  <a:blip r:embed="rId70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blipFill>
                  <a:blip r:embed="rId71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blipFill>
                  <a:blip r:embed="rId72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blipFill>
                  <a:blip r:embed="rId73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blipFill>
                  <a:blip r:embed="rId74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002A1EE0-6998-519A-A387-336D4E054A1F}"/>
              </a:ext>
            </a:extLst>
          </p:cNvPr>
          <p:cNvSpPr/>
          <p:nvPr/>
        </p:nvSpPr>
        <p:spPr>
          <a:xfrm>
            <a:off x="718010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/>
              <p:nvPr/>
            </p:nvSpPr>
            <p:spPr>
              <a:xfrm>
                <a:off x="7166613" y="85241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613" y="852410"/>
                <a:ext cx="369549" cy="400110"/>
              </a:xfrm>
              <a:prstGeom prst="rect">
                <a:avLst/>
              </a:prstGeom>
              <a:blipFill>
                <a:blip r:embed="rId75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7E64F70D-DC24-6E5B-74D2-ECF42C02BE29}"/>
              </a:ext>
            </a:extLst>
          </p:cNvPr>
          <p:cNvSpPr/>
          <p:nvPr/>
        </p:nvSpPr>
        <p:spPr>
          <a:xfrm>
            <a:off x="7524718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/>
              <p:nvPr/>
            </p:nvSpPr>
            <p:spPr>
              <a:xfrm>
                <a:off x="7511228" y="85709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228" y="857090"/>
                <a:ext cx="369549" cy="400110"/>
              </a:xfrm>
              <a:prstGeom prst="rect">
                <a:avLst/>
              </a:prstGeom>
              <a:blipFill>
                <a:blip r:embed="rId76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Rectangle 158">
            <a:extLst>
              <a:ext uri="{FF2B5EF4-FFF2-40B4-BE49-F238E27FC236}">
                <a16:creationId xmlns:a16="http://schemas.microsoft.com/office/drawing/2014/main" id="{EBE409A5-09A2-8F52-A837-C757251CCDBD}"/>
              </a:ext>
            </a:extLst>
          </p:cNvPr>
          <p:cNvSpPr/>
          <p:nvPr/>
        </p:nvSpPr>
        <p:spPr>
          <a:xfrm>
            <a:off x="7865019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/>
              <p:nvPr/>
            </p:nvSpPr>
            <p:spPr>
              <a:xfrm>
                <a:off x="7851529" y="86104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529" y="861049"/>
                <a:ext cx="369549" cy="400110"/>
              </a:xfrm>
              <a:prstGeom prst="rect">
                <a:avLst/>
              </a:prstGeom>
              <a:blipFill>
                <a:blip r:embed="rId77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Rectangle 160">
            <a:extLst>
              <a:ext uri="{FF2B5EF4-FFF2-40B4-BE49-F238E27FC236}">
                <a16:creationId xmlns:a16="http://schemas.microsoft.com/office/drawing/2014/main" id="{DD601480-F9DD-0161-2DFB-A9FAA3521937}"/>
              </a:ext>
            </a:extLst>
          </p:cNvPr>
          <p:cNvSpPr/>
          <p:nvPr/>
        </p:nvSpPr>
        <p:spPr>
          <a:xfrm>
            <a:off x="8206431" y="857027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/>
              <p:nvPr/>
            </p:nvSpPr>
            <p:spPr>
              <a:xfrm>
                <a:off x="8192941" y="86735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941" y="867355"/>
                <a:ext cx="369549" cy="400110"/>
              </a:xfrm>
              <a:prstGeom prst="rect">
                <a:avLst/>
              </a:prstGeom>
              <a:blipFill>
                <a:blip r:embed="rId78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2BDA8CB-C734-21EB-FB83-D5ED892B3A00}"/>
              </a:ext>
            </a:extLst>
          </p:cNvPr>
          <p:cNvSpPr/>
          <p:nvPr/>
        </p:nvSpPr>
        <p:spPr>
          <a:xfrm>
            <a:off x="1417245" y="1959375"/>
            <a:ext cx="1077799" cy="2801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Softmax</a:t>
            </a:r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/>
              <p:nvPr/>
            </p:nvSpPr>
            <p:spPr>
              <a:xfrm>
                <a:off x="2606807" y="2099457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807" y="2099457"/>
                <a:ext cx="2892668" cy="1929567"/>
              </a:xfrm>
              <a:prstGeom prst="rect">
                <a:avLst/>
              </a:prstGeom>
              <a:blipFill>
                <a:blip r:embed="rId79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C099D91-3D4A-BFDB-636C-24E66AE9DF34}"/>
              </a:ext>
            </a:extLst>
          </p:cNvPr>
          <p:cNvGrpSpPr/>
          <p:nvPr/>
        </p:nvGrpSpPr>
        <p:grpSpPr>
          <a:xfrm>
            <a:off x="2869780" y="2223013"/>
            <a:ext cx="488497" cy="1553458"/>
            <a:chOff x="2869780" y="2223013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/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blipFill>
                  <a:blip r:embed="rId80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/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blipFill>
                  <a:blip r:embed="rId81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/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blipFill>
                  <a:blip r:embed="rId82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/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blipFill>
                  <a:blip r:embed="rId83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/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blipFill>
                  <a:blip r:embed="rId8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04B2BF9-5A7B-E0A1-1D1A-DCE246103F7D}"/>
              </a:ext>
            </a:extLst>
          </p:cNvPr>
          <p:cNvGrpSpPr/>
          <p:nvPr/>
        </p:nvGrpSpPr>
        <p:grpSpPr>
          <a:xfrm>
            <a:off x="3358050" y="2217837"/>
            <a:ext cx="488497" cy="1553458"/>
            <a:chOff x="3359253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blipFill>
                  <a:blip r:embed="rId8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blipFill>
                  <a:blip r:embed="rId8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blipFill>
                  <a:blip r:embed="rId8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blipFill>
                  <a:blip r:embed="rId8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blipFill>
                  <a:blip r:embed="rId89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214D395-44EC-21FA-2FB4-B076D6A85B16}"/>
              </a:ext>
            </a:extLst>
          </p:cNvPr>
          <p:cNvGrpSpPr/>
          <p:nvPr/>
        </p:nvGrpSpPr>
        <p:grpSpPr>
          <a:xfrm>
            <a:off x="3854696" y="2221536"/>
            <a:ext cx="488497" cy="1553458"/>
            <a:chOff x="3847750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blipFill>
                  <a:blip r:embed="rId9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blipFill>
                  <a:blip r:embed="rId9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blipFill>
                  <a:blip r:embed="rId9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blipFill>
                  <a:blip r:embed="rId9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blipFill>
                  <a:blip r:embed="rId94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986611B-36E9-923B-BCB9-CD5BE7AC12AB}"/>
              </a:ext>
            </a:extLst>
          </p:cNvPr>
          <p:cNvGrpSpPr/>
          <p:nvPr/>
        </p:nvGrpSpPr>
        <p:grpSpPr>
          <a:xfrm>
            <a:off x="4343440" y="2224185"/>
            <a:ext cx="488497" cy="1553458"/>
            <a:chOff x="4328825" y="967648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blipFill>
                  <a:blip r:embed="rId9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blipFill>
                  <a:blip r:embed="rId9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blipFill>
                  <a:blip r:embed="rId9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blipFill>
                  <a:blip r:embed="rId9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blipFill>
                  <a:blip r:embed="rId9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BB1BE80-3089-B57D-E0B6-95FE1935C5A3}"/>
              </a:ext>
            </a:extLst>
          </p:cNvPr>
          <p:cNvGrpSpPr/>
          <p:nvPr/>
        </p:nvGrpSpPr>
        <p:grpSpPr>
          <a:xfrm>
            <a:off x="4839859" y="2220017"/>
            <a:ext cx="488497" cy="1553458"/>
            <a:chOff x="4842805" y="970865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blipFill>
                  <a:blip r:embed="rId10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blipFill>
                  <a:blip r:embed="rId10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blipFill>
                  <a:blip r:embed="rId10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blipFill>
                  <a:blip r:embed="rId10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blipFill>
                  <a:blip r:embed="rId10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/>
              <p:nvPr/>
            </p:nvSpPr>
            <p:spPr>
              <a:xfrm>
                <a:off x="1451115" y="24194"/>
                <a:ext cx="1021413" cy="72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115" y="24194"/>
                <a:ext cx="1021413" cy="729046"/>
              </a:xfrm>
              <a:prstGeom prst="rect">
                <a:avLst/>
              </a:prstGeom>
              <a:blipFill>
                <a:blip r:embed="rId10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7871EAC-DEA1-A44C-A027-2B052AF92ADE}"/>
              </a:ext>
            </a:extLst>
          </p:cNvPr>
          <p:cNvCxnSpPr>
            <a:cxnSpLocks/>
            <a:stCxn id="183" idx="2"/>
            <a:endCxn id="190" idx="0"/>
          </p:cNvCxnSpPr>
          <p:nvPr/>
        </p:nvCxnSpPr>
        <p:spPr>
          <a:xfrm>
            <a:off x="1961822" y="753240"/>
            <a:ext cx="104" cy="351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3A6B2E2B-2B79-0136-D111-B26418C10C4E}"/>
              </a:ext>
            </a:extLst>
          </p:cNvPr>
          <p:cNvCxnSpPr>
            <a:cxnSpLocks/>
            <a:endCxn id="190" idx="6"/>
          </p:cNvCxnSpPr>
          <p:nvPr/>
        </p:nvCxnSpPr>
        <p:spPr>
          <a:xfrm flipH="1">
            <a:off x="2138875" y="1282122"/>
            <a:ext cx="4679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B75D576E-6FF8-7885-4959-795749D10771}"/>
              </a:ext>
            </a:extLst>
          </p:cNvPr>
          <p:cNvCxnSpPr>
            <a:cxnSpLocks/>
            <a:stCxn id="190" idx="4"/>
            <a:endCxn id="59" idx="0"/>
          </p:cNvCxnSpPr>
          <p:nvPr/>
        </p:nvCxnSpPr>
        <p:spPr>
          <a:xfrm flipH="1">
            <a:off x="1956145" y="1459071"/>
            <a:ext cx="5781" cy="50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D1DD86E-A598-98C1-BA27-CBF063DFA74B}"/>
              </a:ext>
            </a:extLst>
          </p:cNvPr>
          <p:cNvGrpSpPr/>
          <p:nvPr/>
        </p:nvGrpSpPr>
        <p:grpSpPr>
          <a:xfrm>
            <a:off x="1784977" y="1105173"/>
            <a:ext cx="353898" cy="353898"/>
            <a:chOff x="1784977" y="1105173"/>
            <a:chExt cx="353898" cy="353898"/>
          </a:xfrm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5C196EC2-2653-6653-B3D4-EA9E781A32B3}"/>
                </a:ext>
              </a:extLst>
            </p:cNvPr>
            <p:cNvSpPr/>
            <p:nvPr/>
          </p:nvSpPr>
          <p:spPr>
            <a:xfrm>
              <a:off x="17849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Multiply 225">
              <a:extLst>
                <a:ext uri="{FF2B5EF4-FFF2-40B4-BE49-F238E27FC236}">
                  <a16:creationId xmlns:a16="http://schemas.microsoft.com/office/drawing/2014/main" id="{460A4DFB-1C3A-B15F-787A-62F91769710A}"/>
                </a:ext>
              </a:extLst>
            </p:cNvPr>
            <p:cNvSpPr/>
            <p:nvPr/>
          </p:nvSpPr>
          <p:spPr>
            <a:xfrm>
              <a:off x="17999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CDB49A0-5739-E2D9-3FE3-419BB75EED31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1955898" y="2239539"/>
            <a:ext cx="247" cy="82470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98C12EA6-4D75-9870-598B-56544AB035C1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1955898" y="3064241"/>
            <a:ext cx="6509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778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/>
      <p:bldP spid="18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/>
              <p:nvPr/>
            </p:nvSpPr>
            <p:spPr>
              <a:xfrm>
                <a:off x="6602111" y="584373"/>
                <a:ext cx="2147709" cy="103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</m:e>
                        </m:eqArr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</m:e>
                    </m:d>
                  </m:oMath>
                </a14:m>
                <a:r>
                  <a:rPr lang="en-US" dirty="0"/>
                  <a:t>         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111" y="584373"/>
                <a:ext cx="2147709" cy="1034899"/>
              </a:xfrm>
              <a:prstGeom prst="rect">
                <a:avLst/>
              </a:prstGeom>
              <a:blipFill>
                <a:blip r:embed="rId3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/>
              <p:nvPr/>
            </p:nvSpPr>
            <p:spPr>
              <a:xfrm>
                <a:off x="2612707" y="158575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707" y="158575"/>
                <a:ext cx="2892668" cy="1929567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/>
              <p:nvPr/>
            </p:nvSpPr>
            <p:spPr>
              <a:xfrm>
                <a:off x="5697986" y="157162"/>
                <a:ext cx="1126183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986" y="157162"/>
                <a:ext cx="1126183" cy="1929567"/>
              </a:xfrm>
              <a:prstGeom prst="rect">
                <a:avLst/>
              </a:prstGeom>
              <a:blipFill>
                <a:blip r:embed="rId5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6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7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19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0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1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2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3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4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26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2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29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3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31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/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blipFill>
                <a:blip r:embed="rId33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8B49003-2564-629F-C6E1-0598692E5103}"/>
              </a:ext>
            </a:extLst>
          </p:cNvPr>
          <p:cNvCxnSpPr>
            <a:cxnSpLocks/>
            <a:stCxn id="24" idx="0"/>
            <a:endCxn id="106" idx="2"/>
          </p:cNvCxnSpPr>
          <p:nvPr/>
        </p:nvCxnSpPr>
        <p:spPr>
          <a:xfrm flipH="1" flipV="1">
            <a:off x="2940898" y="5181747"/>
            <a:ext cx="482632" cy="16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BC184A-CDC7-945C-2031-90A37091474D}"/>
              </a:ext>
            </a:extLst>
          </p:cNvPr>
          <p:cNvCxnSpPr>
            <a:cxnSpLocks/>
            <a:stCxn id="106" idx="0"/>
            <a:endCxn id="110" idx="2"/>
          </p:cNvCxnSpPr>
          <p:nvPr/>
        </p:nvCxnSpPr>
        <p:spPr>
          <a:xfrm flipH="1" flipV="1">
            <a:off x="2934468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1509338-A749-8012-A47A-C8BCFBC7D32C}"/>
              </a:ext>
            </a:extLst>
          </p:cNvPr>
          <p:cNvSpPr/>
          <p:nvPr/>
        </p:nvSpPr>
        <p:spPr>
          <a:xfrm>
            <a:off x="2802132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/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blipFill>
                <a:blip r:embed="rId34"/>
                <a:stretch>
                  <a:fillRect l="-133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/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blipFill>
                <a:blip r:embed="rId3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6A31CEB-210A-DC0E-421C-2793DBD73F04}"/>
              </a:ext>
            </a:extLst>
          </p:cNvPr>
          <p:cNvCxnSpPr>
            <a:cxnSpLocks/>
            <a:endCxn id="121" idx="2"/>
          </p:cNvCxnSpPr>
          <p:nvPr/>
        </p:nvCxnSpPr>
        <p:spPr>
          <a:xfrm flipH="1" flipV="1">
            <a:off x="5917812" y="5183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A7B631D-7054-31CB-CB4C-FD5D26E88D5D}"/>
              </a:ext>
            </a:extLst>
          </p:cNvPr>
          <p:cNvCxnSpPr>
            <a:cxnSpLocks/>
            <a:stCxn id="121" idx="0"/>
            <a:endCxn id="125" idx="2"/>
          </p:cNvCxnSpPr>
          <p:nvPr/>
        </p:nvCxnSpPr>
        <p:spPr>
          <a:xfrm flipH="1" flipV="1">
            <a:off x="5911382" y="4649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C542140-AF78-C086-A904-96F2E6FB6175}"/>
              </a:ext>
            </a:extLst>
          </p:cNvPr>
          <p:cNvSpPr/>
          <p:nvPr/>
        </p:nvSpPr>
        <p:spPr>
          <a:xfrm>
            <a:off x="5779046" y="4158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/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blipFill>
                <a:blip r:embed="rId36"/>
                <a:stretch>
                  <a:fillRect l="-172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/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blipFill>
                <a:blip r:embed="rId37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0C86E29-B26A-4A73-9137-DD0DD3DD60E1}"/>
              </a:ext>
            </a:extLst>
          </p:cNvPr>
          <p:cNvCxnSpPr>
            <a:cxnSpLocks/>
            <a:endCxn id="128" idx="2"/>
          </p:cNvCxnSpPr>
          <p:nvPr/>
        </p:nvCxnSpPr>
        <p:spPr>
          <a:xfrm flipH="1" flipV="1">
            <a:off x="7373675" y="5181747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B2F70B5-B7BE-BBA2-8224-7F0398CE0A50}"/>
              </a:ext>
            </a:extLst>
          </p:cNvPr>
          <p:cNvCxnSpPr>
            <a:cxnSpLocks/>
            <a:stCxn id="128" idx="0"/>
            <a:endCxn id="140" idx="2"/>
          </p:cNvCxnSpPr>
          <p:nvPr/>
        </p:nvCxnSpPr>
        <p:spPr>
          <a:xfrm flipH="1" flipV="1">
            <a:off x="7367245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DFFF034-A587-C674-9515-6D80A4A7357A}"/>
              </a:ext>
            </a:extLst>
          </p:cNvPr>
          <p:cNvSpPr/>
          <p:nvPr/>
        </p:nvSpPr>
        <p:spPr>
          <a:xfrm>
            <a:off x="7234909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/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blipFill>
                <a:blip r:embed="rId38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/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blipFill>
                <a:blip r:embed="rId3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0286BA6-49FC-1E2B-1C9A-65EC35C5495F}"/>
              </a:ext>
            </a:extLst>
          </p:cNvPr>
          <p:cNvCxnSpPr>
            <a:cxnSpLocks/>
            <a:endCxn id="142" idx="2"/>
          </p:cNvCxnSpPr>
          <p:nvPr/>
        </p:nvCxnSpPr>
        <p:spPr>
          <a:xfrm flipH="1" flipV="1">
            <a:off x="8905890" y="5185038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972ADC8-557C-94BD-01DB-DEFC6B857827}"/>
              </a:ext>
            </a:extLst>
          </p:cNvPr>
          <p:cNvCxnSpPr>
            <a:cxnSpLocks/>
            <a:stCxn id="142" idx="0"/>
            <a:endCxn id="145" idx="2"/>
          </p:cNvCxnSpPr>
          <p:nvPr/>
        </p:nvCxnSpPr>
        <p:spPr>
          <a:xfrm flipH="1" flipV="1">
            <a:off x="8899460" y="4650898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699FFCC-64C0-BD81-F995-CF19C3BEAE8E}"/>
              </a:ext>
            </a:extLst>
          </p:cNvPr>
          <p:cNvSpPr/>
          <p:nvPr/>
        </p:nvSpPr>
        <p:spPr>
          <a:xfrm>
            <a:off x="8767124" y="4159443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/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blipFill>
                <a:blip r:embed="rId40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/>
              <p:nvPr/>
            </p:nvSpPr>
            <p:spPr>
              <a:xfrm>
                <a:off x="2869553" y="298665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298665"/>
                <a:ext cx="488497" cy="381515"/>
              </a:xfrm>
              <a:prstGeom prst="rect">
                <a:avLst/>
              </a:prstGeom>
              <a:blipFill>
                <a:blip r:embed="rId41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Rectangle 153">
            <a:extLst>
              <a:ext uri="{FF2B5EF4-FFF2-40B4-BE49-F238E27FC236}">
                <a16:creationId xmlns:a16="http://schemas.microsoft.com/office/drawing/2014/main" id="{7B54D137-D3DF-CD90-EB7D-1624FE0318A3}"/>
              </a:ext>
            </a:extLst>
          </p:cNvPr>
          <p:cNvSpPr/>
          <p:nvPr/>
        </p:nvSpPr>
        <p:spPr>
          <a:xfrm rot="5400000">
            <a:off x="6118974" y="222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/>
              <p:nvPr/>
            </p:nvSpPr>
            <p:spPr>
              <a:xfrm>
                <a:off x="6108047" y="270060"/>
                <a:ext cx="369549" cy="403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47" y="270060"/>
                <a:ext cx="369549" cy="403059"/>
              </a:xfrm>
              <a:prstGeom prst="rect">
                <a:avLst/>
              </a:prstGeom>
              <a:blipFill>
                <a:blip r:embed="rId42"/>
                <a:stretch>
                  <a:fillRect l="-19355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>
            <a:extLst>
              <a:ext uri="{FF2B5EF4-FFF2-40B4-BE49-F238E27FC236}">
                <a16:creationId xmlns:a16="http://schemas.microsoft.com/office/drawing/2014/main" id="{58E33196-473D-7A94-609C-64D7AD06EED6}"/>
              </a:ext>
            </a:extLst>
          </p:cNvPr>
          <p:cNvSpPr/>
          <p:nvPr/>
        </p:nvSpPr>
        <p:spPr>
          <a:xfrm>
            <a:off x="68341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/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FB6E7B9E-FCF8-C927-DFC1-CBB9ABE75291}"/>
              </a:ext>
            </a:extLst>
          </p:cNvPr>
          <p:cNvSpPr/>
          <p:nvPr/>
        </p:nvSpPr>
        <p:spPr>
          <a:xfrm rot="5400000">
            <a:off x="6130107" y="54369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/>
              <p:nvPr/>
            </p:nvSpPr>
            <p:spPr>
              <a:xfrm>
                <a:off x="6119180" y="591006"/>
                <a:ext cx="369549" cy="40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180" y="591006"/>
                <a:ext cx="369549" cy="403572"/>
              </a:xfrm>
              <a:prstGeom prst="rect">
                <a:avLst/>
              </a:prstGeom>
              <a:blipFill>
                <a:blip r:embed="rId44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F6E4F8FE-B0A8-59F5-35BF-CCE9C150E281}"/>
              </a:ext>
            </a:extLst>
          </p:cNvPr>
          <p:cNvSpPr/>
          <p:nvPr/>
        </p:nvSpPr>
        <p:spPr>
          <a:xfrm>
            <a:off x="6835488" y="856655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/>
              <p:nvPr/>
            </p:nvSpPr>
            <p:spPr>
              <a:xfrm>
                <a:off x="6824880" y="856654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880" y="856654"/>
                <a:ext cx="369549" cy="400110"/>
              </a:xfrm>
              <a:prstGeom prst="rect">
                <a:avLst/>
              </a:prstGeom>
              <a:blipFill>
                <a:blip r:embed="rId45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>
            <a:extLst>
              <a:ext uri="{FF2B5EF4-FFF2-40B4-BE49-F238E27FC236}">
                <a16:creationId xmlns:a16="http://schemas.microsoft.com/office/drawing/2014/main" id="{597C1B48-5006-8861-56D3-87C807D47964}"/>
              </a:ext>
            </a:extLst>
          </p:cNvPr>
          <p:cNvSpPr/>
          <p:nvPr/>
        </p:nvSpPr>
        <p:spPr>
          <a:xfrm rot="5400000">
            <a:off x="6128742" y="852615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/>
              <p:nvPr/>
            </p:nvSpPr>
            <p:spPr>
              <a:xfrm>
                <a:off x="6117815" y="899931"/>
                <a:ext cx="369549" cy="405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899931"/>
                <a:ext cx="369549" cy="405176"/>
              </a:xfrm>
              <a:prstGeom prst="rect">
                <a:avLst/>
              </a:prstGeom>
              <a:blipFill>
                <a:blip r:embed="rId46"/>
                <a:stretch>
                  <a:fillRect l="-200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Rectangle 187">
            <a:extLst>
              <a:ext uri="{FF2B5EF4-FFF2-40B4-BE49-F238E27FC236}">
                <a16:creationId xmlns:a16="http://schemas.microsoft.com/office/drawing/2014/main" id="{E71DBD0A-31C4-609A-8D4D-F7DA1162D947}"/>
              </a:ext>
            </a:extLst>
          </p:cNvPr>
          <p:cNvSpPr/>
          <p:nvPr/>
        </p:nvSpPr>
        <p:spPr>
          <a:xfrm>
            <a:off x="6834123" y="868694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/>
              <p:nvPr/>
            </p:nvSpPr>
            <p:spPr>
              <a:xfrm>
                <a:off x="6823515" y="86869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68693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Rectangle 202">
            <a:extLst>
              <a:ext uri="{FF2B5EF4-FFF2-40B4-BE49-F238E27FC236}">
                <a16:creationId xmlns:a16="http://schemas.microsoft.com/office/drawing/2014/main" id="{D5E85703-4129-694D-C891-F6D1B681F153}"/>
              </a:ext>
            </a:extLst>
          </p:cNvPr>
          <p:cNvSpPr/>
          <p:nvPr/>
        </p:nvSpPr>
        <p:spPr>
          <a:xfrm rot="5400000">
            <a:off x="6128742" y="1162977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/>
              <p:nvPr/>
            </p:nvSpPr>
            <p:spPr>
              <a:xfrm>
                <a:off x="6117815" y="1210293"/>
                <a:ext cx="369549" cy="402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1210293"/>
                <a:ext cx="369549" cy="402739"/>
              </a:xfrm>
              <a:prstGeom prst="rect">
                <a:avLst/>
              </a:prstGeom>
              <a:blipFill>
                <a:blip r:embed="rId48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Rectangle 204">
            <a:extLst>
              <a:ext uri="{FF2B5EF4-FFF2-40B4-BE49-F238E27FC236}">
                <a16:creationId xmlns:a16="http://schemas.microsoft.com/office/drawing/2014/main" id="{2C4C39C5-66F8-10B5-B32C-C0C2773948A7}"/>
              </a:ext>
            </a:extLst>
          </p:cNvPr>
          <p:cNvSpPr/>
          <p:nvPr/>
        </p:nvSpPr>
        <p:spPr>
          <a:xfrm>
            <a:off x="6834123" y="8540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/>
              <p:nvPr/>
            </p:nvSpPr>
            <p:spPr>
              <a:xfrm>
                <a:off x="6823515" y="8540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4029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Rectangle 208">
            <a:extLst>
              <a:ext uri="{FF2B5EF4-FFF2-40B4-BE49-F238E27FC236}">
                <a16:creationId xmlns:a16="http://schemas.microsoft.com/office/drawing/2014/main" id="{69249C30-90F4-727D-8BC6-18F15C0DF608}"/>
              </a:ext>
            </a:extLst>
          </p:cNvPr>
          <p:cNvSpPr/>
          <p:nvPr/>
        </p:nvSpPr>
        <p:spPr>
          <a:xfrm rot="5400000">
            <a:off x="6128742" y="1466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/>
              <p:nvPr/>
            </p:nvSpPr>
            <p:spPr>
              <a:xfrm>
                <a:off x="6117815" y="1514060"/>
                <a:ext cx="369549" cy="409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1514060"/>
                <a:ext cx="369549" cy="409920"/>
              </a:xfrm>
              <a:prstGeom prst="rect">
                <a:avLst/>
              </a:prstGeom>
              <a:blipFill>
                <a:blip r:embed="rId49"/>
                <a:stretch>
                  <a:fillRect l="-20000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Rectangle 215">
            <a:extLst>
              <a:ext uri="{FF2B5EF4-FFF2-40B4-BE49-F238E27FC236}">
                <a16:creationId xmlns:a16="http://schemas.microsoft.com/office/drawing/2014/main" id="{6863507D-1968-1825-C00C-13A30A51C2BB}"/>
              </a:ext>
            </a:extLst>
          </p:cNvPr>
          <p:cNvSpPr/>
          <p:nvPr/>
        </p:nvSpPr>
        <p:spPr>
          <a:xfrm>
            <a:off x="68341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/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/>
              <p:nvPr/>
            </p:nvSpPr>
            <p:spPr>
              <a:xfrm>
                <a:off x="2869553" y="590064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590064"/>
                <a:ext cx="488497" cy="381515"/>
              </a:xfrm>
              <a:prstGeom prst="rect">
                <a:avLst/>
              </a:prstGeom>
              <a:blipFill>
                <a:blip r:embed="rId50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/>
              <p:nvPr/>
            </p:nvSpPr>
            <p:spPr>
              <a:xfrm>
                <a:off x="2869553" y="881463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881463"/>
                <a:ext cx="488497" cy="381515"/>
              </a:xfrm>
              <a:prstGeom prst="rect">
                <a:avLst/>
              </a:prstGeom>
              <a:blipFill>
                <a:blip r:embed="rId51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/>
              <p:nvPr/>
            </p:nvSpPr>
            <p:spPr>
              <a:xfrm>
                <a:off x="5428957" y="898133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957" y="898133"/>
                <a:ext cx="321057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/>
              <p:nvPr/>
            </p:nvSpPr>
            <p:spPr>
              <a:xfrm>
                <a:off x="2869553" y="1172862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1172862"/>
                <a:ext cx="488497" cy="381515"/>
              </a:xfrm>
              <a:prstGeom prst="rect">
                <a:avLst/>
              </a:prstGeom>
              <a:blipFill>
                <a:blip r:embed="rId53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/>
              <p:nvPr/>
            </p:nvSpPr>
            <p:spPr>
              <a:xfrm>
                <a:off x="2869553" y="1464260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1464260"/>
                <a:ext cx="488497" cy="381515"/>
              </a:xfrm>
              <a:prstGeom prst="rect">
                <a:avLst/>
              </a:prstGeom>
              <a:blipFill>
                <a:blip r:embed="rId54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58D33FC5-8DF7-B197-CCF3-32219291AF51}"/>
              </a:ext>
            </a:extLst>
          </p:cNvPr>
          <p:cNvGrpSpPr/>
          <p:nvPr/>
        </p:nvGrpSpPr>
        <p:grpSpPr>
          <a:xfrm>
            <a:off x="3359253" y="298665"/>
            <a:ext cx="488497" cy="1547110"/>
            <a:chOff x="3359253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blipFill>
                  <a:blip r:embed="rId5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blipFill>
                  <a:blip r:embed="rId5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blipFill>
                  <a:blip r:embed="rId5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blipFill>
                  <a:blip r:embed="rId5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blipFill>
                  <a:blip r:embed="rId5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7B567C8-ACBC-B5CF-1F31-ADF5718BD1D0}"/>
              </a:ext>
            </a:extLst>
          </p:cNvPr>
          <p:cNvGrpSpPr/>
          <p:nvPr/>
        </p:nvGrpSpPr>
        <p:grpSpPr>
          <a:xfrm>
            <a:off x="3853770" y="298665"/>
            <a:ext cx="488497" cy="1547110"/>
            <a:chOff x="3847750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blipFill>
                  <a:blip r:embed="rId6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blipFill>
                  <a:blip r:embed="rId6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blipFill>
                  <a:blip r:embed="rId6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blipFill>
                  <a:blip r:embed="rId6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blipFill>
                  <a:blip r:embed="rId6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F40877-48DE-552F-568A-9E95B03CB2BD}"/>
              </a:ext>
            </a:extLst>
          </p:cNvPr>
          <p:cNvGrpSpPr/>
          <p:nvPr/>
        </p:nvGrpSpPr>
        <p:grpSpPr>
          <a:xfrm>
            <a:off x="4348287" y="292974"/>
            <a:ext cx="488497" cy="1547110"/>
            <a:chOff x="4328825" y="967648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blipFill>
                  <a:blip r:embed="rId6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blipFill>
                  <a:blip r:embed="rId6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blipFill>
                  <a:blip r:embed="rId6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blipFill>
                  <a:blip r:embed="rId6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blipFill>
                  <a:blip r:embed="rId6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79B4608-3EDE-2A4D-8AB0-C86BAF89CCAF}"/>
              </a:ext>
            </a:extLst>
          </p:cNvPr>
          <p:cNvGrpSpPr/>
          <p:nvPr/>
        </p:nvGrpSpPr>
        <p:grpSpPr>
          <a:xfrm>
            <a:off x="4842805" y="296191"/>
            <a:ext cx="488497" cy="1547110"/>
            <a:chOff x="4842805" y="970865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blipFill>
                  <a:blip r:embed="rId70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blipFill>
                  <a:blip r:embed="rId71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blipFill>
                  <a:blip r:embed="rId72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blipFill>
                  <a:blip r:embed="rId73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blipFill>
                  <a:blip r:embed="rId74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002A1EE0-6998-519A-A387-336D4E054A1F}"/>
              </a:ext>
            </a:extLst>
          </p:cNvPr>
          <p:cNvSpPr/>
          <p:nvPr/>
        </p:nvSpPr>
        <p:spPr>
          <a:xfrm>
            <a:off x="718010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/>
              <p:nvPr/>
            </p:nvSpPr>
            <p:spPr>
              <a:xfrm>
                <a:off x="7166613" y="85241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613" y="852410"/>
                <a:ext cx="369549" cy="400110"/>
              </a:xfrm>
              <a:prstGeom prst="rect">
                <a:avLst/>
              </a:prstGeom>
              <a:blipFill>
                <a:blip r:embed="rId75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7E64F70D-DC24-6E5B-74D2-ECF42C02BE29}"/>
              </a:ext>
            </a:extLst>
          </p:cNvPr>
          <p:cNvSpPr/>
          <p:nvPr/>
        </p:nvSpPr>
        <p:spPr>
          <a:xfrm>
            <a:off x="7524718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/>
              <p:nvPr/>
            </p:nvSpPr>
            <p:spPr>
              <a:xfrm>
                <a:off x="7511228" y="85709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228" y="857090"/>
                <a:ext cx="369549" cy="400110"/>
              </a:xfrm>
              <a:prstGeom prst="rect">
                <a:avLst/>
              </a:prstGeom>
              <a:blipFill>
                <a:blip r:embed="rId76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Rectangle 158">
            <a:extLst>
              <a:ext uri="{FF2B5EF4-FFF2-40B4-BE49-F238E27FC236}">
                <a16:creationId xmlns:a16="http://schemas.microsoft.com/office/drawing/2014/main" id="{EBE409A5-09A2-8F52-A837-C757251CCDBD}"/>
              </a:ext>
            </a:extLst>
          </p:cNvPr>
          <p:cNvSpPr/>
          <p:nvPr/>
        </p:nvSpPr>
        <p:spPr>
          <a:xfrm>
            <a:off x="7865019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/>
              <p:nvPr/>
            </p:nvSpPr>
            <p:spPr>
              <a:xfrm>
                <a:off x="7851529" y="86104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529" y="861049"/>
                <a:ext cx="369549" cy="400110"/>
              </a:xfrm>
              <a:prstGeom prst="rect">
                <a:avLst/>
              </a:prstGeom>
              <a:blipFill>
                <a:blip r:embed="rId77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Rectangle 160">
            <a:extLst>
              <a:ext uri="{FF2B5EF4-FFF2-40B4-BE49-F238E27FC236}">
                <a16:creationId xmlns:a16="http://schemas.microsoft.com/office/drawing/2014/main" id="{DD601480-F9DD-0161-2DFB-A9FAA3521937}"/>
              </a:ext>
            </a:extLst>
          </p:cNvPr>
          <p:cNvSpPr/>
          <p:nvPr/>
        </p:nvSpPr>
        <p:spPr>
          <a:xfrm>
            <a:off x="8206431" y="857027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/>
              <p:nvPr/>
            </p:nvSpPr>
            <p:spPr>
              <a:xfrm>
                <a:off x="8192941" y="86735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941" y="867355"/>
                <a:ext cx="369549" cy="400110"/>
              </a:xfrm>
              <a:prstGeom prst="rect">
                <a:avLst/>
              </a:prstGeom>
              <a:blipFill>
                <a:blip r:embed="rId78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2BDA8CB-C734-21EB-FB83-D5ED892B3A00}"/>
              </a:ext>
            </a:extLst>
          </p:cNvPr>
          <p:cNvSpPr/>
          <p:nvPr/>
        </p:nvSpPr>
        <p:spPr>
          <a:xfrm>
            <a:off x="1417245" y="1959375"/>
            <a:ext cx="1077799" cy="2801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Softmax</a:t>
            </a:r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/>
              <p:nvPr/>
            </p:nvSpPr>
            <p:spPr>
              <a:xfrm>
                <a:off x="2606807" y="2099457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807" y="2099457"/>
                <a:ext cx="2892668" cy="1929567"/>
              </a:xfrm>
              <a:prstGeom prst="rect">
                <a:avLst/>
              </a:prstGeom>
              <a:blipFill>
                <a:blip r:embed="rId79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C099D91-3D4A-BFDB-636C-24E66AE9DF34}"/>
              </a:ext>
            </a:extLst>
          </p:cNvPr>
          <p:cNvGrpSpPr/>
          <p:nvPr/>
        </p:nvGrpSpPr>
        <p:grpSpPr>
          <a:xfrm>
            <a:off x="2869780" y="2223013"/>
            <a:ext cx="488497" cy="1553458"/>
            <a:chOff x="2869780" y="2223013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/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blipFill>
                  <a:blip r:embed="rId80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/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blipFill>
                  <a:blip r:embed="rId81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/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blipFill>
                  <a:blip r:embed="rId82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/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blipFill>
                  <a:blip r:embed="rId83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/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blipFill>
                  <a:blip r:embed="rId8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04B2BF9-5A7B-E0A1-1D1A-DCE246103F7D}"/>
              </a:ext>
            </a:extLst>
          </p:cNvPr>
          <p:cNvGrpSpPr/>
          <p:nvPr/>
        </p:nvGrpSpPr>
        <p:grpSpPr>
          <a:xfrm>
            <a:off x="3358050" y="2217837"/>
            <a:ext cx="488497" cy="1553458"/>
            <a:chOff x="3359253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blipFill>
                  <a:blip r:embed="rId8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blipFill>
                  <a:blip r:embed="rId8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blipFill>
                  <a:blip r:embed="rId8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blipFill>
                  <a:blip r:embed="rId8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blipFill>
                  <a:blip r:embed="rId89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214D395-44EC-21FA-2FB4-B076D6A85B16}"/>
              </a:ext>
            </a:extLst>
          </p:cNvPr>
          <p:cNvGrpSpPr/>
          <p:nvPr/>
        </p:nvGrpSpPr>
        <p:grpSpPr>
          <a:xfrm>
            <a:off x="3854696" y="2221536"/>
            <a:ext cx="488497" cy="1553458"/>
            <a:chOff x="3847750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blipFill>
                  <a:blip r:embed="rId9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blipFill>
                  <a:blip r:embed="rId9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blipFill>
                  <a:blip r:embed="rId9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blipFill>
                  <a:blip r:embed="rId9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blipFill>
                  <a:blip r:embed="rId94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986611B-36E9-923B-BCB9-CD5BE7AC12AB}"/>
              </a:ext>
            </a:extLst>
          </p:cNvPr>
          <p:cNvGrpSpPr/>
          <p:nvPr/>
        </p:nvGrpSpPr>
        <p:grpSpPr>
          <a:xfrm>
            <a:off x="4343440" y="2224185"/>
            <a:ext cx="488497" cy="1553458"/>
            <a:chOff x="4328825" y="967648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blipFill>
                  <a:blip r:embed="rId9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blipFill>
                  <a:blip r:embed="rId9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blipFill>
                  <a:blip r:embed="rId9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blipFill>
                  <a:blip r:embed="rId9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blipFill>
                  <a:blip r:embed="rId9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BB1BE80-3089-B57D-E0B6-95FE1935C5A3}"/>
              </a:ext>
            </a:extLst>
          </p:cNvPr>
          <p:cNvGrpSpPr/>
          <p:nvPr/>
        </p:nvGrpSpPr>
        <p:grpSpPr>
          <a:xfrm>
            <a:off x="4839859" y="2220017"/>
            <a:ext cx="488497" cy="1553458"/>
            <a:chOff x="4842805" y="970865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blipFill>
                  <a:blip r:embed="rId10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blipFill>
                  <a:blip r:embed="rId10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blipFill>
                  <a:blip r:embed="rId10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blipFill>
                  <a:blip r:embed="rId10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blipFill>
                  <a:blip r:embed="rId10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/>
              <p:nvPr/>
            </p:nvSpPr>
            <p:spPr>
              <a:xfrm>
                <a:off x="1451115" y="24194"/>
                <a:ext cx="1021413" cy="72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115" y="24194"/>
                <a:ext cx="1021413" cy="729046"/>
              </a:xfrm>
              <a:prstGeom prst="rect">
                <a:avLst/>
              </a:prstGeom>
              <a:blipFill>
                <a:blip r:embed="rId10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7871EAC-DEA1-A44C-A027-2B052AF92ADE}"/>
              </a:ext>
            </a:extLst>
          </p:cNvPr>
          <p:cNvCxnSpPr>
            <a:cxnSpLocks/>
            <a:stCxn id="183" idx="2"/>
            <a:endCxn id="190" idx="0"/>
          </p:cNvCxnSpPr>
          <p:nvPr/>
        </p:nvCxnSpPr>
        <p:spPr>
          <a:xfrm>
            <a:off x="1961822" y="753240"/>
            <a:ext cx="104" cy="351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3A6B2E2B-2B79-0136-D111-B26418C10C4E}"/>
              </a:ext>
            </a:extLst>
          </p:cNvPr>
          <p:cNvCxnSpPr>
            <a:cxnSpLocks/>
            <a:endCxn id="190" idx="6"/>
          </p:cNvCxnSpPr>
          <p:nvPr/>
        </p:nvCxnSpPr>
        <p:spPr>
          <a:xfrm flipH="1">
            <a:off x="2138875" y="1282122"/>
            <a:ext cx="4679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B75D576E-6FF8-7885-4959-795749D10771}"/>
              </a:ext>
            </a:extLst>
          </p:cNvPr>
          <p:cNvCxnSpPr>
            <a:cxnSpLocks/>
            <a:stCxn id="190" idx="4"/>
            <a:endCxn id="59" idx="0"/>
          </p:cNvCxnSpPr>
          <p:nvPr/>
        </p:nvCxnSpPr>
        <p:spPr>
          <a:xfrm flipH="1">
            <a:off x="1956145" y="1459071"/>
            <a:ext cx="5781" cy="50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D1DD86E-A598-98C1-BA27-CBF063DFA74B}"/>
              </a:ext>
            </a:extLst>
          </p:cNvPr>
          <p:cNvGrpSpPr/>
          <p:nvPr/>
        </p:nvGrpSpPr>
        <p:grpSpPr>
          <a:xfrm>
            <a:off x="1784977" y="1105173"/>
            <a:ext cx="353898" cy="353898"/>
            <a:chOff x="1784977" y="1105173"/>
            <a:chExt cx="353898" cy="353898"/>
          </a:xfrm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5C196EC2-2653-6653-B3D4-EA9E781A32B3}"/>
                </a:ext>
              </a:extLst>
            </p:cNvPr>
            <p:cNvSpPr/>
            <p:nvPr/>
          </p:nvSpPr>
          <p:spPr>
            <a:xfrm>
              <a:off x="17849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Multiply 225">
              <a:extLst>
                <a:ext uri="{FF2B5EF4-FFF2-40B4-BE49-F238E27FC236}">
                  <a16:creationId xmlns:a16="http://schemas.microsoft.com/office/drawing/2014/main" id="{460A4DFB-1C3A-B15F-787A-62F91769710A}"/>
                </a:ext>
              </a:extLst>
            </p:cNvPr>
            <p:cNvSpPr/>
            <p:nvPr/>
          </p:nvSpPr>
          <p:spPr>
            <a:xfrm>
              <a:off x="17999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CDB49A0-5739-E2D9-3FE3-419BB75EED31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1955898" y="2239539"/>
            <a:ext cx="247" cy="82470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98C12EA6-4D75-9870-598B-56544AB035C1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1955898" y="3064241"/>
            <a:ext cx="6509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7E04687-4FE6-1B04-35C9-A52F6547A214}"/>
                  </a:ext>
                </a:extLst>
              </p:cNvPr>
              <p:cNvSpPr txBox="1"/>
              <p:nvPr/>
            </p:nvSpPr>
            <p:spPr>
              <a:xfrm>
                <a:off x="6079133" y="2022370"/>
                <a:ext cx="3177767" cy="781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7E04687-4FE6-1B04-35C9-A52F6547A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133" y="2022370"/>
                <a:ext cx="3177767" cy="781624"/>
              </a:xfrm>
              <a:prstGeom prst="rect">
                <a:avLst/>
              </a:prstGeom>
              <a:blipFill>
                <a:blip r:embed="rId106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67A93E2-A954-91FB-DF31-241F082CFEAB}"/>
                  </a:ext>
                </a:extLst>
              </p:cNvPr>
              <p:cNvSpPr txBox="1"/>
              <p:nvPr/>
            </p:nvSpPr>
            <p:spPr>
              <a:xfrm>
                <a:off x="9107301" y="1997765"/>
                <a:ext cx="2903690" cy="474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67A93E2-A954-91FB-DF31-241F082CF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301" y="1997765"/>
                <a:ext cx="2903690" cy="474489"/>
              </a:xfrm>
              <a:prstGeom prst="rect">
                <a:avLst/>
              </a:prstGeom>
              <a:blipFill>
                <a:blip r:embed="rId107"/>
                <a:stretch>
                  <a:fillRect l="-437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3A948B9-E4A6-9A4C-BA7B-ECD8D4E99FC7}"/>
                  </a:ext>
                </a:extLst>
              </p:cNvPr>
              <p:cNvSpPr txBox="1"/>
              <p:nvPr/>
            </p:nvSpPr>
            <p:spPr>
              <a:xfrm>
                <a:off x="8833224" y="2453953"/>
                <a:ext cx="3358776" cy="474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dirty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dirty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3A948B9-E4A6-9A4C-BA7B-ECD8D4E99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224" y="2453953"/>
                <a:ext cx="3358776" cy="474489"/>
              </a:xfrm>
              <a:prstGeom prst="rect">
                <a:avLst/>
              </a:prstGeom>
              <a:blipFill>
                <a:blip r:embed="rId10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3F3F179-8D02-FC23-AC95-17E6C64774D3}"/>
                  </a:ext>
                </a:extLst>
              </p:cNvPr>
              <p:cNvSpPr txBox="1"/>
              <p:nvPr/>
            </p:nvSpPr>
            <p:spPr>
              <a:xfrm>
                <a:off x="9179250" y="3292508"/>
                <a:ext cx="208615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dirty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3F3F179-8D02-FC23-AC95-17E6C6477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250" y="3292508"/>
                <a:ext cx="2086158" cy="430887"/>
              </a:xfrm>
              <a:prstGeom prst="rect">
                <a:avLst/>
              </a:prstGeom>
              <a:blipFill>
                <a:blip r:embed="rId109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7424CC8-F56F-20CC-5A3D-239E42344F13}"/>
                  </a:ext>
                </a:extLst>
              </p:cNvPr>
              <p:cNvSpPr txBox="1"/>
              <p:nvPr/>
            </p:nvSpPr>
            <p:spPr>
              <a:xfrm>
                <a:off x="6246338" y="2934273"/>
                <a:ext cx="2441930" cy="1051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7424CC8-F56F-20CC-5A3D-239E42344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2934273"/>
                <a:ext cx="2441930" cy="1051122"/>
              </a:xfrm>
              <a:prstGeom prst="rect">
                <a:avLst/>
              </a:prstGeom>
              <a:blipFill>
                <a:blip r:embed="rId110"/>
                <a:stretch>
                  <a:fillRect t="-96429" b="-15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430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3" grpId="0"/>
      <p:bldP spid="134" grpId="0"/>
      <p:bldP spid="148" grpId="0"/>
      <p:bldP spid="15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/>
              <p:nvPr/>
            </p:nvSpPr>
            <p:spPr>
              <a:xfrm>
                <a:off x="6602111" y="584373"/>
                <a:ext cx="2147709" cy="103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</m:e>
                        </m:eqArr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</m:e>
                    </m:d>
                  </m:oMath>
                </a14:m>
                <a:r>
                  <a:rPr lang="en-US" dirty="0"/>
                  <a:t>         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111" y="584373"/>
                <a:ext cx="2147709" cy="1034899"/>
              </a:xfrm>
              <a:prstGeom prst="rect">
                <a:avLst/>
              </a:prstGeom>
              <a:blipFill>
                <a:blip r:embed="rId3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/>
              <p:nvPr/>
            </p:nvSpPr>
            <p:spPr>
              <a:xfrm>
                <a:off x="2612707" y="158575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707" y="158575"/>
                <a:ext cx="2892668" cy="1929567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/>
              <p:nvPr/>
            </p:nvSpPr>
            <p:spPr>
              <a:xfrm>
                <a:off x="5697986" y="157162"/>
                <a:ext cx="1126183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986" y="157162"/>
                <a:ext cx="1126183" cy="1929567"/>
              </a:xfrm>
              <a:prstGeom prst="rect">
                <a:avLst/>
              </a:prstGeom>
              <a:blipFill>
                <a:blip r:embed="rId5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6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7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19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0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1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2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3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4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26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2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29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3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31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/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blipFill>
                <a:blip r:embed="rId33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8B49003-2564-629F-C6E1-0598692E5103}"/>
              </a:ext>
            </a:extLst>
          </p:cNvPr>
          <p:cNvCxnSpPr>
            <a:cxnSpLocks/>
            <a:stCxn id="24" idx="0"/>
            <a:endCxn id="106" idx="2"/>
          </p:cNvCxnSpPr>
          <p:nvPr/>
        </p:nvCxnSpPr>
        <p:spPr>
          <a:xfrm flipH="1" flipV="1">
            <a:off x="2940898" y="5181747"/>
            <a:ext cx="482632" cy="16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BC184A-CDC7-945C-2031-90A37091474D}"/>
              </a:ext>
            </a:extLst>
          </p:cNvPr>
          <p:cNvCxnSpPr>
            <a:cxnSpLocks/>
            <a:stCxn id="106" idx="0"/>
            <a:endCxn id="110" idx="2"/>
          </p:cNvCxnSpPr>
          <p:nvPr/>
        </p:nvCxnSpPr>
        <p:spPr>
          <a:xfrm flipH="1" flipV="1">
            <a:off x="2934468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1509338-A749-8012-A47A-C8BCFBC7D32C}"/>
              </a:ext>
            </a:extLst>
          </p:cNvPr>
          <p:cNvSpPr/>
          <p:nvPr/>
        </p:nvSpPr>
        <p:spPr>
          <a:xfrm>
            <a:off x="2802132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/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blipFill>
                <a:blip r:embed="rId34"/>
                <a:stretch>
                  <a:fillRect l="-133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/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blipFill>
                <a:blip r:embed="rId3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6A31CEB-210A-DC0E-421C-2793DBD73F04}"/>
              </a:ext>
            </a:extLst>
          </p:cNvPr>
          <p:cNvCxnSpPr>
            <a:cxnSpLocks/>
            <a:endCxn id="121" idx="2"/>
          </p:cNvCxnSpPr>
          <p:nvPr/>
        </p:nvCxnSpPr>
        <p:spPr>
          <a:xfrm flipH="1" flipV="1">
            <a:off x="5917812" y="5183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A7B631D-7054-31CB-CB4C-FD5D26E88D5D}"/>
              </a:ext>
            </a:extLst>
          </p:cNvPr>
          <p:cNvCxnSpPr>
            <a:cxnSpLocks/>
            <a:stCxn id="121" idx="0"/>
            <a:endCxn id="125" idx="2"/>
          </p:cNvCxnSpPr>
          <p:nvPr/>
        </p:nvCxnSpPr>
        <p:spPr>
          <a:xfrm flipH="1" flipV="1">
            <a:off x="5911382" y="4649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C542140-AF78-C086-A904-96F2E6FB6175}"/>
              </a:ext>
            </a:extLst>
          </p:cNvPr>
          <p:cNvSpPr/>
          <p:nvPr/>
        </p:nvSpPr>
        <p:spPr>
          <a:xfrm>
            <a:off x="5779046" y="4158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/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blipFill>
                <a:blip r:embed="rId36"/>
                <a:stretch>
                  <a:fillRect l="-172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/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blipFill>
                <a:blip r:embed="rId37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0C86E29-B26A-4A73-9137-DD0DD3DD60E1}"/>
              </a:ext>
            </a:extLst>
          </p:cNvPr>
          <p:cNvCxnSpPr>
            <a:cxnSpLocks/>
            <a:endCxn id="128" idx="2"/>
          </p:cNvCxnSpPr>
          <p:nvPr/>
        </p:nvCxnSpPr>
        <p:spPr>
          <a:xfrm flipH="1" flipV="1">
            <a:off x="7373675" y="5181747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B2F70B5-B7BE-BBA2-8224-7F0398CE0A50}"/>
              </a:ext>
            </a:extLst>
          </p:cNvPr>
          <p:cNvCxnSpPr>
            <a:cxnSpLocks/>
            <a:stCxn id="128" idx="0"/>
            <a:endCxn id="140" idx="2"/>
          </p:cNvCxnSpPr>
          <p:nvPr/>
        </p:nvCxnSpPr>
        <p:spPr>
          <a:xfrm flipH="1" flipV="1">
            <a:off x="7367245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DFFF034-A587-C674-9515-6D80A4A7357A}"/>
              </a:ext>
            </a:extLst>
          </p:cNvPr>
          <p:cNvSpPr/>
          <p:nvPr/>
        </p:nvSpPr>
        <p:spPr>
          <a:xfrm>
            <a:off x="7234909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/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blipFill>
                <a:blip r:embed="rId38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/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blipFill>
                <a:blip r:embed="rId3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0286BA6-49FC-1E2B-1C9A-65EC35C5495F}"/>
              </a:ext>
            </a:extLst>
          </p:cNvPr>
          <p:cNvCxnSpPr>
            <a:cxnSpLocks/>
            <a:endCxn id="142" idx="2"/>
          </p:cNvCxnSpPr>
          <p:nvPr/>
        </p:nvCxnSpPr>
        <p:spPr>
          <a:xfrm flipH="1" flipV="1">
            <a:off x="8905890" y="5185038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972ADC8-557C-94BD-01DB-DEFC6B857827}"/>
              </a:ext>
            </a:extLst>
          </p:cNvPr>
          <p:cNvCxnSpPr>
            <a:cxnSpLocks/>
            <a:stCxn id="142" idx="0"/>
            <a:endCxn id="145" idx="2"/>
          </p:cNvCxnSpPr>
          <p:nvPr/>
        </p:nvCxnSpPr>
        <p:spPr>
          <a:xfrm flipH="1" flipV="1">
            <a:off x="8899460" y="4650898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699FFCC-64C0-BD81-F995-CF19C3BEAE8E}"/>
              </a:ext>
            </a:extLst>
          </p:cNvPr>
          <p:cNvSpPr/>
          <p:nvPr/>
        </p:nvSpPr>
        <p:spPr>
          <a:xfrm>
            <a:off x="8767124" y="4159443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/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blipFill>
                <a:blip r:embed="rId40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/>
              <p:nvPr/>
            </p:nvSpPr>
            <p:spPr>
              <a:xfrm>
                <a:off x="2869553" y="298665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298665"/>
                <a:ext cx="488497" cy="381515"/>
              </a:xfrm>
              <a:prstGeom prst="rect">
                <a:avLst/>
              </a:prstGeom>
              <a:blipFill>
                <a:blip r:embed="rId41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Rectangle 153">
            <a:extLst>
              <a:ext uri="{FF2B5EF4-FFF2-40B4-BE49-F238E27FC236}">
                <a16:creationId xmlns:a16="http://schemas.microsoft.com/office/drawing/2014/main" id="{7B54D137-D3DF-CD90-EB7D-1624FE0318A3}"/>
              </a:ext>
            </a:extLst>
          </p:cNvPr>
          <p:cNvSpPr/>
          <p:nvPr/>
        </p:nvSpPr>
        <p:spPr>
          <a:xfrm rot="5400000">
            <a:off x="6118974" y="222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/>
              <p:nvPr/>
            </p:nvSpPr>
            <p:spPr>
              <a:xfrm>
                <a:off x="6108047" y="270060"/>
                <a:ext cx="369549" cy="403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047" y="270060"/>
                <a:ext cx="369549" cy="403059"/>
              </a:xfrm>
              <a:prstGeom prst="rect">
                <a:avLst/>
              </a:prstGeom>
              <a:blipFill>
                <a:blip r:embed="rId42"/>
                <a:stretch>
                  <a:fillRect l="-19355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>
            <a:extLst>
              <a:ext uri="{FF2B5EF4-FFF2-40B4-BE49-F238E27FC236}">
                <a16:creationId xmlns:a16="http://schemas.microsoft.com/office/drawing/2014/main" id="{58E33196-473D-7A94-609C-64D7AD06EED6}"/>
              </a:ext>
            </a:extLst>
          </p:cNvPr>
          <p:cNvSpPr/>
          <p:nvPr/>
        </p:nvSpPr>
        <p:spPr>
          <a:xfrm>
            <a:off x="68341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/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FB6E7B9E-FCF8-C927-DFC1-CBB9ABE75291}"/>
              </a:ext>
            </a:extLst>
          </p:cNvPr>
          <p:cNvSpPr/>
          <p:nvPr/>
        </p:nvSpPr>
        <p:spPr>
          <a:xfrm rot="5400000">
            <a:off x="6130107" y="54369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/>
              <p:nvPr/>
            </p:nvSpPr>
            <p:spPr>
              <a:xfrm>
                <a:off x="6119180" y="591006"/>
                <a:ext cx="369549" cy="40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180" y="591006"/>
                <a:ext cx="369549" cy="403572"/>
              </a:xfrm>
              <a:prstGeom prst="rect">
                <a:avLst/>
              </a:prstGeom>
              <a:blipFill>
                <a:blip r:embed="rId44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F6E4F8FE-B0A8-59F5-35BF-CCE9C150E281}"/>
              </a:ext>
            </a:extLst>
          </p:cNvPr>
          <p:cNvSpPr/>
          <p:nvPr/>
        </p:nvSpPr>
        <p:spPr>
          <a:xfrm>
            <a:off x="6835488" y="856655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/>
              <p:nvPr/>
            </p:nvSpPr>
            <p:spPr>
              <a:xfrm>
                <a:off x="6824880" y="856654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880" y="856654"/>
                <a:ext cx="369549" cy="400110"/>
              </a:xfrm>
              <a:prstGeom prst="rect">
                <a:avLst/>
              </a:prstGeom>
              <a:blipFill>
                <a:blip r:embed="rId45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>
            <a:extLst>
              <a:ext uri="{FF2B5EF4-FFF2-40B4-BE49-F238E27FC236}">
                <a16:creationId xmlns:a16="http://schemas.microsoft.com/office/drawing/2014/main" id="{597C1B48-5006-8861-56D3-87C807D47964}"/>
              </a:ext>
            </a:extLst>
          </p:cNvPr>
          <p:cNvSpPr/>
          <p:nvPr/>
        </p:nvSpPr>
        <p:spPr>
          <a:xfrm rot="5400000">
            <a:off x="6128742" y="852615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/>
              <p:nvPr/>
            </p:nvSpPr>
            <p:spPr>
              <a:xfrm>
                <a:off x="6117815" y="899931"/>
                <a:ext cx="369549" cy="405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899931"/>
                <a:ext cx="369549" cy="405176"/>
              </a:xfrm>
              <a:prstGeom prst="rect">
                <a:avLst/>
              </a:prstGeom>
              <a:blipFill>
                <a:blip r:embed="rId46"/>
                <a:stretch>
                  <a:fillRect l="-200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Rectangle 187">
            <a:extLst>
              <a:ext uri="{FF2B5EF4-FFF2-40B4-BE49-F238E27FC236}">
                <a16:creationId xmlns:a16="http://schemas.microsoft.com/office/drawing/2014/main" id="{E71DBD0A-31C4-609A-8D4D-F7DA1162D947}"/>
              </a:ext>
            </a:extLst>
          </p:cNvPr>
          <p:cNvSpPr/>
          <p:nvPr/>
        </p:nvSpPr>
        <p:spPr>
          <a:xfrm>
            <a:off x="6834123" y="868694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/>
              <p:nvPr/>
            </p:nvSpPr>
            <p:spPr>
              <a:xfrm>
                <a:off x="6823515" y="86869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68693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Rectangle 202">
            <a:extLst>
              <a:ext uri="{FF2B5EF4-FFF2-40B4-BE49-F238E27FC236}">
                <a16:creationId xmlns:a16="http://schemas.microsoft.com/office/drawing/2014/main" id="{D5E85703-4129-694D-C891-F6D1B681F153}"/>
              </a:ext>
            </a:extLst>
          </p:cNvPr>
          <p:cNvSpPr/>
          <p:nvPr/>
        </p:nvSpPr>
        <p:spPr>
          <a:xfrm rot="5400000">
            <a:off x="6128742" y="1162977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/>
              <p:nvPr/>
            </p:nvSpPr>
            <p:spPr>
              <a:xfrm>
                <a:off x="6117815" y="1210293"/>
                <a:ext cx="369549" cy="402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1210293"/>
                <a:ext cx="369549" cy="402739"/>
              </a:xfrm>
              <a:prstGeom prst="rect">
                <a:avLst/>
              </a:prstGeom>
              <a:blipFill>
                <a:blip r:embed="rId48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Rectangle 204">
            <a:extLst>
              <a:ext uri="{FF2B5EF4-FFF2-40B4-BE49-F238E27FC236}">
                <a16:creationId xmlns:a16="http://schemas.microsoft.com/office/drawing/2014/main" id="{2C4C39C5-66F8-10B5-B32C-C0C2773948A7}"/>
              </a:ext>
            </a:extLst>
          </p:cNvPr>
          <p:cNvSpPr/>
          <p:nvPr/>
        </p:nvSpPr>
        <p:spPr>
          <a:xfrm>
            <a:off x="6834123" y="8540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/>
              <p:nvPr/>
            </p:nvSpPr>
            <p:spPr>
              <a:xfrm>
                <a:off x="6823515" y="8540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4029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Rectangle 208">
            <a:extLst>
              <a:ext uri="{FF2B5EF4-FFF2-40B4-BE49-F238E27FC236}">
                <a16:creationId xmlns:a16="http://schemas.microsoft.com/office/drawing/2014/main" id="{69249C30-90F4-727D-8BC6-18F15C0DF608}"/>
              </a:ext>
            </a:extLst>
          </p:cNvPr>
          <p:cNvSpPr/>
          <p:nvPr/>
        </p:nvSpPr>
        <p:spPr>
          <a:xfrm rot="5400000">
            <a:off x="6128742" y="1466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/>
              <p:nvPr/>
            </p:nvSpPr>
            <p:spPr>
              <a:xfrm>
                <a:off x="6117815" y="1514060"/>
                <a:ext cx="369549" cy="409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815" y="1514060"/>
                <a:ext cx="369549" cy="409920"/>
              </a:xfrm>
              <a:prstGeom prst="rect">
                <a:avLst/>
              </a:prstGeom>
              <a:blipFill>
                <a:blip r:embed="rId49"/>
                <a:stretch>
                  <a:fillRect l="-20000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Rectangle 215">
            <a:extLst>
              <a:ext uri="{FF2B5EF4-FFF2-40B4-BE49-F238E27FC236}">
                <a16:creationId xmlns:a16="http://schemas.microsoft.com/office/drawing/2014/main" id="{6863507D-1968-1825-C00C-13A30A51C2BB}"/>
              </a:ext>
            </a:extLst>
          </p:cNvPr>
          <p:cNvSpPr/>
          <p:nvPr/>
        </p:nvSpPr>
        <p:spPr>
          <a:xfrm>
            <a:off x="68341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/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/>
              <p:nvPr/>
            </p:nvSpPr>
            <p:spPr>
              <a:xfrm>
                <a:off x="2869553" y="590064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590064"/>
                <a:ext cx="488497" cy="381515"/>
              </a:xfrm>
              <a:prstGeom prst="rect">
                <a:avLst/>
              </a:prstGeom>
              <a:blipFill>
                <a:blip r:embed="rId50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/>
              <p:nvPr/>
            </p:nvSpPr>
            <p:spPr>
              <a:xfrm>
                <a:off x="2869553" y="881463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881463"/>
                <a:ext cx="488497" cy="381515"/>
              </a:xfrm>
              <a:prstGeom prst="rect">
                <a:avLst/>
              </a:prstGeom>
              <a:blipFill>
                <a:blip r:embed="rId51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/>
              <p:nvPr/>
            </p:nvSpPr>
            <p:spPr>
              <a:xfrm>
                <a:off x="5428957" y="898133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957" y="898133"/>
                <a:ext cx="321057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/>
              <p:nvPr/>
            </p:nvSpPr>
            <p:spPr>
              <a:xfrm>
                <a:off x="2869553" y="1172862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1172862"/>
                <a:ext cx="488497" cy="381515"/>
              </a:xfrm>
              <a:prstGeom prst="rect">
                <a:avLst/>
              </a:prstGeom>
              <a:blipFill>
                <a:blip r:embed="rId53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/>
              <p:nvPr/>
            </p:nvSpPr>
            <p:spPr>
              <a:xfrm>
                <a:off x="2869553" y="1464260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53" y="1464260"/>
                <a:ext cx="488497" cy="381515"/>
              </a:xfrm>
              <a:prstGeom prst="rect">
                <a:avLst/>
              </a:prstGeom>
              <a:blipFill>
                <a:blip r:embed="rId54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58D33FC5-8DF7-B197-CCF3-32219291AF51}"/>
              </a:ext>
            </a:extLst>
          </p:cNvPr>
          <p:cNvGrpSpPr/>
          <p:nvPr/>
        </p:nvGrpSpPr>
        <p:grpSpPr>
          <a:xfrm>
            <a:off x="3359253" y="298665"/>
            <a:ext cx="488497" cy="1547110"/>
            <a:chOff x="3359253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blipFill>
                  <a:blip r:embed="rId5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blipFill>
                  <a:blip r:embed="rId5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blipFill>
                  <a:blip r:embed="rId5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blipFill>
                  <a:blip r:embed="rId5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blipFill>
                  <a:blip r:embed="rId5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7B567C8-ACBC-B5CF-1F31-ADF5718BD1D0}"/>
              </a:ext>
            </a:extLst>
          </p:cNvPr>
          <p:cNvGrpSpPr/>
          <p:nvPr/>
        </p:nvGrpSpPr>
        <p:grpSpPr>
          <a:xfrm>
            <a:off x="3853770" y="298665"/>
            <a:ext cx="488497" cy="1547110"/>
            <a:chOff x="3847750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blipFill>
                  <a:blip r:embed="rId6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blipFill>
                  <a:blip r:embed="rId6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blipFill>
                  <a:blip r:embed="rId6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blipFill>
                  <a:blip r:embed="rId6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blipFill>
                  <a:blip r:embed="rId6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F40877-48DE-552F-568A-9E95B03CB2BD}"/>
              </a:ext>
            </a:extLst>
          </p:cNvPr>
          <p:cNvGrpSpPr/>
          <p:nvPr/>
        </p:nvGrpSpPr>
        <p:grpSpPr>
          <a:xfrm>
            <a:off x="4348287" y="292974"/>
            <a:ext cx="488497" cy="1547110"/>
            <a:chOff x="4328825" y="967648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blipFill>
                  <a:blip r:embed="rId6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blipFill>
                  <a:blip r:embed="rId6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blipFill>
                  <a:blip r:embed="rId6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blipFill>
                  <a:blip r:embed="rId6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blipFill>
                  <a:blip r:embed="rId6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79B4608-3EDE-2A4D-8AB0-C86BAF89CCAF}"/>
              </a:ext>
            </a:extLst>
          </p:cNvPr>
          <p:cNvGrpSpPr/>
          <p:nvPr/>
        </p:nvGrpSpPr>
        <p:grpSpPr>
          <a:xfrm>
            <a:off x="4842805" y="296191"/>
            <a:ext cx="488497" cy="1547110"/>
            <a:chOff x="4842805" y="970865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blipFill>
                  <a:blip r:embed="rId70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blipFill>
                  <a:blip r:embed="rId71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blipFill>
                  <a:blip r:embed="rId72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blipFill>
                  <a:blip r:embed="rId73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blipFill>
                  <a:blip r:embed="rId74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002A1EE0-6998-519A-A387-336D4E054A1F}"/>
              </a:ext>
            </a:extLst>
          </p:cNvPr>
          <p:cNvSpPr/>
          <p:nvPr/>
        </p:nvSpPr>
        <p:spPr>
          <a:xfrm>
            <a:off x="718010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/>
              <p:nvPr/>
            </p:nvSpPr>
            <p:spPr>
              <a:xfrm>
                <a:off x="7166613" y="85241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613" y="852410"/>
                <a:ext cx="369549" cy="400110"/>
              </a:xfrm>
              <a:prstGeom prst="rect">
                <a:avLst/>
              </a:prstGeom>
              <a:blipFill>
                <a:blip r:embed="rId75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7E64F70D-DC24-6E5B-74D2-ECF42C02BE29}"/>
              </a:ext>
            </a:extLst>
          </p:cNvPr>
          <p:cNvSpPr/>
          <p:nvPr/>
        </p:nvSpPr>
        <p:spPr>
          <a:xfrm>
            <a:off x="7524718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/>
              <p:nvPr/>
            </p:nvSpPr>
            <p:spPr>
              <a:xfrm>
                <a:off x="7511228" y="85709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228" y="857090"/>
                <a:ext cx="369549" cy="400110"/>
              </a:xfrm>
              <a:prstGeom prst="rect">
                <a:avLst/>
              </a:prstGeom>
              <a:blipFill>
                <a:blip r:embed="rId76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Rectangle 158">
            <a:extLst>
              <a:ext uri="{FF2B5EF4-FFF2-40B4-BE49-F238E27FC236}">
                <a16:creationId xmlns:a16="http://schemas.microsoft.com/office/drawing/2014/main" id="{EBE409A5-09A2-8F52-A837-C757251CCDBD}"/>
              </a:ext>
            </a:extLst>
          </p:cNvPr>
          <p:cNvSpPr/>
          <p:nvPr/>
        </p:nvSpPr>
        <p:spPr>
          <a:xfrm>
            <a:off x="7865019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/>
              <p:nvPr/>
            </p:nvSpPr>
            <p:spPr>
              <a:xfrm>
                <a:off x="7851529" y="86104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529" y="861049"/>
                <a:ext cx="369549" cy="400110"/>
              </a:xfrm>
              <a:prstGeom prst="rect">
                <a:avLst/>
              </a:prstGeom>
              <a:blipFill>
                <a:blip r:embed="rId77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Rectangle 160">
            <a:extLst>
              <a:ext uri="{FF2B5EF4-FFF2-40B4-BE49-F238E27FC236}">
                <a16:creationId xmlns:a16="http://schemas.microsoft.com/office/drawing/2014/main" id="{DD601480-F9DD-0161-2DFB-A9FAA3521937}"/>
              </a:ext>
            </a:extLst>
          </p:cNvPr>
          <p:cNvSpPr/>
          <p:nvPr/>
        </p:nvSpPr>
        <p:spPr>
          <a:xfrm>
            <a:off x="8206431" y="857027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/>
              <p:nvPr/>
            </p:nvSpPr>
            <p:spPr>
              <a:xfrm>
                <a:off x="8192941" y="86735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941" y="867355"/>
                <a:ext cx="369549" cy="400110"/>
              </a:xfrm>
              <a:prstGeom prst="rect">
                <a:avLst/>
              </a:prstGeom>
              <a:blipFill>
                <a:blip r:embed="rId78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2BDA8CB-C734-21EB-FB83-D5ED892B3A00}"/>
              </a:ext>
            </a:extLst>
          </p:cNvPr>
          <p:cNvSpPr/>
          <p:nvPr/>
        </p:nvSpPr>
        <p:spPr>
          <a:xfrm>
            <a:off x="1417245" y="1959375"/>
            <a:ext cx="1077799" cy="2801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Softmax</a:t>
            </a:r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/>
              <p:nvPr/>
            </p:nvSpPr>
            <p:spPr>
              <a:xfrm>
                <a:off x="2606807" y="2099457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807" y="2099457"/>
                <a:ext cx="2892668" cy="1929567"/>
              </a:xfrm>
              <a:prstGeom prst="rect">
                <a:avLst/>
              </a:prstGeom>
              <a:blipFill>
                <a:blip r:embed="rId79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C099D91-3D4A-BFDB-636C-24E66AE9DF34}"/>
              </a:ext>
            </a:extLst>
          </p:cNvPr>
          <p:cNvGrpSpPr/>
          <p:nvPr/>
        </p:nvGrpSpPr>
        <p:grpSpPr>
          <a:xfrm>
            <a:off x="2869780" y="2223013"/>
            <a:ext cx="488497" cy="1553458"/>
            <a:chOff x="2869780" y="2223013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/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blipFill>
                  <a:blip r:embed="rId80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/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blipFill>
                  <a:blip r:embed="rId81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/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blipFill>
                  <a:blip r:embed="rId82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/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blipFill>
                  <a:blip r:embed="rId83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/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blipFill>
                  <a:blip r:embed="rId8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04B2BF9-5A7B-E0A1-1D1A-DCE246103F7D}"/>
              </a:ext>
            </a:extLst>
          </p:cNvPr>
          <p:cNvGrpSpPr/>
          <p:nvPr/>
        </p:nvGrpSpPr>
        <p:grpSpPr>
          <a:xfrm>
            <a:off x="3358050" y="2217837"/>
            <a:ext cx="488497" cy="1553458"/>
            <a:chOff x="3359253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blipFill>
                  <a:blip r:embed="rId8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blipFill>
                  <a:blip r:embed="rId8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blipFill>
                  <a:blip r:embed="rId8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blipFill>
                  <a:blip r:embed="rId8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blipFill>
                  <a:blip r:embed="rId89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214D395-44EC-21FA-2FB4-B076D6A85B16}"/>
              </a:ext>
            </a:extLst>
          </p:cNvPr>
          <p:cNvGrpSpPr/>
          <p:nvPr/>
        </p:nvGrpSpPr>
        <p:grpSpPr>
          <a:xfrm>
            <a:off x="3854696" y="2221536"/>
            <a:ext cx="488497" cy="1553458"/>
            <a:chOff x="3847750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blipFill>
                  <a:blip r:embed="rId9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blipFill>
                  <a:blip r:embed="rId9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blipFill>
                  <a:blip r:embed="rId9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blipFill>
                  <a:blip r:embed="rId9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blipFill>
                  <a:blip r:embed="rId94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986611B-36E9-923B-BCB9-CD5BE7AC12AB}"/>
              </a:ext>
            </a:extLst>
          </p:cNvPr>
          <p:cNvGrpSpPr/>
          <p:nvPr/>
        </p:nvGrpSpPr>
        <p:grpSpPr>
          <a:xfrm>
            <a:off x="4343440" y="2224185"/>
            <a:ext cx="488497" cy="1553458"/>
            <a:chOff x="4328825" y="967648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blipFill>
                  <a:blip r:embed="rId9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blipFill>
                  <a:blip r:embed="rId9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blipFill>
                  <a:blip r:embed="rId9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blipFill>
                  <a:blip r:embed="rId9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blipFill>
                  <a:blip r:embed="rId9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BB1BE80-3089-B57D-E0B6-95FE1935C5A3}"/>
              </a:ext>
            </a:extLst>
          </p:cNvPr>
          <p:cNvGrpSpPr/>
          <p:nvPr/>
        </p:nvGrpSpPr>
        <p:grpSpPr>
          <a:xfrm>
            <a:off x="4839859" y="2220017"/>
            <a:ext cx="488497" cy="1553458"/>
            <a:chOff x="4842805" y="970865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blipFill>
                  <a:blip r:embed="rId10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blipFill>
                  <a:blip r:embed="rId10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blipFill>
                  <a:blip r:embed="rId10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blipFill>
                  <a:blip r:embed="rId10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blipFill>
                  <a:blip r:embed="rId10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FA9E933-5A55-8415-CDF7-6444CF2F39E4}"/>
              </a:ext>
            </a:extLst>
          </p:cNvPr>
          <p:cNvSpPr/>
          <p:nvPr/>
        </p:nvSpPr>
        <p:spPr>
          <a:xfrm>
            <a:off x="2869553" y="292974"/>
            <a:ext cx="2458803" cy="154711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B577AE3-7BAC-B155-A9A7-F753639BD1AD}"/>
              </a:ext>
            </a:extLst>
          </p:cNvPr>
          <p:cNvSpPr/>
          <p:nvPr/>
        </p:nvSpPr>
        <p:spPr>
          <a:xfrm>
            <a:off x="2869553" y="2213024"/>
            <a:ext cx="2458803" cy="154711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D54479D-3BDB-6D9F-3F78-9E2F4766FD97}"/>
              </a:ext>
            </a:extLst>
          </p:cNvPr>
          <p:cNvSpPr/>
          <p:nvPr/>
        </p:nvSpPr>
        <p:spPr>
          <a:xfrm>
            <a:off x="5961753" y="312304"/>
            <a:ext cx="593653" cy="1611675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A777521-F912-E578-3EE8-69B20EAA8163}"/>
              </a:ext>
            </a:extLst>
          </p:cNvPr>
          <p:cNvSpPr/>
          <p:nvPr/>
        </p:nvSpPr>
        <p:spPr>
          <a:xfrm>
            <a:off x="6795455" y="752090"/>
            <a:ext cx="1691866" cy="70616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B9522B62-7E3F-67D2-E665-C610CB1BED0F}"/>
                  </a:ext>
                </a:extLst>
              </p:cNvPr>
              <p:cNvSpPr txBox="1"/>
              <p:nvPr/>
            </p:nvSpPr>
            <p:spPr>
              <a:xfrm>
                <a:off x="7427949" y="742505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B9522B62-7E3F-67D2-E665-C610CB1BE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949" y="742505"/>
                <a:ext cx="536105" cy="707886"/>
              </a:xfrm>
              <a:prstGeom prst="rect">
                <a:avLst/>
              </a:prstGeom>
              <a:blipFill>
                <a:blip r:embed="rId105"/>
                <a:stretch>
                  <a:fillRect l="-32558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500351AD-FB6C-CB52-7147-1D13F8C6F4C1}"/>
                  </a:ext>
                </a:extLst>
              </p:cNvPr>
              <p:cNvSpPr txBox="1"/>
              <p:nvPr/>
            </p:nvSpPr>
            <p:spPr>
              <a:xfrm>
                <a:off x="6078159" y="763544"/>
                <a:ext cx="536105" cy="730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500351AD-FB6C-CB52-7147-1D13F8C6F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159" y="763544"/>
                <a:ext cx="536105" cy="730969"/>
              </a:xfrm>
              <a:prstGeom prst="rect">
                <a:avLst/>
              </a:prstGeom>
              <a:blipFill>
                <a:blip r:embed="rId106"/>
                <a:stretch>
                  <a:fillRect l="-53488" r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B87D88D-A45D-7ED7-DD56-61C3358D0A6A}"/>
                  </a:ext>
                </a:extLst>
              </p:cNvPr>
              <p:cNvSpPr txBox="1"/>
              <p:nvPr/>
            </p:nvSpPr>
            <p:spPr>
              <a:xfrm>
                <a:off x="3903817" y="703783"/>
                <a:ext cx="536105" cy="730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B87D88D-A45D-7ED7-DD56-61C3358D0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817" y="703783"/>
                <a:ext cx="536105" cy="730969"/>
              </a:xfrm>
              <a:prstGeom prst="rect">
                <a:avLst/>
              </a:prstGeom>
              <a:blipFill>
                <a:blip r:embed="rId107"/>
                <a:stretch>
                  <a:fillRect l="-23256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7C657B5-7AA0-DC0A-19A1-C65F06097E35}"/>
                  </a:ext>
                </a:extLst>
              </p:cNvPr>
              <p:cNvSpPr txBox="1"/>
              <p:nvPr/>
            </p:nvSpPr>
            <p:spPr>
              <a:xfrm>
                <a:off x="3904754" y="2614207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7C657B5-7AA0-DC0A-19A1-C65F06097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754" y="2614207"/>
                <a:ext cx="536105" cy="707886"/>
              </a:xfrm>
              <a:prstGeom prst="rect">
                <a:avLst/>
              </a:prstGeom>
              <a:blipFill>
                <a:blip r:embed="rId108"/>
                <a:stretch>
                  <a:fillRect l="-37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/>
              <p:nvPr/>
            </p:nvSpPr>
            <p:spPr>
              <a:xfrm>
                <a:off x="1451115" y="24194"/>
                <a:ext cx="1021413" cy="72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115" y="24194"/>
                <a:ext cx="1021413" cy="729046"/>
              </a:xfrm>
              <a:prstGeom prst="rect">
                <a:avLst/>
              </a:prstGeom>
              <a:blipFill>
                <a:blip r:embed="rId10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Oval 189">
            <a:extLst>
              <a:ext uri="{FF2B5EF4-FFF2-40B4-BE49-F238E27FC236}">
                <a16:creationId xmlns:a16="http://schemas.microsoft.com/office/drawing/2014/main" id="{5C196EC2-2653-6653-B3D4-EA9E781A32B3}"/>
              </a:ext>
            </a:extLst>
          </p:cNvPr>
          <p:cNvSpPr/>
          <p:nvPr/>
        </p:nvSpPr>
        <p:spPr>
          <a:xfrm>
            <a:off x="1784977" y="1105173"/>
            <a:ext cx="353898" cy="35389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7871EAC-DEA1-A44C-A027-2B052AF92ADE}"/>
              </a:ext>
            </a:extLst>
          </p:cNvPr>
          <p:cNvCxnSpPr>
            <a:cxnSpLocks/>
            <a:stCxn id="183" idx="2"/>
            <a:endCxn id="190" idx="0"/>
          </p:cNvCxnSpPr>
          <p:nvPr/>
        </p:nvCxnSpPr>
        <p:spPr>
          <a:xfrm>
            <a:off x="1961822" y="753240"/>
            <a:ext cx="104" cy="351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3A6B2E2B-2B79-0136-D111-B26418C10C4E}"/>
              </a:ext>
            </a:extLst>
          </p:cNvPr>
          <p:cNvCxnSpPr>
            <a:cxnSpLocks/>
            <a:endCxn id="190" idx="6"/>
          </p:cNvCxnSpPr>
          <p:nvPr/>
        </p:nvCxnSpPr>
        <p:spPr>
          <a:xfrm flipH="1">
            <a:off x="2138875" y="1282122"/>
            <a:ext cx="4679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B75D576E-6FF8-7885-4959-795749D10771}"/>
              </a:ext>
            </a:extLst>
          </p:cNvPr>
          <p:cNvCxnSpPr>
            <a:cxnSpLocks/>
            <a:stCxn id="190" idx="4"/>
            <a:endCxn id="59" idx="0"/>
          </p:cNvCxnSpPr>
          <p:nvPr/>
        </p:nvCxnSpPr>
        <p:spPr>
          <a:xfrm flipH="1">
            <a:off x="1956145" y="1459071"/>
            <a:ext cx="5781" cy="50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Multiply 225">
            <a:extLst>
              <a:ext uri="{FF2B5EF4-FFF2-40B4-BE49-F238E27FC236}">
                <a16:creationId xmlns:a16="http://schemas.microsoft.com/office/drawing/2014/main" id="{460A4DFB-1C3A-B15F-787A-62F91769710A}"/>
              </a:ext>
            </a:extLst>
          </p:cNvPr>
          <p:cNvSpPr/>
          <p:nvPr/>
        </p:nvSpPr>
        <p:spPr>
          <a:xfrm>
            <a:off x="1799957" y="1123783"/>
            <a:ext cx="327029" cy="327029"/>
          </a:xfrm>
          <a:prstGeom prst="mathMultiply">
            <a:avLst>
              <a:gd name="adj1" fmla="val 1255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CDB49A0-5739-E2D9-3FE3-419BB75EED31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1955898" y="2239539"/>
            <a:ext cx="247" cy="82470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98C12EA6-4D75-9870-598B-56544AB035C1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1955898" y="3064241"/>
            <a:ext cx="6509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151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animBg="1"/>
      <p:bldP spid="167" grpId="0" animBg="1"/>
      <p:bldP spid="168" grpId="0" animBg="1"/>
      <p:bldP spid="169" grpId="0" animBg="1"/>
      <p:bldP spid="170" grpId="0"/>
      <p:bldP spid="171" grpId="0"/>
      <p:bldP spid="172" grpId="0"/>
      <p:bldP spid="17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95BAB849-9A95-D150-E421-80F3A3319567}"/>
                  </a:ext>
                </a:extLst>
              </p:cNvPr>
              <p:cNvSpPr txBox="1"/>
              <p:nvPr/>
            </p:nvSpPr>
            <p:spPr>
              <a:xfrm>
                <a:off x="4834038" y="2505150"/>
                <a:ext cx="2147709" cy="103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1.                </m:t>
                            </m:r>
                          </m:e>
                        </m:eqArr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</m:e>
                    </m:d>
                  </m:oMath>
                </a14:m>
                <a:r>
                  <a:rPr lang="en-US" dirty="0"/>
                  <a:t>          </a:t>
                </a:r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95BAB849-9A95-D150-E421-80F3A3319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038" y="2505150"/>
                <a:ext cx="2147709" cy="1034899"/>
              </a:xfrm>
              <a:prstGeom prst="rect">
                <a:avLst/>
              </a:prstGeom>
              <a:blipFill>
                <a:blip r:embed="rId3"/>
                <a:stretch>
                  <a:fillRect r="-4706"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/>
              <p:nvPr/>
            </p:nvSpPr>
            <p:spPr>
              <a:xfrm>
                <a:off x="1189207" y="158575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207" y="158575"/>
                <a:ext cx="2892668" cy="1929567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/>
              <p:nvPr/>
            </p:nvSpPr>
            <p:spPr>
              <a:xfrm>
                <a:off x="4274486" y="157162"/>
                <a:ext cx="1126183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486" y="157162"/>
                <a:ext cx="1126183" cy="1929567"/>
              </a:xfrm>
              <a:prstGeom prst="rect">
                <a:avLst/>
              </a:prstGeom>
              <a:blipFill>
                <a:blip r:embed="rId5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6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7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19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0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1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2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3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4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26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2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29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3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31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/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blipFill>
                <a:blip r:embed="rId33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8B49003-2564-629F-C6E1-0598692E5103}"/>
              </a:ext>
            </a:extLst>
          </p:cNvPr>
          <p:cNvCxnSpPr>
            <a:cxnSpLocks/>
            <a:stCxn id="24" idx="0"/>
            <a:endCxn id="106" idx="2"/>
          </p:cNvCxnSpPr>
          <p:nvPr/>
        </p:nvCxnSpPr>
        <p:spPr>
          <a:xfrm flipH="1" flipV="1">
            <a:off x="2940898" y="5181747"/>
            <a:ext cx="482632" cy="16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BC184A-CDC7-945C-2031-90A37091474D}"/>
              </a:ext>
            </a:extLst>
          </p:cNvPr>
          <p:cNvCxnSpPr>
            <a:cxnSpLocks/>
            <a:stCxn id="106" idx="0"/>
            <a:endCxn id="110" idx="2"/>
          </p:cNvCxnSpPr>
          <p:nvPr/>
        </p:nvCxnSpPr>
        <p:spPr>
          <a:xfrm flipH="1" flipV="1">
            <a:off x="2934468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1509338-A749-8012-A47A-C8BCFBC7D32C}"/>
              </a:ext>
            </a:extLst>
          </p:cNvPr>
          <p:cNvSpPr/>
          <p:nvPr/>
        </p:nvSpPr>
        <p:spPr>
          <a:xfrm>
            <a:off x="2802132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/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blipFill>
                <a:blip r:embed="rId34"/>
                <a:stretch>
                  <a:fillRect l="-133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/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blipFill>
                <a:blip r:embed="rId3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6A31CEB-210A-DC0E-421C-2793DBD73F04}"/>
              </a:ext>
            </a:extLst>
          </p:cNvPr>
          <p:cNvCxnSpPr>
            <a:cxnSpLocks/>
            <a:endCxn id="121" idx="2"/>
          </p:cNvCxnSpPr>
          <p:nvPr/>
        </p:nvCxnSpPr>
        <p:spPr>
          <a:xfrm flipH="1" flipV="1">
            <a:off x="5917812" y="5183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A7B631D-7054-31CB-CB4C-FD5D26E88D5D}"/>
              </a:ext>
            </a:extLst>
          </p:cNvPr>
          <p:cNvCxnSpPr>
            <a:cxnSpLocks/>
            <a:stCxn id="121" idx="0"/>
            <a:endCxn id="125" idx="2"/>
          </p:cNvCxnSpPr>
          <p:nvPr/>
        </p:nvCxnSpPr>
        <p:spPr>
          <a:xfrm flipH="1" flipV="1">
            <a:off x="5911382" y="4649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C542140-AF78-C086-A904-96F2E6FB6175}"/>
              </a:ext>
            </a:extLst>
          </p:cNvPr>
          <p:cNvSpPr/>
          <p:nvPr/>
        </p:nvSpPr>
        <p:spPr>
          <a:xfrm>
            <a:off x="5779046" y="4158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/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blipFill>
                <a:blip r:embed="rId36"/>
                <a:stretch>
                  <a:fillRect l="-172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/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blipFill>
                <a:blip r:embed="rId37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0C86E29-B26A-4A73-9137-DD0DD3DD60E1}"/>
              </a:ext>
            </a:extLst>
          </p:cNvPr>
          <p:cNvCxnSpPr>
            <a:cxnSpLocks/>
            <a:endCxn id="128" idx="2"/>
          </p:cNvCxnSpPr>
          <p:nvPr/>
        </p:nvCxnSpPr>
        <p:spPr>
          <a:xfrm flipH="1" flipV="1">
            <a:off x="7373675" y="5181747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B2F70B5-B7BE-BBA2-8224-7F0398CE0A50}"/>
              </a:ext>
            </a:extLst>
          </p:cNvPr>
          <p:cNvCxnSpPr>
            <a:cxnSpLocks/>
            <a:stCxn id="128" idx="0"/>
            <a:endCxn id="140" idx="2"/>
          </p:cNvCxnSpPr>
          <p:nvPr/>
        </p:nvCxnSpPr>
        <p:spPr>
          <a:xfrm flipH="1" flipV="1">
            <a:off x="7367245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DFFF034-A587-C674-9515-6D80A4A7357A}"/>
              </a:ext>
            </a:extLst>
          </p:cNvPr>
          <p:cNvSpPr/>
          <p:nvPr/>
        </p:nvSpPr>
        <p:spPr>
          <a:xfrm>
            <a:off x="7234909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/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blipFill>
                <a:blip r:embed="rId38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/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blipFill>
                <a:blip r:embed="rId3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0286BA6-49FC-1E2B-1C9A-65EC35C5495F}"/>
              </a:ext>
            </a:extLst>
          </p:cNvPr>
          <p:cNvCxnSpPr>
            <a:cxnSpLocks/>
            <a:endCxn id="142" idx="2"/>
          </p:cNvCxnSpPr>
          <p:nvPr/>
        </p:nvCxnSpPr>
        <p:spPr>
          <a:xfrm flipH="1" flipV="1">
            <a:off x="8905890" y="5185038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972ADC8-557C-94BD-01DB-DEFC6B857827}"/>
              </a:ext>
            </a:extLst>
          </p:cNvPr>
          <p:cNvCxnSpPr>
            <a:cxnSpLocks/>
            <a:stCxn id="142" idx="0"/>
            <a:endCxn id="145" idx="2"/>
          </p:cNvCxnSpPr>
          <p:nvPr/>
        </p:nvCxnSpPr>
        <p:spPr>
          <a:xfrm flipH="1" flipV="1">
            <a:off x="8899460" y="4650898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699FFCC-64C0-BD81-F995-CF19C3BEAE8E}"/>
              </a:ext>
            </a:extLst>
          </p:cNvPr>
          <p:cNvSpPr/>
          <p:nvPr/>
        </p:nvSpPr>
        <p:spPr>
          <a:xfrm>
            <a:off x="8767124" y="4159443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/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blipFill>
                <a:blip r:embed="rId40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/>
              <p:nvPr/>
            </p:nvSpPr>
            <p:spPr>
              <a:xfrm>
                <a:off x="1446053" y="298665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298665"/>
                <a:ext cx="488497" cy="381515"/>
              </a:xfrm>
              <a:prstGeom prst="rect">
                <a:avLst/>
              </a:prstGeom>
              <a:blipFill>
                <a:blip r:embed="rId41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Rectangle 153">
            <a:extLst>
              <a:ext uri="{FF2B5EF4-FFF2-40B4-BE49-F238E27FC236}">
                <a16:creationId xmlns:a16="http://schemas.microsoft.com/office/drawing/2014/main" id="{7B54D137-D3DF-CD90-EB7D-1624FE0318A3}"/>
              </a:ext>
            </a:extLst>
          </p:cNvPr>
          <p:cNvSpPr/>
          <p:nvPr/>
        </p:nvSpPr>
        <p:spPr>
          <a:xfrm rot="5400000">
            <a:off x="4695474" y="222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/>
              <p:nvPr/>
            </p:nvSpPr>
            <p:spPr>
              <a:xfrm>
                <a:off x="4684547" y="270060"/>
                <a:ext cx="369549" cy="403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547" y="270060"/>
                <a:ext cx="369549" cy="403059"/>
              </a:xfrm>
              <a:prstGeom prst="rect">
                <a:avLst/>
              </a:prstGeom>
              <a:blipFill>
                <a:blip r:embed="rId42"/>
                <a:stretch>
                  <a:fillRect l="-200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>
            <a:extLst>
              <a:ext uri="{FF2B5EF4-FFF2-40B4-BE49-F238E27FC236}">
                <a16:creationId xmlns:a16="http://schemas.microsoft.com/office/drawing/2014/main" id="{58E33196-473D-7A94-609C-64D7AD06EED6}"/>
              </a:ext>
            </a:extLst>
          </p:cNvPr>
          <p:cNvSpPr/>
          <p:nvPr/>
        </p:nvSpPr>
        <p:spPr>
          <a:xfrm>
            <a:off x="54106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/>
              <p:nvPr/>
            </p:nvSpPr>
            <p:spPr>
              <a:xfrm>
                <a:off x="54000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FB6E7B9E-FCF8-C927-DFC1-CBB9ABE75291}"/>
              </a:ext>
            </a:extLst>
          </p:cNvPr>
          <p:cNvSpPr/>
          <p:nvPr/>
        </p:nvSpPr>
        <p:spPr>
          <a:xfrm rot="5400000">
            <a:off x="4706607" y="54369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/>
              <p:nvPr/>
            </p:nvSpPr>
            <p:spPr>
              <a:xfrm>
                <a:off x="4695680" y="591006"/>
                <a:ext cx="369549" cy="40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680" y="591006"/>
                <a:ext cx="369549" cy="403572"/>
              </a:xfrm>
              <a:prstGeom prst="rect">
                <a:avLst/>
              </a:prstGeom>
              <a:blipFill>
                <a:blip r:embed="rId44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F6E4F8FE-B0A8-59F5-35BF-CCE9C150E281}"/>
              </a:ext>
            </a:extLst>
          </p:cNvPr>
          <p:cNvSpPr/>
          <p:nvPr/>
        </p:nvSpPr>
        <p:spPr>
          <a:xfrm>
            <a:off x="5411988" y="856655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/>
              <p:nvPr/>
            </p:nvSpPr>
            <p:spPr>
              <a:xfrm>
                <a:off x="5401380" y="856654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380" y="856654"/>
                <a:ext cx="369549" cy="400110"/>
              </a:xfrm>
              <a:prstGeom prst="rect">
                <a:avLst/>
              </a:prstGeom>
              <a:blipFill>
                <a:blip r:embed="rId45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>
            <a:extLst>
              <a:ext uri="{FF2B5EF4-FFF2-40B4-BE49-F238E27FC236}">
                <a16:creationId xmlns:a16="http://schemas.microsoft.com/office/drawing/2014/main" id="{597C1B48-5006-8861-56D3-87C807D47964}"/>
              </a:ext>
            </a:extLst>
          </p:cNvPr>
          <p:cNvSpPr/>
          <p:nvPr/>
        </p:nvSpPr>
        <p:spPr>
          <a:xfrm rot="5400000">
            <a:off x="4705242" y="852615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/>
              <p:nvPr/>
            </p:nvSpPr>
            <p:spPr>
              <a:xfrm>
                <a:off x="4694315" y="899931"/>
                <a:ext cx="369549" cy="405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315" y="899931"/>
                <a:ext cx="369549" cy="405176"/>
              </a:xfrm>
              <a:prstGeom prst="rect">
                <a:avLst/>
              </a:prstGeom>
              <a:blipFill>
                <a:blip r:embed="rId46"/>
                <a:stretch>
                  <a:fillRect l="-200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Rectangle 187">
            <a:extLst>
              <a:ext uri="{FF2B5EF4-FFF2-40B4-BE49-F238E27FC236}">
                <a16:creationId xmlns:a16="http://schemas.microsoft.com/office/drawing/2014/main" id="{E71DBD0A-31C4-609A-8D4D-F7DA1162D947}"/>
              </a:ext>
            </a:extLst>
          </p:cNvPr>
          <p:cNvSpPr/>
          <p:nvPr/>
        </p:nvSpPr>
        <p:spPr>
          <a:xfrm>
            <a:off x="5410623" y="868694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/>
              <p:nvPr/>
            </p:nvSpPr>
            <p:spPr>
              <a:xfrm>
                <a:off x="5400015" y="86869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15" y="868693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Rectangle 202">
            <a:extLst>
              <a:ext uri="{FF2B5EF4-FFF2-40B4-BE49-F238E27FC236}">
                <a16:creationId xmlns:a16="http://schemas.microsoft.com/office/drawing/2014/main" id="{D5E85703-4129-694D-C891-F6D1B681F153}"/>
              </a:ext>
            </a:extLst>
          </p:cNvPr>
          <p:cNvSpPr/>
          <p:nvPr/>
        </p:nvSpPr>
        <p:spPr>
          <a:xfrm rot="5400000">
            <a:off x="4705242" y="1162977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/>
              <p:nvPr/>
            </p:nvSpPr>
            <p:spPr>
              <a:xfrm>
                <a:off x="4694315" y="1210293"/>
                <a:ext cx="369549" cy="402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315" y="1210293"/>
                <a:ext cx="369549" cy="402739"/>
              </a:xfrm>
              <a:prstGeom prst="rect">
                <a:avLst/>
              </a:prstGeom>
              <a:blipFill>
                <a:blip r:embed="rId48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Rectangle 204">
            <a:extLst>
              <a:ext uri="{FF2B5EF4-FFF2-40B4-BE49-F238E27FC236}">
                <a16:creationId xmlns:a16="http://schemas.microsoft.com/office/drawing/2014/main" id="{2C4C39C5-66F8-10B5-B32C-C0C2773948A7}"/>
              </a:ext>
            </a:extLst>
          </p:cNvPr>
          <p:cNvSpPr/>
          <p:nvPr/>
        </p:nvSpPr>
        <p:spPr>
          <a:xfrm>
            <a:off x="5410623" y="8540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/>
              <p:nvPr/>
            </p:nvSpPr>
            <p:spPr>
              <a:xfrm>
                <a:off x="5400015" y="8540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15" y="854029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Rectangle 208">
            <a:extLst>
              <a:ext uri="{FF2B5EF4-FFF2-40B4-BE49-F238E27FC236}">
                <a16:creationId xmlns:a16="http://schemas.microsoft.com/office/drawing/2014/main" id="{69249C30-90F4-727D-8BC6-18F15C0DF608}"/>
              </a:ext>
            </a:extLst>
          </p:cNvPr>
          <p:cNvSpPr/>
          <p:nvPr/>
        </p:nvSpPr>
        <p:spPr>
          <a:xfrm rot="5400000">
            <a:off x="4705242" y="1466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/>
              <p:nvPr/>
            </p:nvSpPr>
            <p:spPr>
              <a:xfrm>
                <a:off x="4694315" y="1514060"/>
                <a:ext cx="369549" cy="409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315" y="1514060"/>
                <a:ext cx="369549" cy="409920"/>
              </a:xfrm>
              <a:prstGeom prst="rect">
                <a:avLst/>
              </a:prstGeom>
              <a:blipFill>
                <a:blip r:embed="rId49"/>
                <a:stretch>
                  <a:fillRect l="-20000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Rectangle 215">
            <a:extLst>
              <a:ext uri="{FF2B5EF4-FFF2-40B4-BE49-F238E27FC236}">
                <a16:creationId xmlns:a16="http://schemas.microsoft.com/office/drawing/2014/main" id="{6863507D-1968-1825-C00C-13A30A51C2BB}"/>
              </a:ext>
            </a:extLst>
          </p:cNvPr>
          <p:cNvSpPr/>
          <p:nvPr/>
        </p:nvSpPr>
        <p:spPr>
          <a:xfrm>
            <a:off x="54106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/>
              <p:nvPr/>
            </p:nvSpPr>
            <p:spPr>
              <a:xfrm>
                <a:off x="54000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/>
              <p:nvPr/>
            </p:nvSpPr>
            <p:spPr>
              <a:xfrm>
                <a:off x="1446053" y="590064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590064"/>
                <a:ext cx="488497" cy="381515"/>
              </a:xfrm>
              <a:prstGeom prst="rect">
                <a:avLst/>
              </a:prstGeom>
              <a:blipFill>
                <a:blip r:embed="rId50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/>
              <p:nvPr/>
            </p:nvSpPr>
            <p:spPr>
              <a:xfrm>
                <a:off x="1446053" y="881463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881463"/>
                <a:ext cx="488497" cy="381515"/>
              </a:xfrm>
              <a:prstGeom prst="rect">
                <a:avLst/>
              </a:prstGeom>
              <a:blipFill>
                <a:blip r:embed="rId51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/>
              <p:nvPr/>
            </p:nvSpPr>
            <p:spPr>
              <a:xfrm>
                <a:off x="4005457" y="898133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457" y="898133"/>
                <a:ext cx="321057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/>
              <p:nvPr/>
            </p:nvSpPr>
            <p:spPr>
              <a:xfrm>
                <a:off x="1446053" y="1172862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1172862"/>
                <a:ext cx="488497" cy="381515"/>
              </a:xfrm>
              <a:prstGeom prst="rect">
                <a:avLst/>
              </a:prstGeom>
              <a:blipFill>
                <a:blip r:embed="rId53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/>
              <p:nvPr/>
            </p:nvSpPr>
            <p:spPr>
              <a:xfrm>
                <a:off x="1446053" y="1464260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1464260"/>
                <a:ext cx="488497" cy="381515"/>
              </a:xfrm>
              <a:prstGeom prst="rect">
                <a:avLst/>
              </a:prstGeom>
              <a:blipFill>
                <a:blip r:embed="rId54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58D33FC5-8DF7-B197-CCF3-32219291AF51}"/>
              </a:ext>
            </a:extLst>
          </p:cNvPr>
          <p:cNvGrpSpPr/>
          <p:nvPr/>
        </p:nvGrpSpPr>
        <p:grpSpPr>
          <a:xfrm>
            <a:off x="1935753" y="298665"/>
            <a:ext cx="488497" cy="1547110"/>
            <a:chOff x="3359253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blipFill>
                  <a:blip r:embed="rId55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blipFill>
                  <a:blip r:embed="rId56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blipFill>
                  <a:blip r:embed="rId57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blipFill>
                  <a:blip r:embed="rId58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blipFill>
                  <a:blip r:embed="rId59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7B567C8-ACBC-B5CF-1F31-ADF5718BD1D0}"/>
              </a:ext>
            </a:extLst>
          </p:cNvPr>
          <p:cNvGrpSpPr/>
          <p:nvPr/>
        </p:nvGrpSpPr>
        <p:grpSpPr>
          <a:xfrm>
            <a:off x="2430270" y="298665"/>
            <a:ext cx="488497" cy="1547110"/>
            <a:chOff x="3847750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blipFill>
                  <a:blip r:embed="rId6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blipFill>
                  <a:blip r:embed="rId6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blipFill>
                  <a:blip r:embed="rId6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blipFill>
                  <a:blip r:embed="rId6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blipFill>
                  <a:blip r:embed="rId6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F40877-48DE-552F-568A-9E95B03CB2BD}"/>
              </a:ext>
            </a:extLst>
          </p:cNvPr>
          <p:cNvGrpSpPr/>
          <p:nvPr/>
        </p:nvGrpSpPr>
        <p:grpSpPr>
          <a:xfrm>
            <a:off x="2924787" y="292974"/>
            <a:ext cx="488497" cy="1547110"/>
            <a:chOff x="4328825" y="967648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blipFill>
                  <a:blip r:embed="rId6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blipFill>
                  <a:blip r:embed="rId6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blipFill>
                  <a:blip r:embed="rId6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blipFill>
                  <a:blip r:embed="rId6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blipFill>
                  <a:blip r:embed="rId6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79B4608-3EDE-2A4D-8AB0-C86BAF89CCAF}"/>
              </a:ext>
            </a:extLst>
          </p:cNvPr>
          <p:cNvGrpSpPr/>
          <p:nvPr/>
        </p:nvGrpSpPr>
        <p:grpSpPr>
          <a:xfrm>
            <a:off x="3419305" y="296191"/>
            <a:ext cx="488497" cy="1547110"/>
            <a:chOff x="4842805" y="970865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blipFill>
                  <a:blip r:embed="rId7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blipFill>
                  <a:blip r:embed="rId7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blipFill>
                  <a:blip r:embed="rId7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blipFill>
                  <a:blip r:embed="rId7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blipFill>
                  <a:blip r:embed="rId7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002A1EE0-6998-519A-A387-336D4E054A1F}"/>
              </a:ext>
            </a:extLst>
          </p:cNvPr>
          <p:cNvSpPr/>
          <p:nvPr/>
        </p:nvSpPr>
        <p:spPr>
          <a:xfrm>
            <a:off x="575660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/>
              <p:nvPr/>
            </p:nvSpPr>
            <p:spPr>
              <a:xfrm>
                <a:off x="5743113" y="85241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113" y="852410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7E64F70D-DC24-6E5B-74D2-ECF42C02BE29}"/>
              </a:ext>
            </a:extLst>
          </p:cNvPr>
          <p:cNvSpPr/>
          <p:nvPr/>
        </p:nvSpPr>
        <p:spPr>
          <a:xfrm>
            <a:off x="6101218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/>
              <p:nvPr/>
            </p:nvSpPr>
            <p:spPr>
              <a:xfrm>
                <a:off x="6087728" y="85709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728" y="857090"/>
                <a:ext cx="369549" cy="400110"/>
              </a:xfrm>
              <a:prstGeom prst="rect">
                <a:avLst/>
              </a:prstGeom>
              <a:blipFill>
                <a:blip r:embed="rId75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Rectangle 158">
            <a:extLst>
              <a:ext uri="{FF2B5EF4-FFF2-40B4-BE49-F238E27FC236}">
                <a16:creationId xmlns:a16="http://schemas.microsoft.com/office/drawing/2014/main" id="{EBE409A5-09A2-8F52-A837-C757251CCDBD}"/>
              </a:ext>
            </a:extLst>
          </p:cNvPr>
          <p:cNvSpPr/>
          <p:nvPr/>
        </p:nvSpPr>
        <p:spPr>
          <a:xfrm>
            <a:off x="6441519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/>
              <p:nvPr/>
            </p:nvSpPr>
            <p:spPr>
              <a:xfrm>
                <a:off x="6428029" y="86104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029" y="861049"/>
                <a:ext cx="369549" cy="400110"/>
              </a:xfrm>
              <a:prstGeom prst="rect">
                <a:avLst/>
              </a:prstGeom>
              <a:blipFill>
                <a:blip r:embed="rId76"/>
                <a:stretch>
                  <a:fillRect l="-1290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Rectangle 160">
            <a:extLst>
              <a:ext uri="{FF2B5EF4-FFF2-40B4-BE49-F238E27FC236}">
                <a16:creationId xmlns:a16="http://schemas.microsoft.com/office/drawing/2014/main" id="{DD601480-F9DD-0161-2DFB-A9FAA3521937}"/>
              </a:ext>
            </a:extLst>
          </p:cNvPr>
          <p:cNvSpPr/>
          <p:nvPr/>
        </p:nvSpPr>
        <p:spPr>
          <a:xfrm>
            <a:off x="6782931" y="857027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/>
              <p:nvPr/>
            </p:nvSpPr>
            <p:spPr>
              <a:xfrm>
                <a:off x="6769441" y="86735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441" y="867355"/>
                <a:ext cx="369549" cy="400110"/>
              </a:xfrm>
              <a:prstGeom prst="rect">
                <a:avLst/>
              </a:prstGeom>
              <a:blipFill>
                <a:blip r:embed="rId77"/>
                <a:stretch>
                  <a:fillRect l="-12903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/>
              <p:nvPr/>
            </p:nvSpPr>
            <p:spPr>
              <a:xfrm>
                <a:off x="5178611" y="584373"/>
                <a:ext cx="2147709" cy="103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</m:e>
                        </m:eqArr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</m:e>
                    </m:d>
                  </m:oMath>
                </a14:m>
                <a:r>
                  <a:rPr lang="en-US" dirty="0"/>
                  <a:t>         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11" y="584373"/>
                <a:ext cx="2147709" cy="1034899"/>
              </a:xfrm>
              <a:prstGeom prst="rect">
                <a:avLst/>
              </a:prstGeom>
              <a:blipFill>
                <a:blip r:embed="rId78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2BDA8CB-C734-21EB-FB83-D5ED892B3A00}"/>
              </a:ext>
            </a:extLst>
          </p:cNvPr>
          <p:cNvSpPr/>
          <p:nvPr/>
        </p:nvSpPr>
        <p:spPr>
          <a:xfrm>
            <a:off x="-6255" y="1959375"/>
            <a:ext cx="1077799" cy="2801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Softmax</a:t>
            </a:r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/>
              <p:nvPr/>
            </p:nvSpPr>
            <p:spPr>
              <a:xfrm>
                <a:off x="1183307" y="2099457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07" y="2099457"/>
                <a:ext cx="2892668" cy="1929567"/>
              </a:xfrm>
              <a:prstGeom prst="rect">
                <a:avLst/>
              </a:prstGeom>
              <a:blipFill>
                <a:blip r:embed="rId79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C099D91-3D4A-BFDB-636C-24E66AE9DF34}"/>
              </a:ext>
            </a:extLst>
          </p:cNvPr>
          <p:cNvGrpSpPr/>
          <p:nvPr/>
        </p:nvGrpSpPr>
        <p:grpSpPr>
          <a:xfrm>
            <a:off x="1446280" y="2223013"/>
            <a:ext cx="488497" cy="1553458"/>
            <a:chOff x="2869780" y="2223013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/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blipFill>
                  <a:blip r:embed="rId80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/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blipFill>
                  <a:blip r:embed="rId81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/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blipFill>
                  <a:blip r:embed="rId82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/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blipFill>
                  <a:blip r:embed="rId83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/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blipFill>
                  <a:blip r:embed="rId84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04B2BF9-5A7B-E0A1-1D1A-DCE246103F7D}"/>
              </a:ext>
            </a:extLst>
          </p:cNvPr>
          <p:cNvGrpSpPr/>
          <p:nvPr/>
        </p:nvGrpSpPr>
        <p:grpSpPr>
          <a:xfrm>
            <a:off x="1934550" y="2217837"/>
            <a:ext cx="488497" cy="1553458"/>
            <a:chOff x="3359253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blipFill>
                  <a:blip r:embed="rId8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blipFill>
                  <a:blip r:embed="rId8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blipFill>
                  <a:blip r:embed="rId8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blipFill>
                  <a:blip r:embed="rId8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blipFill>
                  <a:blip r:embed="rId8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214D395-44EC-21FA-2FB4-B076D6A85B16}"/>
              </a:ext>
            </a:extLst>
          </p:cNvPr>
          <p:cNvGrpSpPr/>
          <p:nvPr/>
        </p:nvGrpSpPr>
        <p:grpSpPr>
          <a:xfrm>
            <a:off x="2431196" y="2221536"/>
            <a:ext cx="488497" cy="1553458"/>
            <a:chOff x="3847750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blipFill>
                  <a:blip r:embed="rId9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blipFill>
                  <a:blip r:embed="rId9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blipFill>
                  <a:blip r:embed="rId9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blipFill>
                  <a:blip r:embed="rId9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blipFill>
                  <a:blip r:embed="rId94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986611B-36E9-923B-BCB9-CD5BE7AC12AB}"/>
              </a:ext>
            </a:extLst>
          </p:cNvPr>
          <p:cNvGrpSpPr/>
          <p:nvPr/>
        </p:nvGrpSpPr>
        <p:grpSpPr>
          <a:xfrm>
            <a:off x="2919940" y="2224185"/>
            <a:ext cx="488497" cy="1553458"/>
            <a:chOff x="4328825" y="967648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blipFill>
                  <a:blip r:embed="rId95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blipFill>
                  <a:blip r:embed="rId96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blipFill>
                  <a:blip r:embed="rId97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blipFill>
                  <a:blip r:embed="rId98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blipFill>
                  <a:blip r:embed="rId99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BB1BE80-3089-B57D-E0B6-95FE1935C5A3}"/>
              </a:ext>
            </a:extLst>
          </p:cNvPr>
          <p:cNvGrpSpPr/>
          <p:nvPr/>
        </p:nvGrpSpPr>
        <p:grpSpPr>
          <a:xfrm>
            <a:off x="3416359" y="2220017"/>
            <a:ext cx="488497" cy="1553458"/>
            <a:chOff x="4842805" y="970865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blipFill>
                  <a:blip r:embed="rId100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blipFill>
                  <a:blip r:embed="rId101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blipFill>
                  <a:blip r:embed="rId102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blipFill>
                  <a:blip r:embed="rId103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blipFill>
                  <a:blip r:embed="rId104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FA9E933-5A55-8415-CDF7-6444CF2F39E4}"/>
              </a:ext>
            </a:extLst>
          </p:cNvPr>
          <p:cNvSpPr/>
          <p:nvPr/>
        </p:nvSpPr>
        <p:spPr>
          <a:xfrm>
            <a:off x="1446053" y="292974"/>
            <a:ext cx="2458803" cy="154711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B577AE3-7BAC-B155-A9A7-F753639BD1AD}"/>
              </a:ext>
            </a:extLst>
          </p:cNvPr>
          <p:cNvSpPr/>
          <p:nvPr/>
        </p:nvSpPr>
        <p:spPr>
          <a:xfrm>
            <a:off x="1446053" y="2213024"/>
            <a:ext cx="2458803" cy="154711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D54479D-3BDB-6D9F-3F78-9E2F4766FD97}"/>
              </a:ext>
            </a:extLst>
          </p:cNvPr>
          <p:cNvSpPr/>
          <p:nvPr/>
        </p:nvSpPr>
        <p:spPr>
          <a:xfrm>
            <a:off x="4538253" y="312304"/>
            <a:ext cx="593653" cy="1611675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A777521-F912-E578-3EE8-69B20EAA8163}"/>
              </a:ext>
            </a:extLst>
          </p:cNvPr>
          <p:cNvSpPr/>
          <p:nvPr/>
        </p:nvSpPr>
        <p:spPr>
          <a:xfrm>
            <a:off x="5371955" y="752090"/>
            <a:ext cx="1691866" cy="70616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B9522B62-7E3F-67D2-E665-C610CB1BED0F}"/>
                  </a:ext>
                </a:extLst>
              </p:cNvPr>
              <p:cNvSpPr txBox="1"/>
              <p:nvPr/>
            </p:nvSpPr>
            <p:spPr>
              <a:xfrm>
                <a:off x="6004449" y="742505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B9522B62-7E3F-67D2-E665-C610CB1BE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449" y="742505"/>
                <a:ext cx="536105" cy="707886"/>
              </a:xfrm>
              <a:prstGeom prst="rect">
                <a:avLst/>
              </a:prstGeom>
              <a:blipFill>
                <a:blip r:embed="rId105"/>
                <a:stretch>
                  <a:fillRect l="-34091" r="-9091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500351AD-FB6C-CB52-7147-1D13F8C6F4C1}"/>
                  </a:ext>
                </a:extLst>
              </p:cNvPr>
              <p:cNvSpPr txBox="1"/>
              <p:nvPr/>
            </p:nvSpPr>
            <p:spPr>
              <a:xfrm>
                <a:off x="4654659" y="763544"/>
                <a:ext cx="536105" cy="730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500351AD-FB6C-CB52-7147-1D13F8C6F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659" y="763544"/>
                <a:ext cx="536105" cy="730969"/>
              </a:xfrm>
              <a:prstGeom prst="rect">
                <a:avLst/>
              </a:prstGeom>
              <a:blipFill>
                <a:blip r:embed="rId106"/>
                <a:stretch>
                  <a:fillRect l="-53488" r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B87D88D-A45D-7ED7-DD56-61C3358D0A6A}"/>
                  </a:ext>
                </a:extLst>
              </p:cNvPr>
              <p:cNvSpPr txBox="1"/>
              <p:nvPr/>
            </p:nvSpPr>
            <p:spPr>
              <a:xfrm>
                <a:off x="2480317" y="703783"/>
                <a:ext cx="536105" cy="730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B87D88D-A45D-7ED7-DD56-61C3358D0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317" y="703783"/>
                <a:ext cx="536105" cy="730969"/>
              </a:xfrm>
              <a:prstGeom prst="rect">
                <a:avLst/>
              </a:prstGeom>
              <a:blipFill>
                <a:blip r:embed="rId107"/>
                <a:stretch>
                  <a:fillRect l="-23256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7C657B5-7AA0-DC0A-19A1-C65F06097E35}"/>
                  </a:ext>
                </a:extLst>
              </p:cNvPr>
              <p:cNvSpPr txBox="1"/>
              <p:nvPr/>
            </p:nvSpPr>
            <p:spPr>
              <a:xfrm>
                <a:off x="2481254" y="2614207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7C657B5-7AA0-DC0A-19A1-C65F06097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254" y="2614207"/>
                <a:ext cx="536105" cy="707886"/>
              </a:xfrm>
              <a:prstGeom prst="rect">
                <a:avLst/>
              </a:prstGeom>
              <a:blipFill>
                <a:blip r:embed="rId108"/>
                <a:stretch>
                  <a:fillRect l="-37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/>
              <p:nvPr/>
            </p:nvSpPr>
            <p:spPr>
              <a:xfrm>
                <a:off x="27615" y="24194"/>
                <a:ext cx="1021413" cy="72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5" y="24194"/>
                <a:ext cx="1021413" cy="729046"/>
              </a:xfrm>
              <a:prstGeom prst="rect">
                <a:avLst/>
              </a:prstGeom>
              <a:blipFill>
                <a:blip r:embed="rId10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Oval 189">
            <a:extLst>
              <a:ext uri="{FF2B5EF4-FFF2-40B4-BE49-F238E27FC236}">
                <a16:creationId xmlns:a16="http://schemas.microsoft.com/office/drawing/2014/main" id="{5C196EC2-2653-6653-B3D4-EA9E781A32B3}"/>
              </a:ext>
            </a:extLst>
          </p:cNvPr>
          <p:cNvSpPr/>
          <p:nvPr/>
        </p:nvSpPr>
        <p:spPr>
          <a:xfrm>
            <a:off x="361477" y="1105173"/>
            <a:ext cx="353898" cy="35389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7871EAC-DEA1-A44C-A027-2B052AF92ADE}"/>
              </a:ext>
            </a:extLst>
          </p:cNvPr>
          <p:cNvCxnSpPr>
            <a:cxnSpLocks/>
            <a:stCxn id="183" idx="2"/>
            <a:endCxn id="190" idx="0"/>
          </p:cNvCxnSpPr>
          <p:nvPr/>
        </p:nvCxnSpPr>
        <p:spPr>
          <a:xfrm>
            <a:off x="538322" y="753240"/>
            <a:ext cx="104" cy="351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3A6B2E2B-2B79-0136-D111-B26418C10C4E}"/>
              </a:ext>
            </a:extLst>
          </p:cNvPr>
          <p:cNvCxnSpPr>
            <a:cxnSpLocks/>
            <a:endCxn id="190" idx="6"/>
          </p:cNvCxnSpPr>
          <p:nvPr/>
        </p:nvCxnSpPr>
        <p:spPr>
          <a:xfrm flipH="1">
            <a:off x="715375" y="1282122"/>
            <a:ext cx="4679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B75D576E-6FF8-7885-4959-795749D10771}"/>
              </a:ext>
            </a:extLst>
          </p:cNvPr>
          <p:cNvCxnSpPr>
            <a:cxnSpLocks/>
            <a:stCxn id="190" idx="4"/>
            <a:endCxn id="59" idx="0"/>
          </p:cNvCxnSpPr>
          <p:nvPr/>
        </p:nvCxnSpPr>
        <p:spPr>
          <a:xfrm flipH="1">
            <a:off x="532645" y="1459071"/>
            <a:ext cx="5781" cy="50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Multiply 225">
            <a:extLst>
              <a:ext uri="{FF2B5EF4-FFF2-40B4-BE49-F238E27FC236}">
                <a16:creationId xmlns:a16="http://schemas.microsoft.com/office/drawing/2014/main" id="{460A4DFB-1C3A-B15F-787A-62F91769710A}"/>
              </a:ext>
            </a:extLst>
          </p:cNvPr>
          <p:cNvSpPr/>
          <p:nvPr/>
        </p:nvSpPr>
        <p:spPr>
          <a:xfrm>
            <a:off x="376457" y="1123783"/>
            <a:ext cx="327029" cy="327029"/>
          </a:xfrm>
          <a:prstGeom prst="mathMultiply">
            <a:avLst>
              <a:gd name="adj1" fmla="val 1255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CDB49A0-5739-E2D9-3FE3-419BB75EED31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532398" y="2239539"/>
            <a:ext cx="247" cy="82470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98C12EA6-4D75-9870-598B-56544AB035C1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532398" y="3064241"/>
            <a:ext cx="6509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D7D6DFB-20B1-6CA9-9F91-47AB3A35E0CA}"/>
                  </a:ext>
                </a:extLst>
              </p:cNvPr>
              <p:cNvSpPr txBox="1"/>
              <p:nvPr/>
            </p:nvSpPr>
            <p:spPr>
              <a:xfrm>
                <a:off x="9242142" y="2088030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D7D6DFB-20B1-6CA9-9F91-47AB3A35E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2142" y="2088030"/>
                <a:ext cx="2892668" cy="1929567"/>
              </a:xfrm>
              <a:prstGeom prst="rect">
                <a:avLst/>
              </a:prstGeom>
              <a:blipFill>
                <a:blip r:embed="rId110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C0EC452-0D95-2639-7107-D23995A73FF8}"/>
              </a:ext>
            </a:extLst>
          </p:cNvPr>
          <p:cNvGrpSpPr/>
          <p:nvPr/>
        </p:nvGrpSpPr>
        <p:grpSpPr>
          <a:xfrm>
            <a:off x="9505115" y="2211586"/>
            <a:ext cx="488497" cy="1553458"/>
            <a:chOff x="2869780" y="2223013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32980AE2-ACEE-C8DF-7363-8E69C050B5B3}"/>
                    </a:ext>
                  </a:extLst>
                </p:cNvPr>
                <p:cNvSpPr txBox="1"/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32980AE2-ACEE-C8DF-7363-8E69C050B5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blipFill>
                  <a:blip r:embed="rId111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3BA654D-4A9E-FA92-8F90-F5C82E9695C3}"/>
                    </a:ext>
                  </a:extLst>
                </p:cNvPr>
                <p:cNvSpPr txBox="1"/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3BA654D-4A9E-FA92-8F90-F5C82E9695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blipFill>
                  <a:blip r:embed="rId112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ED246A3-02B3-98B4-799E-B453D24FACCF}"/>
                    </a:ext>
                  </a:extLst>
                </p:cNvPr>
                <p:cNvSpPr txBox="1"/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ED246A3-02B3-98B4-799E-B453D24FAC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blipFill>
                  <a:blip r:embed="rId113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53248D86-AEA4-55CA-913E-5AA34F496A87}"/>
                    </a:ext>
                  </a:extLst>
                </p:cNvPr>
                <p:cNvSpPr txBox="1"/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53248D86-AEA4-55CA-913E-5AA34F496A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blipFill>
                  <a:blip r:embed="rId114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A83121C-58BC-B1B9-C402-814CD6210F9F}"/>
                    </a:ext>
                  </a:extLst>
                </p:cNvPr>
                <p:cNvSpPr txBox="1"/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A83121C-58BC-B1B9-C402-814CD6210F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blipFill>
                  <a:blip r:embed="rId11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6B0C47E-6639-3FBF-1E7C-FBE0F92AC6EF}"/>
              </a:ext>
            </a:extLst>
          </p:cNvPr>
          <p:cNvGrpSpPr/>
          <p:nvPr/>
        </p:nvGrpSpPr>
        <p:grpSpPr>
          <a:xfrm>
            <a:off x="9993385" y="2206410"/>
            <a:ext cx="488497" cy="1553458"/>
            <a:chOff x="3359253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9CDEA51-B687-C632-98CA-DBB207B40C3E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9CDEA51-B687-C632-98CA-DBB207B40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blipFill>
                  <a:blip r:embed="rId116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F9617D67-D57E-0DB3-BA9C-D84B1420EFB5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F9617D67-D57E-0DB3-BA9C-D84B1420EF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blipFill>
                  <a:blip r:embed="rId117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2E9ED72-2ABB-35E0-2E5D-66EF9B9FBF60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2E9ED72-2ABB-35E0-2E5D-66EF9B9FBF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blipFill>
                  <a:blip r:embed="rId118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8120485-4511-76AE-7DCB-4D936BC4B8D1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8120485-4511-76AE-7DCB-4D936BC4B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blipFill>
                  <a:blip r:embed="rId119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C769C416-E7E5-DB53-2F78-844AB20942BB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C769C416-E7E5-DB53-2F78-844AB2094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blipFill>
                  <a:blip r:embed="rId120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766F71B-880E-4A43-E7D5-9E66C6F3CA74}"/>
              </a:ext>
            </a:extLst>
          </p:cNvPr>
          <p:cNvGrpSpPr/>
          <p:nvPr/>
        </p:nvGrpSpPr>
        <p:grpSpPr>
          <a:xfrm>
            <a:off x="10490031" y="2210109"/>
            <a:ext cx="488497" cy="1553458"/>
            <a:chOff x="3847750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8A484BE4-6320-A89A-E75F-C5E67EA597B6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8A484BE4-6320-A89A-E75F-C5E67EA59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blipFill>
                  <a:blip r:embed="rId121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57D67B06-F5A3-4BD8-3597-5D4A412B5850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57D67B06-F5A3-4BD8-3597-5D4A412B58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blipFill>
                  <a:blip r:embed="rId122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0436A5FA-83B2-C6CB-8699-15A0E5582107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0436A5FA-83B2-C6CB-8699-15A0E5582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blipFill>
                  <a:blip r:embed="rId123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1F81707A-261B-4CCC-6BDC-68A61030EB21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1F81707A-261B-4CCC-6BDC-68A61030E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blipFill>
                  <a:blip r:embed="rId124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CBFC346D-23E6-ED4A-D941-7A98A723C072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CBFC346D-23E6-ED4A-D941-7A98A723C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blipFill>
                  <a:blip r:embed="rId125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BD0E4567-2A7D-F75D-8833-BB7DEF756279}"/>
              </a:ext>
            </a:extLst>
          </p:cNvPr>
          <p:cNvGrpSpPr/>
          <p:nvPr/>
        </p:nvGrpSpPr>
        <p:grpSpPr>
          <a:xfrm>
            <a:off x="10978775" y="2212758"/>
            <a:ext cx="488497" cy="1553458"/>
            <a:chOff x="4328825" y="967648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753D374A-469D-4305-AA8C-BBE81E1B8A9F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753D374A-469D-4305-AA8C-BBE81E1B8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blipFill>
                  <a:blip r:embed="rId12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73B6293E-721D-27EE-8598-3E5FCF5D3257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73B6293E-721D-27EE-8598-3E5FCF5D3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blipFill>
                  <a:blip r:embed="rId12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494C0E07-8781-0F7D-2379-CC6E3481E76F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494C0E07-8781-0F7D-2379-CC6E3481E7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blipFill>
                  <a:blip r:embed="rId12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F8345DFE-9AFC-BA98-C079-93EDB9AA5C04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F8345DFE-9AFC-BA98-C079-93EDB9AA5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blipFill>
                  <a:blip r:embed="rId12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7A82A986-D35E-4A07-183D-811F3EF624D6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7A82A986-D35E-4A07-183D-811F3EF62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blipFill>
                  <a:blip r:embed="rId130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DB81DF81-14F6-BD4A-6E37-0EF473CC85F2}"/>
              </a:ext>
            </a:extLst>
          </p:cNvPr>
          <p:cNvGrpSpPr/>
          <p:nvPr/>
        </p:nvGrpSpPr>
        <p:grpSpPr>
          <a:xfrm>
            <a:off x="11475194" y="2208590"/>
            <a:ext cx="488497" cy="1553458"/>
            <a:chOff x="4842805" y="970865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6AA1E49C-697E-631B-AD21-25A2B78719FB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6AA1E49C-697E-631B-AD21-25A2B78719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blipFill>
                  <a:blip r:embed="rId131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335356AB-DB3D-7FB0-73D4-DA974C235459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335356AB-DB3D-7FB0-73D4-DA974C235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blipFill>
                  <a:blip r:embed="rId132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D0853078-7D1C-9493-827F-828787C67D1E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D0853078-7D1C-9493-827F-828787C67D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blipFill>
                  <a:blip r:embed="rId133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49EC237B-6DD8-2070-A973-344D9E1FF4A2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49EC237B-6DD8-2070-A973-344D9E1FF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blipFill>
                  <a:blip r:embed="rId134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57A5D0F0-C193-F695-37CB-93C18580761A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57A5D0F0-C193-F695-37CB-93C185807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blipFill>
                  <a:blip r:embed="rId135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939E5F4-BEE3-4517-B56B-6EF8FC27E525}"/>
              </a:ext>
            </a:extLst>
          </p:cNvPr>
          <p:cNvSpPr/>
          <p:nvPr/>
        </p:nvSpPr>
        <p:spPr>
          <a:xfrm>
            <a:off x="9450679" y="2209233"/>
            <a:ext cx="2458803" cy="154711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B8CC0B4-3EDA-3313-1BF9-CECADFF7C932}"/>
                  </a:ext>
                </a:extLst>
              </p:cNvPr>
              <p:cNvSpPr txBox="1"/>
              <p:nvPr/>
            </p:nvSpPr>
            <p:spPr>
              <a:xfrm>
                <a:off x="10485880" y="2610416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B8CC0B4-3EDA-3313-1BF9-CECADFF7C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880" y="2610416"/>
                <a:ext cx="536105" cy="707886"/>
              </a:xfrm>
              <a:prstGeom prst="rect">
                <a:avLst/>
              </a:prstGeom>
              <a:blipFill>
                <a:blip r:embed="rId136"/>
                <a:stretch>
                  <a:fillRect l="-34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E6D364FA-D452-9A89-075F-33B78FBFFBD6}"/>
                  </a:ext>
                </a:extLst>
              </p:cNvPr>
              <p:cNvSpPr txBox="1"/>
              <p:nvPr/>
            </p:nvSpPr>
            <p:spPr>
              <a:xfrm>
                <a:off x="7049565" y="2808906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E6D364FA-D452-9A89-075F-33B78FBFF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565" y="2808906"/>
                <a:ext cx="321057" cy="369332"/>
              </a:xfrm>
              <a:prstGeom prst="rect">
                <a:avLst/>
              </a:prstGeom>
              <a:blipFill>
                <a:blip r:embed="rId1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614D0B3-97DA-2626-4F99-86744571C8CD}"/>
              </a:ext>
            </a:extLst>
          </p:cNvPr>
          <p:cNvGrpSpPr/>
          <p:nvPr/>
        </p:nvGrpSpPr>
        <p:grpSpPr>
          <a:xfrm>
            <a:off x="7514901" y="2770515"/>
            <a:ext cx="370914" cy="509429"/>
            <a:chOff x="7017086" y="2770515"/>
            <a:chExt cx="370914" cy="509429"/>
          </a:xfrm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619F2CDE-CEF5-8F91-18D5-2985829A6E83}"/>
                </a:ext>
              </a:extLst>
            </p:cNvPr>
            <p:cNvSpPr/>
            <p:nvPr/>
          </p:nvSpPr>
          <p:spPr>
            <a:xfrm>
              <a:off x="7027694" y="2770516"/>
              <a:ext cx="264672" cy="4914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TextBox 243">
                  <a:extLst>
                    <a:ext uri="{FF2B5EF4-FFF2-40B4-BE49-F238E27FC236}">
                      <a16:creationId xmlns:a16="http://schemas.microsoft.com/office/drawing/2014/main" id="{D9ADBEA1-6A99-FB39-4E47-E42E9E0A4AD5}"/>
                    </a:ext>
                  </a:extLst>
                </p:cNvPr>
                <p:cNvSpPr txBox="1"/>
                <p:nvPr/>
              </p:nvSpPr>
              <p:spPr>
                <a:xfrm>
                  <a:off x="7017086" y="277051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4" name="TextBox 243">
                  <a:extLst>
                    <a:ext uri="{FF2B5EF4-FFF2-40B4-BE49-F238E27FC236}">
                      <a16:creationId xmlns:a16="http://schemas.microsoft.com/office/drawing/2014/main" id="{D9ADBEA1-6A99-FB39-4E47-E42E9E0A4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086" y="2770515"/>
                  <a:ext cx="369549" cy="400110"/>
                </a:xfrm>
                <a:prstGeom prst="rect">
                  <a:avLst/>
                </a:prstGeom>
                <a:blipFill>
                  <a:blip r:embed="rId138"/>
                  <a:stretch>
                    <a:fillRect l="-16667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73F5AD84-E49F-AB64-8516-12260E127A28}"/>
                </a:ext>
              </a:extLst>
            </p:cNvPr>
            <p:cNvSpPr/>
            <p:nvPr/>
          </p:nvSpPr>
          <p:spPr>
            <a:xfrm>
              <a:off x="7029059" y="2776450"/>
              <a:ext cx="264672" cy="4914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466C56F5-BDF1-8A1E-ED29-DBB74DE9D32E}"/>
                    </a:ext>
                  </a:extLst>
                </p:cNvPr>
                <p:cNvSpPr txBox="1"/>
                <p:nvPr/>
              </p:nvSpPr>
              <p:spPr>
                <a:xfrm>
                  <a:off x="7018451" y="2776449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466C56F5-BDF1-8A1E-ED29-DBB74DE9D3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451" y="2776449"/>
                  <a:ext cx="369549" cy="400110"/>
                </a:xfrm>
                <a:prstGeom prst="rect">
                  <a:avLst/>
                </a:prstGeom>
                <a:blipFill>
                  <a:blip r:embed="rId139"/>
                  <a:stretch>
                    <a:fillRect l="-13333"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E653360F-8BFF-3EF0-5B99-66D376D6976E}"/>
                </a:ext>
              </a:extLst>
            </p:cNvPr>
            <p:cNvSpPr/>
            <p:nvPr/>
          </p:nvSpPr>
          <p:spPr>
            <a:xfrm>
              <a:off x="7027694" y="2788489"/>
              <a:ext cx="264672" cy="4914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0071DA15-5ECD-2417-EFC9-014B30E85D9E}"/>
                    </a:ext>
                  </a:extLst>
                </p:cNvPr>
                <p:cNvSpPr txBox="1"/>
                <p:nvPr/>
              </p:nvSpPr>
              <p:spPr>
                <a:xfrm>
                  <a:off x="7017086" y="2788488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0071DA15-5ECD-2417-EFC9-014B30E85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086" y="2788488"/>
                  <a:ext cx="369549" cy="400110"/>
                </a:xfrm>
                <a:prstGeom prst="rect">
                  <a:avLst/>
                </a:prstGeom>
                <a:blipFill>
                  <a:blip r:embed="rId140"/>
                  <a:stretch>
                    <a:fillRect l="-16667"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AA594AB1-B917-DB6E-E98E-10BBB0344B46}"/>
                </a:ext>
              </a:extLst>
            </p:cNvPr>
            <p:cNvSpPr/>
            <p:nvPr/>
          </p:nvSpPr>
          <p:spPr>
            <a:xfrm>
              <a:off x="7027694" y="2773825"/>
              <a:ext cx="264672" cy="4914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0AC86233-F8AA-441B-B94E-CA5865B7F1EB}"/>
                    </a:ext>
                  </a:extLst>
                </p:cNvPr>
                <p:cNvSpPr txBox="1"/>
                <p:nvPr/>
              </p:nvSpPr>
              <p:spPr>
                <a:xfrm>
                  <a:off x="7017086" y="2773824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0AC86233-F8AA-441B-B94E-CA5865B7F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086" y="2773824"/>
                  <a:ext cx="369549" cy="400110"/>
                </a:xfrm>
                <a:prstGeom prst="rect">
                  <a:avLst/>
                </a:prstGeom>
                <a:blipFill>
                  <a:blip r:embed="rId141"/>
                  <a:stretch>
                    <a:fillRect l="-16667"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7970C3C1-6283-BD04-D17F-669EE2AED359}"/>
                </a:ext>
              </a:extLst>
            </p:cNvPr>
            <p:cNvSpPr/>
            <p:nvPr/>
          </p:nvSpPr>
          <p:spPr>
            <a:xfrm>
              <a:off x="7027694" y="2770516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FFCC9B81-6BF1-E283-2566-71491875774D}"/>
                    </a:ext>
                  </a:extLst>
                </p:cNvPr>
                <p:cNvSpPr txBox="1"/>
                <p:nvPr/>
              </p:nvSpPr>
              <p:spPr>
                <a:xfrm>
                  <a:off x="7017086" y="277051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FFCC9B81-6BF1-E283-2566-714918757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086" y="2770515"/>
                  <a:ext cx="369549" cy="400110"/>
                </a:xfrm>
                <a:prstGeom prst="rect">
                  <a:avLst/>
                </a:prstGeom>
                <a:blipFill>
                  <a:blip r:embed="rId142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F8DB1BCC-921E-655B-2A9E-2D370B95981B}"/>
              </a:ext>
            </a:extLst>
          </p:cNvPr>
          <p:cNvGrpSpPr/>
          <p:nvPr/>
        </p:nvGrpSpPr>
        <p:grpSpPr>
          <a:xfrm>
            <a:off x="7857999" y="2770516"/>
            <a:ext cx="369549" cy="491455"/>
            <a:chOff x="7360184" y="2770516"/>
            <a:chExt cx="369549" cy="491455"/>
          </a:xfrm>
        </p:grpSpPr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6C2F1139-DA59-2B17-8BB8-2EA3D557D405}"/>
                </a:ext>
              </a:extLst>
            </p:cNvPr>
            <p:cNvSpPr/>
            <p:nvPr/>
          </p:nvSpPr>
          <p:spPr>
            <a:xfrm>
              <a:off x="7373674" y="2770516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64F42843-88D0-DFF1-063E-97B60225E5A7}"/>
                    </a:ext>
                  </a:extLst>
                </p:cNvPr>
                <p:cNvSpPr txBox="1"/>
                <p:nvPr/>
              </p:nvSpPr>
              <p:spPr>
                <a:xfrm>
                  <a:off x="7360184" y="277220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64F42843-88D0-DFF1-063E-97B60225E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184" y="2772205"/>
                  <a:ext cx="369549" cy="400110"/>
                </a:xfrm>
                <a:prstGeom prst="rect">
                  <a:avLst/>
                </a:prstGeom>
                <a:blipFill>
                  <a:blip r:embed="rId143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98F87858-D2DE-2393-312C-59278B2421F6}"/>
              </a:ext>
            </a:extLst>
          </p:cNvPr>
          <p:cNvGrpSpPr/>
          <p:nvPr/>
        </p:nvGrpSpPr>
        <p:grpSpPr>
          <a:xfrm>
            <a:off x="8202614" y="2770516"/>
            <a:ext cx="369549" cy="491455"/>
            <a:chOff x="7704799" y="2770516"/>
            <a:chExt cx="369549" cy="491455"/>
          </a:xfrm>
        </p:grpSpPr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30FF6012-40F6-30BE-02D3-DED65B5CA6CC}"/>
                </a:ext>
              </a:extLst>
            </p:cNvPr>
            <p:cNvSpPr/>
            <p:nvPr/>
          </p:nvSpPr>
          <p:spPr>
            <a:xfrm>
              <a:off x="7718289" y="2770516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71AE72AE-502D-7A33-0A67-9F107682B1C0}"/>
                    </a:ext>
                  </a:extLst>
                </p:cNvPr>
                <p:cNvSpPr txBox="1"/>
                <p:nvPr/>
              </p:nvSpPr>
              <p:spPr>
                <a:xfrm>
                  <a:off x="7704799" y="277688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71AE72AE-502D-7A33-0A67-9F107682B1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799" y="2776885"/>
                  <a:ext cx="369549" cy="400110"/>
                </a:xfrm>
                <a:prstGeom prst="rect">
                  <a:avLst/>
                </a:prstGeom>
                <a:blipFill>
                  <a:blip r:embed="rId14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461F148-9344-8740-BF7D-B1B311FE779D}"/>
              </a:ext>
            </a:extLst>
          </p:cNvPr>
          <p:cNvGrpSpPr/>
          <p:nvPr/>
        </p:nvGrpSpPr>
        <p:grpSpPr>
          <a:xfrm>
            <a:off x="8542915" y="2770516"/>
            <a:ext cx="369549" cy="491455"/>
            <a:chOff x="8045100" y="2770516"/>
            <a:chExt cx="369549" cy="491455"/>
          </a:xfrm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C691FC74-C358-2F1B-D7E3-7559E505AB29}"/>
                </a:ext>
              </a:extLst>
            </p:cNvPr>
            <p:cNvSpPr/>
            <p:nvPr/>
          </p:nvSpPr>
          <p:spPr>
            <a:xfrm>
              <a:off x="8058590" y="2770516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A94F671D-CC6E-7237-9B11-F0EB270C73D3}"/>
                    </a:ext>
                  </a:extLst>
                </p:cNvPr>
                <p:cNvSpPr txBox="1"/>
                <p:nvPr/>
              </p:nvSpPr>
              <p:spPr>
                <a:xfrm>
                  <a:off x="8045100" y="2780844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A94F671D-CC6E-7237-9B11-F0EB270C73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5100" y="2780844"/>
                  <a:ext cx="369549" cy="400110"/>
                </a:xfrm>
                <a:prstGeom prst="rect">
                  <a:avLst/>
                </a:prstGeom>
                <a:blipFill>
                  <a:blip r:embed="rId14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2A7531BC-A5EB-18C6-EFAC-97A701606A85}"/>
              </a:ext>
            </a:extLst>
          </p:cNvPr>
          <p:cNvGrpSpPr/>
          <p:nvPr/>
        </p:nvGrpSpPr>
        <p:grpSpPr>
          <a:xfrm>
            <a:off x="8884327" y="2776822"/>
            <a:ext cx="369549" cy="491455"/>
            <a:chOff x="8386512" y="2776822"/>
            <a:chExt cx="369549" cy="491455"/>
          </a:xfrm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5DF04BF-DD6E-1096-CF01-BAA242FC674F}"/>
                </a:ext>
              </a:extLst>
            </p:cNvPr>
            <p:cNvSpPr/>
            <p:nvPr/>
          </p:nvSpPr>
          <p:spPr>
            <a:xfrm>
              <a:off x="8400002" y="2776822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5A45B9E3-5D08-8E71-BDE6-1537BBB464FD}"/>
                    </a:ext>
                  </a:extLst>
                </p:cNvPr>
                <p:cNvSpPr txBox="1"/>
                <p:nvPr/>
              </p:nvSpPr>
              <p:spPr>
                <a:xfrm>
                  <a:off x="8386512" y="2787150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5A45B9E3-5D08-8E71-BDE6-1537BBB46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2" y="2787150"/>
                  <a:ext cx="369549" cy="400110"/>
                </a:xfrm>
                <a:prstGeom prst="rect">
                  <a:avLst/>
                </a:prstGeom>
                <a:blipFill>
                  <a:blip r:embed="rId14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AD802C9-A90B-2E22-6404-53971300C50E}"/>
                  </a:ext>
                </a:extLst>
              </p:cNvPr>
              <p:cNvSpPr txBox="1"/>
              <p:nvPr/>
            </p:nvSpPr>
            <p:spPr>
              <a:xfrm>
                <a:off x="9975814" y="7171911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AD802C9-A90B-2E22-6404-53971300C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814" y="7171911"/>
                <a:ext cx="536105" cy="707886"/>
              </a:xfrm>
              <a:prstGeom prst="rect">
                <a:avLst/>
              </a:prstGeom>
              <a:blipFill>
                <a:blip r:embed="rId147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DE48C61-17D0-42AE-BE60-4B58F7036013}"/>
              </a:ext>
            </a:extLst>
          </p:cNvPr>
          <p:cNvGrpSpPr/>
          <p:nvPr/>
        </p:nvGrpSpPr>
        <p:grpSpPr>
          <a:xfrm>
            <a:off x="5060890" y="2633610"/>
            <a:ext cx="382547" cy="828675"/>
            <a:chOff x="4437482" y="2633610"/>
            <a:chExt cx="382547" cy="828675"/>
          </a:xfrm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D3345B30-83D5-F817-8657-E7D51B6E5F65}"/>
                </a:ext>
              </a:extLst>
            </p:cNvPr>
            <p:cNvSpPr/>
            <p:nvPr/>
          </p:nvSpPr>
          <p:spPr>
            <a:xfrm>
              <a:off x="4437482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8AC27562-8465-9D8D-BBAB-BA4E55D6FC47}"/>
                    </a:ext>
                  </a:extLst>
                </p:cNvPr>
                <p:cNvSpPr txBox="1"/>
                <p:nvPr/>
              </p:nvSpPr>
              <p:spPr>
                <a:xfrm>
                  <a:off x="4450480" y="2824959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8AC27562-8465-9D8D-BBAB-BA4E55D6F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0480" y="2824959"/>
                  <a:ext cx="369549" cy="400110"/>
                </a:xfrm>
                <a:prstGeom prst="rect">
                  <a:avLst/>
                </a:prstGeom>
                <a:blipFill>
                  <a:blip r:embed="rId148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3B7FCB1-EF0F-244C-A523-E350BDAB1264}"/>
              </a:ext>
            </a:extLst>
          </p:cNvPr>
          <p:cNvGrpSpPr/>
          <p:nvPr/>
        </p:nvGrpSpPr>
        <p:grpSpPr>
          <a:xfrm>
            <a:off x="5468394" y="2633610"/>
            <a:ext cx="382547" cy="828675"/>
            <a:chOff x="4844986" y="2633610"/>
            <a:chExt cx="382547" cy="828675"/>
          </a:xfrm>
        </p:grpSpPr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9184B797-176D-1194-77D1-4EFAA45F2A23}"/>
                </a:ext>
              </a:extLst>
            </p:cNvPr>
            <p:cNvSpPr/>
            <p:nvPr/>
          </p:nvSpPr>
          <p:spPr>
            <a:xfrm>
              <a:off x="4844986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4FFE914E-1AF7-B003-7A6A-D41A1F98D3D7}"/>
                    </a:ext>
                  </a:extLst>
                </p:cNvPr>
                <p:cNvSpPr txBox="1"/>
                <p:nvPr/>
              </p:nvSpPr>
              <p:spPr>
                <a:xfrm>
                  <a:off x="4857984" y="2824959"/>
                  <a:ext cx="369549" cy="409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4FFE914E-1AF7-B003-7A6A-D41A1F98D3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7984" y="2824959"/>
                  <a:ext cx="369549" cy="409984"/>
                </a:xfrm>
                <a:prstGeom prst="rect">
                  <a:avLst/>
                </a:prstGeom>
                <a:blipFill>
                  <a:blip r:embed="rId149"/>
                  <a:stretch>
                    <a:fillRect l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9D10B815-0134-CCA3-B6AF-110B0D4DA954}"/>
              </a:ext>
            </a:extLst>
          </p:cNvPr>
          <p:cNvGrpSpPr/>
          <p:nvPr/>
        </p:nvGrpSpPr>
        <p:grpSpPr>
          <a:xfrm>
            <a:off x="5865208" y="2633610"/>
            <a:ext cx="382547" cy="828675"/>
            <a:chOff x="5241800" y="2633610"/>
            <a:chExt cx="382547" cy="828675"/>
          </a:xfrm>
        </p:grpSpPr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09BA9C70-BA47-C611-B316-D5300BE5525E}"/>
                </a:ext>
              </a:extLst>
            </p:cNvPr>
            <p:cNvSpPr/>
            <p:nvPr/>
          </p:nvSpPr>
          <p:spPr>
            <a:xfrm>
              <a:off x="5241800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ED221083-A71B-B52F-9A5A-8C41094D3939}"/>
                    </a:ext>
                  </a:extLst>
                </p:cNvPr>
                <p:cNvSpPr txBox="1"/>
                <p:nvPr/>
              </p:nvSpPr>
              <p:spPr>
                <a:xfrm>
                  <a:off x="5254798" y="2824959"/>
                  <a:ext cx="369549" cy="409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ED221083-A71B-B52F-9A5A-8C41094D3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798" y="2824959"/>
                  <a:ext cx="369549" cy="409984"/>
                </a:xfrm>
                <a:prstGeom prst="rect">
                  <a:avLst/>
                </a:prstGeom>
                <a:blipFill>
                  <a:blip r:embed="rId15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AB9455A-4F29-3AA2-6C5F-AEF58DAE09B4}"/>
              </a:ext>
            </a:extLst>
          </p:cNvPr>
          <p:cNvGrpSpPr/>
          <p:nvPr/>
        </p:nvGrpSpPr>
        <p:grpSpPr>
          <a:xfrm>
            <a:off x="6261586" y="2633610"/>
            <a:ext cx="382547" cy="828675"/>
            <a:chOff x="5638178" y="2633610"/>
            <a:chExt cx="382547" cy="828675"/>
          </a:xfrm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B2677B71-4A43-ECA7-52E6-5C29C91AD1E5}"/>
                </a:ext>
              </a:extLst>
            </p:cNvPr>
            <p:cNvSpPr/>
            <p:nvPr/>
          </p:nvSpPr>
          <p:spPr>
            <a:xfrm>
              <a:off x="5638178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701D4B17-A66A-2547-DBB4-367F3DB2CABC}"/>
                    </a:ext>
                  </a:extLst>
                </p:cNvPr>
                <p:cNvSpPr txBox="1"/>
                <p:nvPr/>
              </p:nvSpPr>
              <p:spPr>
                <a:xfrm>
                  <a:off x="5651176" y="2824959"/>
                  <a:ext cx="369549" cy="409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701D4B17-A66A-2547-DBB4-367F3DB2C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1176" y="2824959"/>
                  <a:ext cx="369549" cy="409984"/>
                </a:xfrm>
                <a:prstGeom prst="rect">
                  <a:avLst/>
                </a:prstGeom>
                <a:blipFill>
                  <a:blip r:embed="rId151"/>
                  <a:stretch>
                    <a:fillRect l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63D3647-27F7-0C55-AB6D-F9218ECD8B60}"/>
              </a:ext>
            </a:extLst>
          </p:cNvPr>
          <p:cNvGrpSpPr/>
          <p:nvPr/>
        </p:nvGrpSpPr>
        <p:grpSpPr>
          <a:xfrm>
            <a:off x="6637516" y="2633610"/>
            <a:ext cx="382547" cy="828675"/>
            <a:chOff x="6014108" y="2633610"/>
            <a:chExt cx="382547" cy="828675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2B65BAEF-C6DE-D5C2-2C10-9C82E75A8274}"/>
                </a:ext>
              </a:extLst>
            </p:cNvPr>
            <p:cNvSpPr/>
            <p:nvPr/>
          </p:nvSpPr>
          <p:spPr>
            <a:xfrm>
              <a:off x="6014108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0476B947-726D-C0E2-969A-422E04262514}"/>
                    </a:ext>
                  </a:extLst>
                </p:cNvPr>
                <p:cNvSpPr txBox="1"/>
                <p:nvPr/>
              </p:nvSpPr>
              <p:spPr>
                <a:xfrm>
                  <a:off x="6027106" y="2824959"/>
                  <a:ext cx="369549" cy="409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0476B947-726D-C0E2-969A-422E04262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7106" y="2824959"/>
                  <a:ext cx="369549" cy="409984"/>
                </a:xfrm>
                <a:prstGeom prst="rect">
                  <a:avLst/>
                </a:prstGeom>
                <a:blipFill>
                  <a:blip r:embed="rId152"/>
                  <a:stretch>
                    <a:fillRect l="-10000"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4026ECE8-0B9E-730E-AB39-D55DF7909271}"/>
              </a:ext>
            </a:extLst>
          </p:cNvPr>
          <p:cNvSpPr txBox="1"/>
          <p:nvPr/>
        </p:nvSpPr>
        <p:spPr>
          <a:xfrm>
            <a:off x="5031936" y="3504377"/>
            <a:ext cx="1993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Output features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7785A137-AEE7-EDDF-8FE4-A14F0AE1A867}"/>
                  </a:ext>
                </a:extLst>
              </p:cNvPr>
              <p:cNvSpPr txBox="1"/>
              <p:nvPr/>
            </p:nvSpPr>
            <p:spPr>
              <a:xfrm>
                <a:off x="7298455" y="2514392"/>
                <a:ext cx="2147709" cy="103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</m:e>
                        </m:eqArr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</m:e>
                    </m:d>
                  </m:oMath>
                </a14:m>
                <a:r>
                  <a:rPr lang="en-US" dirty="0"/>
                  <a:t>          </a:t>
                </a:r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7785A137-AEE7-EDDF-8FE4-A14F0AE1A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455" y="2514392"/>
                <a:ext cx="2147709" cy="1034899"/>
              </a:xfrm>
              <a:prstGeom prst="rect">
                <a:avLst/>
              </a:prstGeom>
              <a:blipFill>
                <a:blip r:embed="rId153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509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95BAB849-9A95-D150-E421-80F3A3319567}"/>
                  </a:ext>
                </a:extLst>
              </p:cNvPr>
              <p:cNvSpPr txBox="1"/>
              <p:nvPr/>
            </p:nvSpPr>
            <p:spPr>
              <a:xfrm>
                <a:off x="4752401" y="2505150"/>
                <a:ext cx="2147709" cy="103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1.                </m:t>
                            </m:r>
                          </m:e>
                        </m:eqArr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</m:e>
                    </m:d>
                  </m:oMath>
                </a14:m>
                <a:r>
                  <a:rPr lang="en-US" dirty="0"/>
                  <a:t>          </a:t>
                </a:r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95BAB849-9A95-D150-E421-80F3A3319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401" y="2505150"/>
                <a:ext cx="2147709" cy="1034899"/>
              </a:xfrm>
              <a:prstGeom prst="rect">
                <a:avLst/>
              </a:prstGeom>
              <a:blipFill>
                <a:blip r:embed="rId3"/>
                <a:stretch>
                  <a:fillRect r="-4706"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/>
              <p:nvPr/>
            </p:nvSpPr>
            <p:spPr>
              <a:xfrm>
                <a:off x="1189207" y="158575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E80B3-28FC-F813-8C96-2F8ADD047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207" y="158575"/>
                <a:ext cx="2892668" cy="1929567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/>
              <p:nvPr/>
            </p:nvSpPr>
            <p:spPr>
              <a:xfrm>
                <a:off x="4274486" y="157162"/>
                <a:ext cx="1126183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6D2913-D341-3E0A-BA1B-BE16EA3AD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486" y="157162"/>
                <a:ext cx="1126183" cy="1929567"/>
              </a:xfrm>
              <a:prstGeom prst="rect">
                <a:avLst/>
              </a:prstGeom>
              <a:blipFill>
                <a:blip r:embed="rId5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BD956-3EC8-9682-A89D-18EDA65E1E8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00A412-E2BF-0288-2F63-6435B9C5BA9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AF174E4-B3D5-EEC9-A5C5-B7FAF594C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29B78E-6C91-FDE7-825D-1A207164DD5E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ECC3603-C12D-ED7B-DD94-164269187ED0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5CB1-3529-1A54-BF9E-0D1F72133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6BB73C-2AAD-9863-2462-2E1909399FEC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267CE1-38D7-1D65-1BBC-C0695FAB8322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0D1B07F-49B9-0454-BCEE-E0DCF482D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54D2432-258C-3556-692D-A1444D86D64F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202E91D-F668-7185-109D-9C2EE4682040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92DBCA9-BC08-6B80-EA41-8EB3EA1F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C64A42-FA06-5071-87C2-EA1EA6994F0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E3C47E-6C0D-AAE8-225D-2B40F2FEF04F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AF14F-8EBF-6248-7305-CA8891CE11CD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3096-5534-0407-EE1A-D1AA74ED3072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A8564-CA45-15A5-20E6-FAC0FC178859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263942-7EE7-BAB1-A16C-738C28C4A0E9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1B0E-828E-1981-C440-4041AEA7009C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1426B-6CEF-E498-E035-2496E6C01A35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BA55-085F-1C7E-A89F-B271A86DEAF5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E42B3-CBAE-988D-4A59-ECD4F1BA3F25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A04DF-D1FA-7A94-5DD2-D101F6AC0E62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EF7E-162E-F096-7000-D226F6DAA501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9FF44-C1AB-790F-421E-9863121E027E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F8C33-3A86-4543-9137-159D7A92EE7D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711A6-189E-A007-C5D2-AE08E401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CA3E4A-986A-D9A3-6A31-96F0A255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948F1C-93CF-B3FF-EA8D-9EB4DDCF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E67E7E-A96E-D63F-1184-91C4403C2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EEEBD6-DC1E-8B3D-9996-174549A8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BDEA728-3A7D-CC46-4833-1237267C0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16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1AACADF-5D0E-911F-5FCC-231A72C1DD0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BC8FE9-4CBD-8C03-D465-E7EAA5FAB516}"/>
              </a:ext>
            </a:extLst>
          </p:cNvPr>
          <p:cNvCxnSpPr>
            <a:cxnSpLocks/>
            <a:stCxn id="62" idx="0"/>
            <a:endCxn id="185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8FF1CA9-8FCE-9072-CCF7-A26015D6A9C3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A3ADF82-21C6-B78B-D2F6-BFBF9328B5C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B88FA2-9D5E-BDB8-6965-F51BDE097082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DBF8A81-48C6-C945-1284-0C3234EAAAC5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9767501-1A7B-5149-3837-F0D4A8079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17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AA81296-2E94-45C7-8322-4BFCF37F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671A620-681F-94C2-7A20-B9CEF3E6B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19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C3C8471-54E1-4E09-07E6-160B826B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20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184">
            <a:extLst>
              <a:ext uri="{FF2B5EF4-FFF2-40B4-BE49-F238E27FC236}">
                <a16:creationId xmlns:a16="http://schemas.microsoft.com/office/drawing/2014/main" id="{39408844-E7EB-92F6-8758-F21C952EAB9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318E70F-11D1-E08A-3A7C-A4F8610F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21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EB82DAC-2817-4500-F3F7-10318D6F50E4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62F8EA-98CA-40A5-96BF-FD97749E15E6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E6F298E-DAB1-650D-6555-6A1E74BD2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22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E6632E0-89DD-8AA5-5F89-A39C4FD0A20D}"/>
              </a:ext>
            </a:extLst>
          </p:cNvPr>
          <p:cNvCxnSpPr>
            <a:cxnSpLocks/>
            <a:endCxn id="195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E813CBB-FC4D-C0C2-6C14-3825D2A6E649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AEFAA92-F1E7-DE18-5840-FEDEE5069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23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2F64BAB-45D3-703B-EF6B-D962CE10CF7C}"/>
              </a:ext>
            </a:extLst>
          </p:cNvPr>
          <p:cNvCxnSpPr>
            <a:cxnSpLocks/>
            <a:endCxn id="198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930BFA-0437-EAAC-BB08-B7A15E43ED6D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B6DF3FA-9DC3-54DD-2432-9078E9FB2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24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2CB2B0B-7F17-0FF5-3EB3-D65C33F464B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EE7465E-853D-DADD-7A62-E0660DB3E23E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45C5518-1412-73AD-E0DC-CA27F7904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2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F646E5-0B60-B929-AC99-97B946CC2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26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95337C-AEEC-45DD-C563-5AF075107467}"/>
              </a:ext>
            </a:extLst>
          </p:cNvPr>
          <p:cNvCxnSpPr>
            <a:cxnSpLocks/>
            <a:stCxn id="29" idx="0"/>
            <a:endCxn id="2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0BBF2-923F-FDFD-57E2-827325DB4345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95E86-711C-465E-76B7-E6A14BF56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F34D6-4332-F21D-627C-DCD1FDBB09A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AC042-2B84-32A0-6C02-D08E416E76C4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C79F0C-0802-63B2-6B33-49496C548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2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E1A543-7E4D-FE58-3532-0847D55C884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B80B9FD-E565-91AF-7878-6026C4463E4F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EB8F673-F1DB-7A25-F6B3-1E4D0AC86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29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8DEC6E-0EDB-4100-8784-3156C0AF11C1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0A8629F-3677-F258-7A49-83679D3C1AAC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3046B3-A9EE-B78B-4B36-9CBAAD5FF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3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92B97B-1667-7C50-BA96-AE3FF7F2A88C}"/>
              </a:ext>
            </a:extLst>
          </p:cNvPr>
          <p:cNvCxnSpPr>
            <a:cxnSpLocks/>
            <a:stCxn id="24" idx="0"/>
            <a:endCxn id="63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8116175-2298-A5C9-0917-2068F0ADABB5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53ABD7B-F9C5-1C97-8832-B2A0A05CC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31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6995D0-0480-1979-562F-3AC1ADCB9656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D17559-5924-189F-DE2E-D284DC269C6C}"/>
              </a:ext>
            </a:extLst>
          </p:cNvPr>
          <p:cNvCxnSpPr>
            <a:cxnSpLocks/>
            <a:stCxn id="40" idx="0"/>
            <a:endCxn id="76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D7D2C49-18CF-614B-D7A1-8E46F843601F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84CAB6-0D3A-4220-9E7C-FD02B239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/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725FB17-70C4-AC31-CA0D-5E34A2374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blipFill>
                <a:blip r:embed="rId33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8B49003-2564-629F-C6E1-0598692E5103}"/>
              </a:ext>
            </a:extLst>
          </p:cNvPr>
          <p:cNvCxnSpPr>
            <a:cxnSpLocks/>
            <a:stCxn id="24" idx="0"/>
            <a:endCxn id="106" idx="2"/>
          </p:cNvCxnSpPr>
          <p:nvPr/>
        </p:nvCxnSpPr>
        <p:spPr>
          <a:xfrm flipH="1" flipV="1">
            <a:off x="2940898" y="5181747"/>
            <a:ext cx="482632" cy="16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BC184A-CDC7-945C-2031-90A37091474D}"/>
              </a:ext>
            </a:extLst>
          </p:cNvPr>
          <p:cNvCxnSpPr>
            <a:cxnSpLocks/>
            <a:stCxn id="106" idx="0"/>
            <a:endCxn id="110" idx="2"/>
          </p:cNvCxnSpPr>
          <p:nvPr/>
        </p:nvCxnSpPr>
        <p:spPr>
          <a:xfrm flipH="1" flipV="1">
            <a:off x="2934468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1509338-A749-8012-A47A-C8BCFBC7D32C}"/>
              </a:ext>
            </a:extLst>
          </p:cNvPr>
          <p:cNvSpPr/>
          <p:nvPr/>
        </p:nvSpPr>
        <p:spPr>
          <a:xfrm>
            <a:off x="2802132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/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5D29FE-5EA6-727C-1D72-521904DDD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blipFill>
                <a:blip r:embed="rId34"/>
                <a:stretch>
                  <a:fillRect l="-133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/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121DE11-6CEB-C051-207C-416EC70425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blipFill>
                <a:blip r:embed="rId3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6A31CEB-210A-DC0E-421C-2793DBD73F04}"/>
              </a:ext>
            </a:extLst>
          </p:cNvPr>
          <p:cNvCxnSpPr>
            <a:cxnSpLocks/>
            <a:endCxn id="121" idx="2"/>
          </p:cNvCxnSpPr>
          <p:nvPr/>
        </p:nvCxnSpPr>
        <p:spPr>
          <a:xfrm flipH="1" flipV="1">
            <a:off x="5917812" y="5183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A7B631D-7054-31CB-CB4C-FD5D26E88D5D}"/>
              </a:ext>
            </a:extLst>
          </p:cNvPr>
          <p:cNvCxnSpPr>
            <a:cxnSpLocks/>
            <a:stCxn id="121" idx="0"/>
            <a:endCxn id="125" idx="2"/>
          </p:cNvCxnSpPr>
          <p:nvPr/>
        </p:nvCxnSpPr>
        <p:spPr>
          <a:xfrm flipH="1" flipV="1">
            <a:off x="5911382" y="4649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C542140-AF78-C086-A904-96F2E6FB6175}"/>
              </a:ext>
            </a:extLst>
          </p:cNvPr>
          <p:cNvSpPr/>
          <p:nvPr/>
        </p:nvSpPr>
        <p:spPr>
          <a:xfrm>
            <a:off x="5779046" y="4158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/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7EEFCD9-6DDD-F682-2061-D8DC5BE28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blipFill>
                <a:blip r:embed="rId36"/>
                <a:stretch>
                  <a:fillRect l="-172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/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1FA282B-7EFA-ED52-E86F-68BE69AE83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blipFill>
                <a:blip r:embed="rId37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0C86E29-B26A-4A73-9137-DD0DD3DD60E1}"/>
              </a:ext>
            </a:extLst>
          </p:cNvPr>
          <p:cNvCxnSpPr>
            <a:cxnSpLocks/>
            <a:endCxn id="128" idx="2"/>
          </p:cNvCxnSpPr>
          <p:nvPr/>
        </p:nvCxnSpPr>
        <p:spPr>
          <a:xfrm flipH="1" flipV="1">
            <a:off x="7373675" y="5181747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B2F70B5-B7BE-BBA2-8224-7F0398CE0A50}"/>
              </a:ext>
            </a:extLst>
          </p:cNvPr>
          <p:cNvCxnSpPr>
            <a:cxnSpLocks/>
            <a:stCxn id="128" idx="0"/>
            <a:endCxn id="140" idx="2"/>
          </p:cNvCxnSpPr>
          <p:nvPr/>
        </p:nvCxnSpPr>
        <p:spPr>
          <a:xfrm flipH="1" flipV="1">
            <a:off x="7367245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DFFF034-A587-C674-9515-6D80A4A7357A}"/>
              </a:ext>
            </a:extLst>
          </p:cNvPr>
          <p:cNvSpPr/>
          <p:nvPr/>
        </p:nvSpPr>
        <p:spPr>
          <a:xfrm>
            <a:off x="7234909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/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3C6723B-33E2-DBAD-D80A-CFE537659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blipFill>
                <a:blip r:embed="rId38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/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D777BF1-570A-66CE-9252-D68D04F55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blipFill>
                <a:blip r:embed="rId3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0286BA6-49FC-1E2B-1C9A-65EC35C5495F}"/>
              </a:ext>
            </a:extLst>
          </p:cNvPr>
          <p:cNvCxnSpPr>
            <a:cxnSpLocks/>
            <a:endCxn id="142" idx="2"/>
          </p:cNvCxnSpPr>
          <p:nvPr/>
        </p:nvCxnSpPr>
        <p:spPr>
          <a:xfrm flipH="1" flipV="1">
            <a:off x="8905890" y="5185038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972ADC8-557C-94BD-01DB-DEFC6B857827}"/>
              </a:ext>
            </a:extLst>
          </p:cNvPr>
          <p:cNvCxnSpPr>
            <a:cxnSpLocks/>
            <a:stCxn id="142" idx="0"/>
            <a:endCxn id="145" idx="2"/>
          </p:cNvCxnSpPr>
          <p:nvPr/>
        </p:nvCxnSpPr>
        <p:spPr>
          <a:xfrm flipH="1" flipV="1">
            <a:off x="8899460" y="4650898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699FFCC-64C0-BD81-F995-CF19C3BEAE8E}"/>
              </a:ext>
            </a:extLst>
          </p:cNvPr>
          <p:cNvSpPr/>
          <p:nvPr/>
        </p:nvSpPr>
        <p:spPr>
          <a:xfrm>
            <a:off x="8767124" y="4159443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/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2AA2B90-0E42-AB06-4C0D-9C462A2DB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blipFill>
                <a:blip r:embed="rId40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/>
              <p:nvPr/>
            </p:nvSpPr>
            <p:spPr>
              <a:xfrm>
                <a:off x="1446053" y="298665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B4F0F8B-23AA-BDC5-3BEE-2537F079F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298665"/>
                <a:ext cx="488497" cy="381515"/>
              </a:xfrm>
              <a:prstGeom prst="rect">
                <a:avLst/>
              </a:prstGeom>
              <a:blipFill>
                <a:blip r:embed="rId41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Rectangle 153">
            <a:extLst>
              <a:ext uri="{FF2B5EF4-FFF2-40B4-BE49-F238E27FC236}">
                <a16:creationId xmlns:a16="http://schemas.microsoft.com/office/drawing/2014/main" id="{7B54D137-D3DF-CD90-EB7D-1624FE0318A3}"/>
              </a:ext>
            </a:extLst>
          </p:cNvPr>
          <p:cNvSpPr/>
          <p:nvPr/>
        </p:nvSpPr>
        <p:spPr>
          <a:xfrm rot="5400000">
            <a:off x="4695474" y="222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/>
              <p:nvPr/>
            </p:nvSpPr>
            <p:spPr>
              <a:xfrm>
                <a:off x="4684547" y="270060"/>
                <a:ext cx="369549" cy="403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308299A-A7B8-EC83-9D62-9039D573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547" y="270060"/>
                <a:ext cx="369549" cy="403059"/>
              </a:xfrm>
              <a:prstGeom prst="rect">
                <a:avLst/>
              </a:prstGeom>
              <a:blipFill>
                <a:blip r:embed="rId42"/>
                <a:stretch>
                  <a:fillRect l="-200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>
            <a:extLst>
              <a:ext uri="{FF2B5EF4-FFF2-40B4-BE49-F238E27FC236}">
                <a16:creationId xmlns:a16="http://schemas.microsoft.com/office/drawing/2014/main" id="{58E33196-473D-7A94-609C-64D7AD06EED6}"/>
              </a:ext>
            </a:extLst>
          </p:cNvPr>
          <p:cNvSpPr/>
          <p:nvPr/>
        </p:nvSpPr>
        <p:spPr>
          <a:xfrm>
            <a:off x="54106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/>
              <p:nvPr/>
            </p:nvSpPr>
            <p:spPr>
              <a:xfrm>
                <a:off x="54000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807E8FC-9F67-4A4A-5084-141866B8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FB6E7B9E-FCF8-C927-DFC1-CBB9ABE75291}"/>
              </a:ext>
            </a:extLst>
          </p:cNvPr>
          <p:cNvSpPr/>
          <p:nvPr/>
        </p:nvSpPr>
        <p:spPr>
          <a:xfrm rot="5400000">
            <a:off x="4706607" y="54369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/>
              <p:nvPr/>
            </p:nvSpPr>
            <p:spPr>
              <a:xfrm>
                <a:off x="4695680" y="591006"/>
                <a:ext cx="369549" cy="40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C814AA75-AB28-D8C2-E12E-0737B889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680" y="591006"/>
                <a:ext cx="369549" cy="403572"/>
              </a:xfrm>
              <a:prstGeom prst="rect">
                <a:avLst/>
              </a:prstGeom>
              <a:blipFill>
                <a:blip r:embed="rId44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F6E4F8FE-B0A8-59F5-35BF-CCE9C150E281}"/>
              </a:ext>
            </a:extLst>
          </p:cNvPr>
          <p:cNvSpPr/>
          <p:nvPr/>
        </p:nvSpPr>
        <p:spPr>
          <a:xfrm>
            <a:off x="5411988" y="856655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/>
              <p:nvPr/>
            </p:nvSpPr>
            <p:spPr>
              <a:xfrm>
                <a:off x="5401380" y="856654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AD261B9-76A3-0E56-0AFA-5F92DB1CF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380" y="856654"/>
                <a:ext cx="369549" cy="400110"/>
              </a:xfrm>
              <a:prstGeom prst="rect">
                <a:avLst/>
              </a:prstGeom>
              <a:blipFill>
                <a:blip r:embed="rId45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>
            <a:extLst>
              <a:ext uri="{FF2B5EF4-FFF2-40B4-BE49-F238E27FC236}">
                <a16:creationId xmlns:a16="http://schemas.microsoft.com/office/drawing/2014/main" id="{597C1B48-5006-8861-56D3-87C807D47964}"/>
              </a:ext>
            </a:extLst>
          </p:cNvPr>
          <p:cNvSpPr/>
          <p:nvPr/>
        </p:nvSpPr>
        <p:spPr>
          <a:xfrm rot="5400000">
            <a:off x="4705242" y="852615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/>
              <p:nvPr/>
            </p:nvSpPr>
            <p:spPr>
              <a:xfrm>
                <a:off x="4694315" y="899931"/>
                <a:ext cx="369549" cy="405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9B8C241-CAF5-CAA1-0DBF-E2C5708C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315" y="899931"/>
                <a:ext cx="369549" cy="405176"/>
              </a:xfrm>
              <a:prstGeom prst="rect">
                <a:avLst/>
              </a:prstGeom>
              <a:blipFill>
                <a:blip r:embed="rId46"/>
                <a:stretch>
                  <a:fillRect l="-200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Rectangle 187">
            <a:extLst>
              <a:ext uri="{FF2B5EF4-FFF2-40B4-BE49-F238E27FC236}">
                <a16:creationId xmlns:a16="http://schemas.microsoft.com/office/drawing/2014/main" id="{E71DBD0A-31C4-609A-8D4D-F7DA1162D947}"/>
              </a:ext>
            </a:extLst>
          </p:cNvPr>
          <p:cNvSpPr/>
          <p:nvPr/>
        </p:nvSpPr>
        <p:spPr>
          <a:xfrm>
            <a:off x="5410623" y="868694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/>
              <p:nvPr/>
            </p:nvSpPr>
            <p:spPr>
              <a:xfrm>
                <a:off x="5400015" y="86869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515EE60-FEFF-EC2B-B6A9-47EB12BE3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15" y="868693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Rectangle 202">
            <a:extLst>
              <a:ext uri="{FF2B5EF4-FFF2-40B4-BE49-F238E27FC236}">
                <a16:creationId xmlns:a16="http://schemas.microsoft.com/office/drawing/2014/main" id="{D5E85703-4129-694D-C891-F6D1B681F153}"/>
              </a:ext>
            </a:extLst>
          </p:cNvPr>
          <p:cNvSpPr/>
          <p:nvPr/>
        </p:nvSpPr>
        <p:spPr>
          <a:xfrm rot="5400000">
            <a:off x="4705242" y="1162977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/>
              <p:nvPr/>
            </p:nvSpPr>
            <p:spPr>
              <a:xfrm>
                <a:off x="4694315" y="1210293"/>
                <a:ext cx="369549" cy="402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471F9C-E16E-CCBA-6386-7F8C176E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315" y="1210293"/>
                <a:ext cx="369549" cy="402739"/>
              </a:xfrm>
              <a:prstGeom prst="rect">
                <a:avLst/>
              </a:prstGeom>
              <a:blipFill>
                <a:blip r:embed="rId48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Rectangle 204">
            <a:extLst>
              <a:ext uri="{FF2B5EF4-FFF2-40B4-BE49-F238E27FC236}">
                <a16:creationId xmlns:a16="http://schemas.microsoft.com/office/drawing/2014/main" id="{2C4C39C5-66F8-10B5-B32C-C0C2773948A7}"/>
              </a:ext>
            </a:extLst>
          </p:cNvPr>
          <p:cNvSpPr/>
          <p:nvPr/>
        </p:nvSpPr>
        <p:spPr>
          <a:xfrm>
            <a:off x="5410623" y="854030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/>
              <p:nvPr/>
            </p:nvSpPr>
            <p:spPr>
              <a:xfrm>
                <a:off x="5400015" y="8540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99F2B7C-9E1B-11EE-8962-15783449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15" y="854029"/>
                <a:ext cx="369549" cy="400110"/>
              </a:xfrm>
              <a:prstGeom prst="rect">
                <a:avLst/>
              </a:prstGeom>
              <a:blipFill>
                <a:blip r:embed="rId47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Rectangle 208">
            <a:extLst>
              <a:ext uri="{FF2B5EF4-FFF2-40B4-BE49-F238E27FC236}">
                <a16:creationId xmlns:a16="http://schemas.microsoft.com/office/drawing/2014/main" id="{69249C30-90F4-727D-8BC6-18F15C0DF608}"/>
              </a:ext>
            </a:extLst>
          </p:cNvPr>
          <p:cNvSpPr/>
          <p:nvPr/>
        </p:nvSpPr>
        <p:spPr>
          <a:xfrm rot="5400000">
            <a:off x="4705242" y="146674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/>
              <p:nvPr/>
            </p:nvSpPr>
            <p:spPr>
              <a:xfrm>
                <a:off x="4694315" y="1514060"/>
                <a:ext cx="369549" cy="409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F2538A0-AE90-88AD-B01A-96F95DA1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315" y="1514060"/>
                <a:ext cx="369549" cy="409920"/>
              </a:xfrm>
              <a:prstGeom prst="rect">
                <a:avLst/>
              </a:prstGeom>
              <a:blipFill>
                <a:blip r:embed="rId49"/>
                <a:stretch>
                  <a:fillRect l="-20000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Rectangle 215">
            <a:extLst>
              <a:ext uri="{FF2B5EF4-FFF2-40B4-BE49-F238E27FC236}">
                <a16:creationId xmlns:a16="http://schemas.microsoft.com/office/drawing/2014/main" id="{6863507D-1968-1825-C00C-13A30A51C2BB}"/>
              </a:ext>
            </a:extLst>
          </p:cNvPr>
          <p:cNvSpPr/>
          <p:nvPr/>
        </p:nvSpPr>
        <p:spPr>
          <a:xfrm>
            <a:off x="541062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/>
              <p:nvPr/>
            </p:nvSpPr>
            <p:spPr>
              <a:xfrm>
                <a:off x="5400015" y="85072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ABAB0E-DD78-B306-0F43-57E8FBE8E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15" y="850720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/>
              <p:nvPr/>
            </p:nvSpPr>
            <p:spPr>
              <a:xfrm>
                <a:off x="1446053" y="590064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E8416B7-C6D7-C5B0-3B78-9801300CA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590064"/>
                <a:ext cx="488497" cy="381515"/>
              </a:xfrm>
              <a:prstGeom prst="rect">
                <a:avLst/>
              </a:prstGeom>
              <a:blipFill>
                <a:blip r:embed="rId50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/>
              <p:nvPr/>
            </p:nvSpPr>
            <p:spPr>
              <a:xfrm>
                <a:off x="1446053" y="881463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69F87AF-1F5E-2EAD-BBCC-BEA93FA3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881463"/>
                <a:ext cx="488497" cy="381515"/>
              </a:xfrm>
              <a:prstGeom prst="rect">
                <a:avLst/>
              </a:prstGeom>
              <a:blipFill>
                <a:blip r:embed="rId51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/>
              <p:nvPr/>
            </p:nvSpPr>
            <p:spPr>
              <a:xfrm>
                <a:off x="4005457" y="898133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034D791D-2124-29D8-B729-A19AB94C9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457" y="898133"/>
                <a:ext cx="321057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/>
              <p:nvPr/>
            </p:nvSpPr>
            <p:spPr>
              <a:xfrm>
                <a:off x="1446053" y="1172862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275E44-EB60-8416-66B8-6DC3FB61D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1172862"/>
                <a:ext cx="488497" cy="381515"/>
              </a:xfrm>
              <a:prstGeom prst="rect">
                <a:avLst/>
              </a:prstGeom>
              <a:blipFill>
                <a:blip r:embed="rId53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/>
              <p:nvPr/>
            </p:nvSpPr>
            <p:spPr>
              <a:xfrm>
                <a:off x="1446053" y="1464260"/>
                <a:ext cx="48849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668269D-728A-2976-2D26-C30DD0FB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53" y="1464260"/>
                <a:ext cx="488497" cy="381515"/>
              </a:xfrm>
              <a:prstGeom prst="rect">
                <a:avLst/>
              </a:prstGeom>
              <a:blipFill>
                <a:blip r:embed="rId54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58D33FC5-8DF7-B197-CCF3-32219291AF51}"/>
              </a:ext>
            </a:extLst>
          </p:cNvPr>
          <p:cNvGrpSpPr/>
          <p:nvPr/>
        </p:nvGrpSpPr>
        <p:grpSpPr>
          <a:xfrm>
            <a:off x="1935753" y="298665"/>
            <a:ext cx="488497" cy="1547110"/>
            <a:chOff x="3359253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21220-5CA2-D667-556A-73C4054A6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1515"/>
                </a:xfrm>
                <a:prstGeom prst="rect">
                  <a:avLst/>
                </a:prstGeom>
                <a:blipFill>
                  <a:blip r:embed="rId55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9B6F65-1B5B-9160-9EC7-251B844F2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1515"/>
                </a:xfrm>
                <a:prstGeom prst="rect">
                  <a:avLst/>
                </a:prstGeom>
                <a:blipFill>
                  <a:blip r:embed="rId56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1814F6-07E0-4037-5BF8-504208D48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1515"/>
                </a:xfrm>
                <a:prstGeom prst="rect">
                  <a:avLst/>
                </a:prstGeom>
                <a:blipFill>
                  <a:blip r:embed="rId57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40B51F-A0C7-C040-6227-E067DB614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1515"/>
                </a:xfrm>
                <a:prstGeom prst="rect">
                  <a:avLst/>
                </a:prstGeom>
                <a:blipFill>
                  <a:blip r:embed="rId58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DFB2D1-CBFB-8D2D-D34A-68639A7DF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1515"/>
                </a:xfrm>
                <a:prstGeom prst="rect">
                  <a:avLst/>
                </a:prstGeom>
                <a:blipFill>
                  <a:blip r:embed="rId59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7B567C8-ACBC-B5CF-1F31-ADF5718BD1D0}"/>
              </a:ext>
            </a:extLst>
          </p:cNvPr>
          <p:cNvGrpSpPr/>
          <p:nvPr/>
        </p:nvGrpSpPr>
        <p:grpSpPr>
          <a:xfrm>
            <a:off x="2430270" y="298665"/>
            <a:ext cx="488497" cy="1547110"/>
            <a:chOff x="3847750" y="973339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8B9C7E-1E19-A711-1128-A4CEF1586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1515"/>
                </a:xfrm>
                <a:prstGeom prst="rect">
                  <a:avLst/>
                </a:prstGeom>
                <a:blipFill>
                  <a:blip r:embed="rId6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1F2E7F-5231-42D0-F43B-6C8411135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1515"/>
                </a:xfrm>
                <a:prstGeom prst="rect">
                  <a:avLst/>
                </a:prstGeom>
                <a:blipFill>
                  <a:blip r:embed="rId6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E75638-3686-F074-46E7-843158951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1515"/>
                </a:xfrm>
                <a:prstGeom prst="rect">
                  <a:avLst/>
                </a:prstGeom>
                <a:blipFill>
                  <a:blip r:embed="rId6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3CC6F5-1370-565C-25DD-DE2EBEF3A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1515"/>
                </a:xfrm>
                <a:prstGeom prst="rect">
                  <a:avLst/>
                </a:prstGeom>
                <a:blipFill>
                  <a:blip r:embed="rId6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2F8038-6A7E-93D4-1BC8-D918A03B0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1515"/>
                </a:xfrm>
                <a:prstGeom prst="rect">
                  <a:avLst/>
                </a:prstGeom>
                <a:blipFill>
                  <a:blip r:embed="rId6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F40877-48DE-552F-568A-9E95B03CB2BD}"/>
              </a:ext>
            </a:extLst>
          </p:cNvPr>
          <p:cNvGrpSpPr/>
          <p:nvPr/>
        </p:nvGrpSpPr>
        <p:grpSpPr>
          <a:xfrm>
            <a:off x="2924787" y="292974"/>
            <a:ext cx="488497" cy="1547110"/>
            <a:chOff x="4328825" y="967648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BBC9FB-F607-080C-0854-77BDD343C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1515"/>
                </a:xfrm>
                <a:prstGeom prst="rect">
                  <a:avLst/>
                </a:prstGeom>
                <a:blipFill>
                  <a:blip r:embed="rId6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710F375-42DA-BB14-4C64-83677905C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1515"/>
                </a:xfrm>
                <a:prstGeom prst="rect">
                  <a:avLst/>
                </a:prstGeom>
                <a:blipFill>
                  <a:blip r:embed="rId6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AAE552A-B1DD-56DE-7C04-6FF2E85D0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1515"/>
                </a:xfrm>
                <a:prstGeom prst="rect">
                  <a:avLst/>
                </a:prstGeom>
                <a:blipFill>
                  <a:blip r:embed="rId6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5BB04CB-D0E3-AF99-F444-600EB92C0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1515"/>
                </a:xfrm>
                <a:prstGeom prst="rect">
                  <a:avLst/>
                </a:prstGeom>
                <a:blipFill>
                  <a:blip r:embed="rId6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BA11768-84FC-8B89-0ABE-7698F7B2D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1515"/>
                </a:xfrm>
                <a:prstGeom prst="rect">
                  <a:avLst/>
                </a:prstGeom>
                <a:blipFill>
                  <a:blip r:embed="rId6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79B4608-3EDE-2A4D-8AB0-C86BAF89CCAF}"/>
              </a:ext>
            </a:extLst>
          </p:cNvPr>
          <p:cNvGrpSpPr/>
          <p:nvPr/>
        </p:nvGrpSpPr>
        <p:grpSpPr>
          <a:xfrm>
            <a:off x="3419305" y="296191"/>
            <a:ext cx="488497" cy="1547110"/>
            <a:chOff x="4842805" y="970865"/>
            <a:chExt cx="488497" cy="1547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0819A6-ECD8-32F1-2E64-108279A77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1515"/>
                </a:xfrm>
                <a:prstGeom prst="rect">
                  <a:avLst/>
                </a:prstGeom>
                <a:blipFill>
                  <a:blip r:embed="rId7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A93F0-0F08-2A1A-2B2C-E5E56D4B7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1515"/>
                </a:xfrm>
                <a:prstGeom prst="rect">
                  <a:avLst/>
                </a:prstGeom>
                <a:blipFill>
                  <a:blip r:embed="rId7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7B8449-D346-199B-134C-00007F3AA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1515"/>
                </a:xfrm>
                <a:prstGeom prst="rect">
                  <a:avLst/>
                </a:prstGeom>
                <a:blipFill>
                  <a:blip r:embed="rId7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496F7A2-7563-45A5-86F3-C593951A8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1515"/>
                </a:xfrm>
                <a:prstGeom prst="rect">
                  <a:avLst/>
                </a:prstGeom>
                <a:blipFill>
                  <a:blip r:embed="rId7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79916E4-ABBB-843A-468D-6137CEF3D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1515"/>
                </a:xfrm>
                <a:prstGeom prst="rect">
                  <a:avLst/>
                </a:prstGeom>
                <a:blipFill>
                  <a:blip r:embed="rId7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002A1EE0-6998-519A-A387-336D4E054A1F}"/>
              </a:ext>
            </a:extLst>
          </p:cNvPr>
          <p:cNvSpPr/>
          <p:nvPr/>
        </p:nvSpPr>
        <p:spPr>
          <a:xfrm>
            <a:off x="5756603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/>
              <p:nvPr/>
            </p:nvSpPr>
            <p:spPr>
              <a:xfrm>
                <a:off x="5743113" y="85241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ABD6C6D-D1D9-31F0-E29C-8F0D24522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113" y="852410"/>
                <a:ext cx="369549" cy="400110"/>
              </a:xfrm>
              <a:prstGeom prst="rect">
                <a:avLst/>
              </a:prstGeom>
              <a:blipFill>
                <a:blip r:embed="rId32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7E64F70D-DC24-6E5B-74D2-ECF42C02BE29}"/>
              </a:ext>
            </a:extLst>
          </p:cNvPr>
          <p:cNvSpPr/>
          <p:nvPr/>
        </p:nvSpPr>
        <p:spPr>
          <a:xfrm>
            <a:off x="6101218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/>
              <p:nvPr/>
            </p:nvSpPr>
            <p:spPr>
              <a:xfrm>
                <a:off x="6087728" y="857090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AF2F2F-515E-9537-F5FD-B9BA6475B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728" y="857090"/>
                <a:ext cx="369549" cy="400110"/>
              </a:xfrm>
              <a:prstGeom prst="rect">
                <a:avLst/>
              </a:prstGeom>
              <a:blipFill>
                <a:blip r:embed="rId75"/>
                <a:stretch>
                  <a:fillRect l="-166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Rectangle 158">
            <a:extLst>
              <a:ext uri="{FF2B5EF4-FFF2-40B4-BE49-F238E27FC236}">
                <a16:creationId xmlns:a16="http://schemas.microsoft.com/office/drawing/2014/main" id="{EBE409A5-09A2-8F52-A837-C757251CCDBD}"/>
              </a:ext>
            </a:extLst>
          </p:cNvPr>
          <p:cNvSpPr/>
          <p:nvPr/>
        </p:nvSpPr>
        <p:spPr>
          <a:xfrm>
            <a:off x="6441519" y="850721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/>
              <p:nvPr/>
            </p:nvSpPr>
            <p:spPr>
              <a:xfrm>
                <a:off x="6428029" y="86104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215DDCA-0417-9923-9781-64B5E00B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029" y="861049"/>
                <a:ext cx="369549" cy="400110"/>
              </a:xfrm>
              <a:prstGeom prst="rect">
                <a:avLst/>
              </a:prstGeom>
              <a:blipFill>
                <a:blip r:embed="rId76"/>
                <a:stretch>
                  <a:fillRect l="-1290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Rectangle 160">
            <a:extLst>
              <a:ext uri="{FF2B5EF4-FFF2-40B4-BE49-F238E27FC236}">
                <a16:creationId xmlns:a16="http://schemas.microsoft.com/office/drawing/2014/main" id="{DD601480-F9DD-0161-2DFB-A9FAA3521937}"/>
              </a:ext>
            </a:extLst>
          </p:cNvPr>
          <p:cNvSpPr/>
          <p:nvPr/>
        </p:nvSpPr>
        <p:spPr>
          <a:xfrm>
            <a:off x="6782931" y="857027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/>
              <p:nvPr/>
            </p:nvSpPr>
            <p:spPr>
              <a:xfrm>
                <a:off x="6769441" y="86735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057E165-F1ED-0CF0-C395-43CA6E5F5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441" y="867355"/>
                <a:ext cx="369549" cy="400110"/>
              </a:xfrm>
              <a:prstGeom prst="rect">
                <a:avLst/>
              </a:prstGeom>
              <a:blipFill>
                <a:blip r:embed="rId77"/>
                <a:stretch>
                  <a:fillRect l="-12903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/>
              <p:nvPr/>
            </p:nvSpPr>
            <p:spPr>
              <a:xfrm>
                <a:off x="5178611" y="584373"/>
                <a:ext cx="2147709" cy="103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</m:e>
                        </m:eqArr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</m:e>
                    </m:d>
                  </m:oMath>
                </a14:m>
                <a:r>
                  <a:rPr lang="en-US" dirty="0"/>
                  <a:t>         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55EA38-BAEB-FDC8-CB7B-F28EFDE34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11" y="584373"/>
                <a:ext cx="2147709" cy="1034899"/>
              </a:xfrm>
              <a:prstGeom prst="rect">
                <a:avLst/>
              </a:prstGeom>
              <a:blipFill>
                <a:blip r:embed="rId78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2BDA8CB-C734-21EB-FB83-D5ED892B3A00}"/>
              </a:ext>
            </a:extLst>
          </p:cNvPr>
          <p:cNvSpPr/>
          <p:nvPr/>
        </p:nvSpPr>
        <p:spPr>
          <a:xfrm>
            <a:off x="-6255" y="1959375"/>
            <a:ext cx="1077799" cy="2801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Softmax</a:t>
            </a:r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/>
              <p:nvPr/>
            </p:nvSpPr>
            <p:spPr>
              <a:xfrm>
                <a:off x="1183307" y="2099457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6DC386-EDB7-44D1-2306-FC3D0EC13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07" y="2099457"/>
                <a:ext cx="2892668" cy="1929567"/>
              </a:xfrm>
              <a:prstGeom prst="rect">
                <a:avLst/>
              </a:prstGeom>
              <a:blipFill>
                <a:blip r:embed="rId79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C099D91-3D4A-BFDB-636C-24E66AE9DF34}"/>
              </a:ext>
            </a:extLst>
          </p:cNvPr>
          <p:cNvGrpSpPr/>
          <p:nvPr/>
        </p:nvGrpSpPr>
        <p:grpSpPr>
          <a:xfrm>
            <a:off x="1446280" y="2223013"/>
            <a:ext cx="488497" cy="1553458"/>
            <a:chOff x="2869780" y="2223013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/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3A7A16C-456D-F602-79C5-FA1BCABE0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blipFill>
                  <a:blip r:embed="rId80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/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E8A272-2CA7-E868-BCF5-198DFE4B33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blipFill>
                  <a:blip r:embed="rId81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/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1F0446A-10DF-A6E5-516A-DF47894CB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blipFill>
                  <a:blip r:embed="rId82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/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2A359C-C924-971A-7B35-BDA68A86B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blipFill>
                  <a:blip r:embed="rId83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/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9BD3E9-D60B-BD18-E1F2-CFE7AF0D8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blipFill>
                  <a:blip r:embed="rId84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04B2BF9-5A7B-E0A1-1D1A-DCE246103F7D}"/>
              </a:ext>
            </a:extLst>
          </p:cNvPr>
          <p:cNvGrpSpPr/>
          <p:nvPr/>
        </p:nvGrpSpPr>
        <p:grpSpPr>
          <a:xfrm>
            <a:off x="1934550" y="2217837"/>
            <a:ext cx="488497" cy="1553458"/>
            <a:chOff x="3359253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0DE2152-C624-8C29-AFEC-507E6734D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blipFill>
                  <a:blip r:embed="rId8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AAF5E11-CFC3-9EB5-923D-09C52F166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blipFill>
                  <a:blip r:embed="rId8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54D55CB-4D29-1DE3-D97A-5AD8E56AF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blipFill>
                  <a:blip r:embed="rId8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3AF2F23-ADF1-707F-0CC8-C4A7C8FD7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blipFill>
                  <a:blip r:embed="rId8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5299DAB-21BE-1677-9E29-99C378E8C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blipFill>
                  <a:blip r:embed="rId8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214D395-44EC-21FA-2FB4-B076D6A85B16}"/>
              </a:ext>
            </a:extLst>
          </p:cNvPr>
          <p:cNvGrpSpPr/>
          <p:nvPr/>
        </p:nvGrpSpPr>
        <p:grpSpPr>
          <a:xfrm>
            <a:off x="2431196" y="2221536"/>
            <a:ext cx="488497" cy="1553458"/>
            <a:chOff x="3847750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0C915CC-7295-3A27-2660-3A6200B0A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blipFill>
                  <a:blip r:embed="rId9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7AC84B-C73E-B4D0-AD94-A5074A590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blipFill>
                  <a:blip r:embed="rId9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E5BCAAE-FB7F-1AAE-0A3F-348C026FF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blipFill>
                  <a:blip r:embed="rId92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F79A04-88E3-2257-335D-FA89EEAD8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blipFill>
                  <a:blip r:embed="rId9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EC3848-2B13-E940-B7FA-9B0E71E54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blipFill>
                  <a:blip r:embed="rId94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986611B-36E9-923B-BCB9-CD5BE7AC12AB}"/>
              </a:ext>
            </a:extLst>
          </p:cNvPr>
          <p:cNvGrpSpPr/>
          <p:nvPr/>
        </p:nvGrpSpPr>
        <p:grpSpPr>
          <a:xfrm>
            <a:off x="2919940" y="2224185"/>
            <a:ext cx="488497" cy="1553458"/>
            <a:chOff x="4328825" y="967648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0C40FBD-2153-8E32-8AE0-F12AA1BFD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blipFill>
                  <a:blip r:embed="rId95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D732876-D201-E562-7D88-7908637A2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blipFill>
                  <a:blip r:embed="rId96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E56A205-C971-566C-0A60-DD45AEC10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blipFill>
                  <a:blip r:embed="rId97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E6FAAC86-6B56-C22C-9ABD-92B16E381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blipFill>
                  <a:blip r:embed="rId98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A29224-1644-EBD4-2BF7-CDC0EEE72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blipFill>
                  <a:blip r:embed="rId99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BB1BE80-3089-B57D-E0B6-95FE1935C5A3}"/>
              </a:ext>
            </a:extLst>
          </p:cNvPr>
          <p:cNvGrpSpPr/>
          <p:nvPr/>
        </p:nvGrpSpPr>
        <p:grpSpPr>
          <a:xfrm>
            <a:off x="3416359" y="2220017"/>
            <a:ext cx="488497" cy="1553458"/>
            <a:chOff x="4842805" y="970865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CA9FAA3-5286-9C30-C01D-5B488884C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blipFill>
                  <a:blip r:embed="rId100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BC193E-F37F-A98F-EF51-F9F508C9C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blipFill>
                  <a:blip r:embed="rId101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E27C15F-DE4A-153F-98BC-DA5A54E88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blipFill>
                  <a:blip r:embed="rId102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2F99371-3077-73E5-DEDA-B11400E96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blipFill>
                  <a:blip r:embed="rId103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B041747-CD73-5803-514E-6950CE5E4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blipFill>
                  <a:blip r:embed="rId104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FA9E933-5A55-8415-CDF7-6444CF2F39E4}"/>
              </a:ext>
            </a:extLst>
          </p:cNvPr>
          <p:cNvSpPr/>
          <p:nvPr/>
        </p:nvSpPr>
        <p:spPr>
          <a:xfrm>
            <a:off x="1446053" y="292974"/>
            <a:ext cx="2458803" cy="154711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B577AE3-7BAC-B155-A9A7-F753639BD1AD}"/>
              </a:ext>
            </a:extLst>
          </p:cNvPr>
          <p:cNvSpPr/>
          <p:nvPr/>
        </p:nvSpPr>
        <p:spPr>
          <a:xfrm>
            <a:off x="1446053" y="2213024"/>
            <a:ext cx="2458803" cy="154711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D54479D-3BDB-6D9F-3F78-9E2F4766FD97}"/>
              </a:ext>
            </a:extLst>
          </p:cNvPr>
          <p:cNvSpPr/>
          <p:nvPr/>
        </p:nvSpPr>
        <p:spPr>
          <a:xfrm>
            <a:off x="4538253" y="312304"/>
            <a:ext cx="593653" cy="1611675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A777521-F912-E578-3EE8-69B20EAA8163}"/>
              </a:ext>
            </a:extLst>
          </p:cNvPr>
          <p:cNvSpPr/>
          <p:nvPr/>
        </p:nvSpPr>
        <p:spPr>
          <a:xfrm>
            <a:off x="5371955" y="752090"/>
            <a:ext cx="1691866" cy="70616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B9522B62-7E3F-67D2-E665-C610CB1BED0F}"/>
                  </a:ext>
                </a:extLst>
              </p:cNvPr>
              <p:cNvSpPr txBox="1"/>
              <p:nvPr/>
            </p:nvSpPr>
            <p:spPr>
              <a:xfrm>
                <a:off x="6004449" y="742505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B9522B62-7E3F-67D2-E665-C610CB1BE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449" y="742505"/>
                <a:ext cx="536105" cy="707886"/>
              </a:xfrm>
              <a:prstGeom prst="rect">
                <a:avLst/>
              </a:prstGeom>
              <a:blipFill>
                <a:blip r:embed="rId105"/>
                <a:stretch>
                  <a:fillRect l="-34091" r="-9091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500351AD-FB6C-CB52-7147-1D13F8C6F4C1}"/>
                  </a:ext>
                </a:extLst>
              </p:cNvPr>
              <p:cNvSpPr txBox="1"/>
              <p:nvPr/>
            </p:nvSpPr>
            <p:spPr>
              <a:xfrm>
                <a:off x="4654659" y="763544"/>
                <a:ext cx="536105" cy="730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500351AD-FB6C-CB52-7147-1D13F8C6F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659" y="763544"/>
                <a:ext cx="536105" cy="730969"/>
              </a:xfrm>
              <a:prstGeom prst="rect">
                <a:avLst/>
              </a:prstGeom>
              <a:blipFill>
                <a:blip r:embed="rId106"/>
                <a:stretch>
                  <a:fillRect l="-53488" r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B87D88D-A45D-7ED7-DD56-61C3358D0A6A}"/>
                  </a:ext>
                </a:extLst>
              </p:cNvPr>
              <p:cNvSpPr txBox="1"/>
              <p:nvPr/>
            </p:nvSpPr>
            <p:spPr>
              <a:xfrm>
                <a:off x="2480317" y="703783"/>
                <a:ext cx="536105" cy="730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B87D88D-A45D-7ED7-DD56-61C3358D0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317" y="703783"/>
                <a:ext cx="536105" cy="730969"/>
              </a:xfrm>
              <a:prstGeom prst="rect">
                <a:avLst/>
              </a:prstGeom>
              <a:blipFill>
                <a:blip r:embed="rId107"/>
                <a:stretch>
                  <a:fillRect l="-23256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7C657B5-7AA0-DC0A-19A1-C65F06097E35}"/>
                  </a:ext>
                </a:extLst>
              </p:cNvPr>
              <p:cNvSpPr txBox="1"/>
              <p:nvPr/>
            </p:nvSpPr>
            <p:spPr>
              <a:xfrm>
                <a:off x="2481254" y="2614207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7C657B5-7AA0-DC0A-19A1-C65F06097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254" y="2614207"/>
                <a:ext cx="536105" cy="707886"/>
              </a:xfrm>
              <a:prstGeom prst="rect">
                <a:avLst/>
              </a:prstGeom>
              <a:blipFill>
                <a:blip r:embed="rId108"/>
                <a:stretch>
                  <a:fillRect l="-37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/>
              <p:nvPr/>
            </p:nvSpPr>
            <p:spPr>
              <a:xfrm>
                <a:off x="27615" y="24194"/>
                <a:ext cx="1021413" cy="72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2A8AD5A-645B-4E50-48D6-21FAA18A4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5" y="24194"/>
                <a:ext cx="1021413" cy="729046"/>
              </a:xfrm>
              <a:prstGeom prst="rect">
                <a:avLst/>
              </a:prstGeom>
              <a:blipFill>
                <a:blip r:embed="rId10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Oval 189">
            <a:extLst>
              <a:ext uri="{FF2B5EF4-FFF2-40B4-BE49-F238E27FC236}">
                <a16:creationId xmlns:a16="http://schemas.microsoft.com/office/drawing/2014/main" id="{5C196EC2-2653-6653-B3D4-EA9E781A32B3}"/>
              </a:ext>
            </a:extLst>
          </p:cNvPr>
          <p:cNvSpPr/>
          <p:nvPr/>
        </p:nvSpPr>
        <p:spPr>
          <a:xfrm>
            <a:off x="361477" y="1105173"/>
            <a:ext cx="353898" cy="35389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7871EAC-DEA1-A44C-A027-2B052AF92ADE}"/>
              </a:ext>
            </a:extLst>
          </p:cNvPr>
          <p:cNvCxnSpPr>
            <a:cxnSpLocks/>
            <a:stCxn id="183" idx="2"/>
            <a:endCxn id="190" idx="0"/>
          </p:cNvCxnSpPr>
          <p:nvPr/>
        </p:nvCxnSpPr>
        <p:spPr>
          <a:xfrm>
            <a:off x="538322" y="753240"/>
            <a:ext cx="104" cy="351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3A6B2E2B-2B79-0136-D111-B26418C10C4E}"/>
              </a:ext>
            </a:extLst>
          </p:cNvPr>
          <p:cNvCxnSpPr>
            <a:cxnSpLocks/>
            <a:endCxn id="190" idx="6"/>
          </p:cNvCxnSpPr>
          <p:nvPr/>
        </p:nvCxnSpPr>
        <p:spPr>
          <a:xfrm flipH="1">
            <a:off x="715375" y="1282122"/>
            <a:ext cx="4679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B75D576E-6FF8-7885-4959-795749D10771}"/>
              </a:ext>
            </a:extLst>
          </p:cNvPr>
          <p:cNvCxnSpPr>
            <a:cxnSpLocks/>
            <a:stCxn id="190" idx="4"/>
            <a:endCxn id="59" idx="0"/>
          </p:cNvCxnSpPr>
          <p:nvPr/>
        </p:nvCxnSpPr>
        <p:spPr>
          <a:xfrm flipH="1">
            <a:off x="532645" y="1459071"/>
            <a:ext cx="5781" cy="50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Multiply 225">
            <a:extLst>
              <a:ext uri="{FF2B5EF4-FFF2-40B4-BE49-F238E27FC236}">
                <a16:creationId xmlns:a16="http://schemas.microsoft.com/office/drawing/2014/main" id="{460A4DFB-1C3A-B15F-787A-62F91769710A}"/>
              </a:ext>
            </a:extLst>
          </p:cNvPr>
          <p:cNvSpPr/>
          <p:nvPr/>
        </p:nvSpPr>
        <p:spPr>
          <a:xfrm>
            <a:off x="376457" y="1123783"/>
            <a:ext cx="327029" cy="327029"/>
          </a:xfrm>
          <a:prstGeom prst="mathMultiply">
            <a:avLst>
              <a:gd name="adj1" fmla="val 1255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CDB49A0-5739-E2D9-3FE3-419BB75EED31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532398" y="2239539"/>
            <a:ext cx="247" cy="82470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98C12EA6-4D75-9870-598B-56544AB035C1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532398" y="3064241"/>
            <a:ext cx="6509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D7D6DFB-20B1-6CA9-9F91-47AB3A35E0CA}"/>
                  </a:ext>
                </a:extLst>
              </p:cNvPr>
              <p:cNvSpPr txBox="1"/>
              <p:nvPr/>
            </p:nvSpPr>
            <p:spPr>
              <a:xfrm>
                <a:off x="9291133" y="2088030"/>
                <a:ext cx="2892668" cy="1929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D7D6DFB-20B1-6CA9-9F91-47AB3A35E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1133" y="2088030"/>
                <a:ext cx="2892668" cy="1929567"/>
              </a:xfrm>
              <a:prstGeom prst="rect">
                <a:avLst/>
              </a:prstGeom>
              <a:blipFill>
                <a:blip r:embed="rId110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C0EC452-0D95-2639-7107-D23995A73FF8}"/>
              </a:ext>
            </a:extLst>
          </p:cNvPr>
          <p:cNvGrpSpPr/>
          <p:nvPr/>
        </p:nvGrpSpPr>
        <p:grpSpPr>
          <a:xfrm>
            <a:off x="9554106" y="2211586"/>
            <a:ext cx="488497" cy="1553458"/>
            <a:chOff x="2869780" y="2223013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32980AE2-ACEE-C8DF-7363-8E69C050B5B3}"/>
                    </a:ext>
                  </a:extLst>
                </p:cNvPr>
                <p:cNvSpPr txBox="1"/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32980AE2-ACEE-C8DF-7363-8E69C050B5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223013"/>
                  <a:ext cx="488497" cy="385618"/>
                </a:xfrm>
                <a:prstGeom prst="rect">
                  <a:avLst/>
                </a:prstGeom>
                <a:blipFill>
                  <a:blip r:embed="rId111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3BA654D-4A9E-FA92-8F90-F5C82E9695C3}"/>
                    </a:ext>
                  </a:extLst>
                </p:cNvPr>
                <p:cNvSpPr txBox="1"/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3BA654D-4A9E-FA92-8F90-F5C82E9695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514412"/>
                  <a:ext cx="488497" cy="385875"/>
                </a:xfrm>
                <a:prstGeom prst="rect">
                  <a:avLst/>
                </a:prstGeom>
                <a:blipFill>
                  <a:blip r:embed="rId112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ED246A3-02B3-98B4-799E-B453D24FACCF}"/>
                    </a:ext>
                  </a:extLst>
                </p:cNvPr>
                <p:cNvSpPr txBox="1"/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ED246A3-02B3-98B4-799E-B453D24FAC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2805811"/>
                  <a:ext cx="488497" cy="385875"/>
                </a:xfrm>
                <a:prstGeom prst="rect">
                  <a:avLst/>
                </a:prstGeom>
                <a:blipFill>
                  <a:blip r:embed="rId113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53248D86-AEA4-55CA-913E-5AA34F496A87}"/>
                    </a:ext>
                  </a:extLst>
                </p:cNvPr>
                <p:cNvSpPr txBox="1"/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53248D86-AEA4-55CA-913E-5AA34F496A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097210"/>
                  <a:ext cx="488497" cy="385618"/>
                </a:xfrm>
                <a:prstGeom prst="rect">
                  <a:avLst/>
                </a:prstGeom>
                <a:blipFill>
                  <a:blip r:embed="rId114"/>
                  <a:stretch>
                    <a:fillRect r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A83121C-58BC-B1B9-C402-814CD6210F9F}"/>
                    </a:ext>
                  </a:extLst>
                </p:cNvPr>
                <p:cNvSpPr txBox="1"/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A83121C-58BC-B1B9-C402-814CD6210F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80" y="3388608"/>
                  <a:ext cx="488497" cy="387863"/>
                </a:xfrm>
                <a:prstGeom prst="rect">
                  <a:avLst/>
                </a:prstGeom>
                <a:blipFill>
                  <a:blip r:embed="rId11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6B0C47E-6639-3FBF-1E7C-FBE0F92AC6EF}"/>
              </a:ext>
            </a:extLst>
          </p:cNvPr>
          <p:cNvGrpSpPr/>
          <p:nvPr/>
        </p:nvGrpSpPr>
        <p:grpSpPr>
          <a:xfrm>
            <a:off x="10042376" y="2206410"/>
            <a:ext cx="488497" cy="1553458"/>
            <a:chOff x="3359253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9CDEA51-B687-C632-98CA-DBB207B40C3E}"/>
                    </a:ext>
                  </a:extLst>
                </p:cNvPr>
                <p:cNvSpPr txBox="1"/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9CDEA51-B687-C632-98CA-DBB207B40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973339"/>
                  <a:ext cx="488497" cy="385875"/>
                </a:xfrm>
                <a:prstGeom prst="rect">
                  <a:avLst/>
                </a:prstGeom>
                <a:blipFill>
                  <a:blip r:embed="rId116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F9617D67-D57E-0DB3-BA9C-D84B1420EFB5}"/>
                    </a:ext>
                  </a:extLst>
                </p:cNvPr>
                <p:cNvSpPr txBox="1"/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F9617D67-D57E-0DB3-BA9C-D84B1420EF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264738"/>
                  <a:ext cx="488497" cy="385875"/>
                </a:xfrm>
                <a:prstGeom prst="rect">
                  <a:avLst/>
                </a:prstGeom>
                <a:blipFill>
                  <a:blip r:embed="rId117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2E9ED72-2ABB-35E0-2E5D-66EF9B9FBF60}"/>
                    </a:ext>
                  </a:extLst>
                </p:cNvPr>
                <p:cNvSpPr txBox="1"/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2E9ED72-2ABB-35E0-2E5D-66EF9B9FBF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556137"/>
                  <a:ext cx="488497" cy="385875"/>
                </a:xfrm>
                <a:prstGeom prst="rect">
                  <a:avLst/>
                </a:prstGeom>
                <a:blipFill>
                  <a:blip r:embed="rId118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8120485-4511-76AE-7DCB-4D936BC4B8D1}"/>
                    </a:ext>
                  </a:extLst>
                </p:cNvPr>
                <p:cNvSpPr txBox="1"/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8120485-4511-76AE-7DCB-4D936BC4B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1847536"/>
                  <a:ext cx="488497" cy="385875"/>
                </a:xfrm>
                <a:prstGeom prst="rect">
                  <a:avLst/>
                </a:prstGeom>
                <a:blipFill>
                  <a:blip r:embed="rId119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C769C416-E7E5-DB53-2F78-844AB20942BB}"/>
                    </a:ext>
                  </a:extLst>
                </p:cNvPr>
                <p:cNvSpPr txBox="1"/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C769C416-E7E5-DB53-2F78-844AB2094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253" y="2138934"/>
                  <a:ext cx="488497" cy="387863"/>
                </a:xfrm>
                <a:prstGeom prst="rect">
                  <a:avLst/>
                </a:prstGeom>
                <a:blipFill>
                  <a:blip r:embed="rId120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766F71B-880E-4A43-E7D5-9E66C6F3CA74}"/>
              </a:ext>
            </a:extLst>
          </p:cNvPr>
          <p:cNvGrpSpPr/>
          <p:nvPr/>
        </p:nvGrpSpPr>
        <p:grpSpPr>
          <a:xfrm>
            <a:off x="10539022" y="2210109"/>
            <a:ext cx="488497" cy="1553458"/>
            <a:chOff x="3847750" y="973339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8A484BE4-6320-A89A-E75F-C5E67EA597B6}"/>
                    </a:ext>
                  </a:extLst>
                </p:cNvPr>
                <p:cNvSpPr txBox="1"/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8A484BE4-6320-A89A-E75F-C5E67EA59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973339"/>
                  <a:ext cx="488497" cy="385875"/>
                </a:xfrm>
                <a:prstGeom prst="rect">
                  <a:avLst/>
                </a:prstGeom>
                <a:blipFill>
                  <a:blip r:embed="rId121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57D67B06-F5A3-4BD8-3597-5D4A412B5850}"/>
                    </a:ext>
                  </a:extLst>
                </p:cNvPr>
                <p:cNvSpPr txBox="1"/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57D67B06-F5A3-4BD8-3597-5D4A412B58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264738"/>
                  <a:ext cx="488497" cy="385875"/>
                </a:xfrm>
                <a:prstGeom prst="rect">
                  <a:avLst/>
                </a:prstGeom>
                <a:blipFill>
                  <a:blip r:embed="rId122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0436A5FA-83B2-C6CB-8699-15A0E5582107}"/>
                    </a:ext>
                  </a:extLst>
                </p:cNvPr>
                <p:cNvSpPr txBox="1"/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0436A5FA-83B2-C6CB-8699-15A0E5582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556137"/>
                  <a:ext cx="488497" cy="385875"/>
                </a:xfrm>
                <a:prstGeom prst="rect">
                  <a:avLst/>
                </a:prstGeom>
                <a:blipFill>
                  <a:blip r:embed="rId123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1F81707A-261B-4CCC-6BDC-68A61030EB21}"/>
                    </a:ext>
                  </a:extLst>
                </p:cNvPr>
                <p:cNvSpPr txBox="1"/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1F81707A-261B-4CCC-6BDC-68A61030E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1847536"/>
                  <a:ext cx="488497" cy="385875"/>
                </a:xfrm>
                <a:prstGeom prst="rect">
                  <a:avLst/>
                </a:prstGeom>
                <a:blipFill>
                  <a:blip r:embed="rId124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CBFC346D-23E6-ED4A-D941-7A98A723C072}"/>
                    </a:ext>
                  </a:extLst>
                </p:cNvPr>
                <p:cNvSpPr txBox="1"/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CBFC346D-23E6-ED4A-D941-7A98A723C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750" y="2138934"/>
                  <a:ext cx="488497" cy="387863"/>
                </a:xfrm>
                <a:prstGeom prst="rect">
                  <a:avLst/>
                </a:prstGeom>
                <a:blipFill>
                  <a:blip r:embed="rId125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BD0E4567-2A7D-F75D-8833-BB7DEF756279}"/>
              </a:ext>
            </a:extLst>
          </p:cNvPr>
          <p:cNvGrpSpPr/>
          <p:nvPr/>
        </p:nvGrpSpPr>
        <p:grpSpPr>
          <a:xfrm>
            <a:off x="11027766" y="2212758"/>
            <a:ext cx="488497" cy="1553458"/>
            <a:chOff x="4328825" y="967648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753D374A-469D-4305-AA8C-BBE81E1B8A9F}"/>
                    </a:ext>
                  </a:extLst>
                </p:cNvPr>
                <p:cNvSpPr txBox="1"/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753D374A-469D-4305-AA8C-BBE81E1B8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967648"/>
                  <a:ext cx="488497" cy="385618"/>
                </a:xfrm>
                <a:prstGeom prst="rect">
                  <a:avLst/>
                </a:prstGeom>
                <a:blipFill>
                  <a:blip r:embed="rId12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73B6293E-721D-27EE-8598-3E5FCF5D3257}"/>
                    </a:ext>
                  </a:extLst>
                </p:cNvPr>
                <p:cNvSpPr txBox="1"/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73B6293E-721D-27EE-8598-3E5FCF5D3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259047"/>
                  <a:ext cx="488497" cy="385875"/>
                </a:xfrm>
                <a:prstGeom prst="rect">
                  <a:avLst/>
                </a:prstGeom>
                <a:blipFill>
                  <a:blip r:embed="rId12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494C0E07-8781-0F7D-2379-CC6E3481E76F}"/>
                    </a:ext>
                  </a:extLst>
                </p:cNvPr>
                <p:cNvSpPr txBox="1"/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494C0E07-8781-0F7D-2379-CC6E3481E7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550446"/>
                  <a:ext cx="488497" cy="385875"/>
                </a:xfrm>
                <a:prstGeom prst="rect">
                  <a:avLst/>
                </a:prstGeom>
                <a:blipFill>
                  <a:blip r:embed="rId12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F8345DFE-9AFC-BA98-C079-93EDB9AA5C04}"/>
                    </a:ext>
                  </a:extLst>
                </p:cNvPr>
                <p:cNvSpPr txBox="1"/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F8345DFE-9AFC-BA98-C079-93EDB9AA5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1841845"/>
                  <a:ext cx="488497" cy="385298"/>
                </a:xfrm>
                <a:prstGeom prst="rect">
                  <a:avLst/>
                </a:prstGeom>
                <a:blipFill>
                  <a:blip r:embed="rId129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7A82A986-D35E-4A07-183D-811F3EF624D6}"/>
                    </a:ext>
                  </a:extLst>
                </p:cNvPr>
                <p:cNvSpPr txBox="1"/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7A82A986-D35E-4A07-183D-811F3EF62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25" y="2133243"/>
                  <a:ext cx="488497" cy="387863"/>
                </a:xfrm>
                <a:prstGeom prst="rect">
                  <a:avLst/>
                </a:prstGeom>
                <a:blipFill>
                  <a:blip r:embed="rId130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DB81DF81-14F6-BD4A-6E37-0EF473CC85F2}"/>
              </a:ext>
            </a:extLst>
          </p:cNvPr>
          <p:cNvGrpSpPr/>
          <p:nvPr/>
        </p:nvGrpSpPr>
        <p:grpSpPr>
          <a:xfrm>
            <a:off x="11524185" y="2208590"/>
            <a:ext cx="488497" cy="1553458"/>
            <a:chOff x="4842805" y="970865"/>
            <a:chExt cx="488497" cy="1553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6AA1E49C-697E-631B-AD21-25A2B78719FB}"/>
                    </a:ext>
                  </a:extLst>
                </p:cNvPr>
                <p:cNvSpPr txBox="1"/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5,1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6AA1E49C-697E-631B-AD21-25A2B78719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970865"/>
                  <a:ext cx="488497" cy="387863"/>
                </a:xfrm>
                <a:prstGeom prst="rect">
                  <a:avLst/>
                </a:prstGeom>
                <a:blipFill>
                  <a:blip r:embed="rId131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335356AB-DB3D-7FB0-73D4-DA974C235459}"/>
                    </a:ext>
                  </a:extLst>
                </p:cNvPr>
                <p:cNvSpPr txBox="1"/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5,2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335356AB-DB3D-7FB0-73D4-DA974C235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262264"/>
                  <a:ext cx="488497" cy="387863"/>
                </a:xfrm>
                <a:prstGeom prst="rect">
                  <a:avLst/>
                </a:prstGeom>
                <a:blipFill>
                  <a:blip r:embed="rId132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D0853078-7D1C-9493-827F-828787C67D1E}"/>
                    </a:ext>
                  </a:extLst>
                </p:cNvPr>
                <p:cNvSpPr txBox="1"/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5,3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D0853078-7D1C-9493-827F-828787C67D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553663"/>
                  <a:ext cx="488497" cy="387863"/>
                </a:xfrm>
                <a:prstGeom prst="rect">
                  <a:avLst/>
                </a:prstGeom>
                <a:blipFill>
                  <a:blip r:embed="rId133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49EC237B-6DD8-2070-A973-344D9E1FF4A2}"/>
                    </a:ext>
                  </a:extLst>
                </p:cNvPr>
                <p:cNvSpPr txBox="1"/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5,4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49EC237B-6DD8-2070-A973-344D9E1FF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1845062"/>
                  <a:ext cx="488497" cy="387863"/>
                </a:xfrm>
                <a:prstGeom prst="rect">
                  <a:avLst/>
                </a:prstGeom>
                <a:blipFill>
                  <a:blip r:embed="rId134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57A5D0F0-C193-F695-37CB-93C18580761A}"/>
                    </a:ext>
                  </a:extLst>
                </p:cNvPr>
                <p:cNvSpPr txBox="1"/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5,5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57A5D0F0-C193-F695-37CB-93C185807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05" y="2136460"/>
                  <a:ext cx="488497" cy="387863"/>
                </a:xfrm>
                <a:prstGeom prst="rect">
                  <a:avLst/>
                </a:prstGeom>
                <a:blipFill>
                  <a:blip r:embed="rId135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939E5F4-BEE3-4517-B56B-6EF8FC27E525}"/>
              </a:ext>
            </a:extLst>
          </p:cNvPr>
          <p:cNvSpPr/>
          <p:nvPr/>
        </p:nvSpPr>
        <p:spPr>
          <a:xfrm>
            <a:off x="9499670" y="2209233"/>
            <a:ext cx="2458803" cy="154711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B8CC0B4-3EDA-3313-1BF9-CECADFF7C932}"/>
                  </a:ext>
                </a:extLst>
              </p:cNvPr>
              <p:cNvSpPr txBox="1"/>
              <p:nvPr/>
            </p:nvSpPr>
            <p:spPr>
              <a:xfrm>
                <a:off x="10534871" y="2610416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B8CC0B4-3EDA-3313-1BF9-CECADFF7C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871" y="2610416"/>
                <a:ext cx="536105" cy="707886"/>
              </a:xfrm>
              <a:prstGeom prst="rect">
                <a:avLst/>
              </a:prstGeom>
              <a:blipFill>
                <a:blip r:embed="rId136"/>
                <a:stretch>
                  <a:fillRect l="-34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E6D364FA-D452-9A89-075F-33B78FBFFBD6}"/>
                  </a:ext>
                </a:extLst>
              </p:cNvPr>
              <p:cNvSpPr txBox="1"/>
              <p:nvPr/>
            </p:nvSpPr>
            <p:spPr>
              <a:xfrm>
                <a:off x="6967928" y="2808906"/>
                <a:ext cx="321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E6D364FA-D452-9A89-075F-33B78FBFF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928" y="2808906"/>
                <a:ext cx="321057" cy="369332"/>
              </a:xfrm>
              <a:prstGeom prst="rect">
                <a:avLst/>
              </a:prstGeom>
              <a:blipFill>
                <a:blip r:embed="rId1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614D0B3-97DA-2626-4F99-86744571C8CD}"/>
              </a:ext>
            </a:extLst>
          </p:cNvPr>
          <p:cNvGrpSpPr/>
          <p:nvPr/>
        </p:nvGrpSpPr>
        <p:grpSpPr>
          <a:xfrm>
            <a:off x="7563892" y="2770515"/>
            <a:ext cx="370914" cy="509429"/>
            <a:chOff x="7017086" y="2770515"/>
            <a:chExt cx="370914" cy="509429"/>
          </a:xfrm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619F2CDE-CEF5-8F91-18D5-2985829A6E83}"/>
                </a:ext>
              </a:extLst>
            </p:cNvPr>
            <p:cNvSpPr/>
            <p:nvPr/>
          </p:nvSpPr>
          <p:spPr>
            <a:xfrm>
              <a:off x="7027694" y="2770516"/>
              <a:ext cx="264672" cy="4914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TextBox 243">
                  <a:extLst>
                    <a:ext uri="{FF2B5EF4-FFF2-40B4-BE49-F238E27FC236}">
                      <a16:creationId xmlns:a16="http://schemas.microsoft.com/office/drawing/2014/main" id="{D9ADBEA1-6A99-FB39-4E47-E42E9E0A4AD5}"/>
                    </a:ext>
                  </a:extLst>
                </p:cNvPr>
                <p:cNvSpPr txBox="1"/>
                <p:nvPr/>
              </p:nvSpPr>
              <p:spPr>
                <a:xfrm>
                  <a:off x="7017086" y="277051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4" name="TextBox 243">
                  <a:extLst>
                    <a:ext uri="{FF2B5EF4-FFF2-40B4-BE49-F238E27FC236}">
                      <a16:creationId xmlns:a16="http://schemas.microsoft.com/office/drawing/2014/main" id="{D9ADBEA1-6A99-FB39-4E47-E42E9E0A4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086" y="2770515"/>
                  <a:ext cx="369549" cy="400110"/>
                </a:xfrm>
                <a:prstGeom prst="rect">
                  <a:avLst/>
                </a:prstGeom>
                <a:blipFill>
                  <a:blip r:embed="rId138"/>
                  <a:stretch>
                    <a:fillRect l="-16667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73F5AD84-E49F-AB64-8516-12260E127A28}"/>
                </a:ext>
              </a:extLst>
            </p:cNvPr>
            <p:cNvSpPr/>
            <p:nvPr/>
          </p:nvSpPr>
          <p:spPr>
            <a:xfrm>
              <a:off x="7029059" y="2776450"/>
              <a:ext cx="264672" cy="4914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466C56F5-BDF1-8A1E-ED29-DBB74DE9D32E}"/>
                    </a:ext>
                  </a:extLst>
                </p:cNvPr>
                <p:cNvSpPr txBox="1"/>
                <p:nvPr/>
              </p:nvSpPr>
              <p:spPr>
                <a:xfrm>
                  <a:off x="7018451" y="2776449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466C56F5-BDF1-8A1E-ED29-DBB74DE9D3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451" y="2776449"/>
                  <a:ext cx="369549" cy="400110"/>
                </a:xfrm>
                <a:prstGeom prst="rect">
                  <a:avLst/>
                </a:prstGeom>
                <a:blipFill>
                  <a:blip r:embed="rId139"/>
                  <a:stretch>
                    <a:fillRect l="-13333"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E653360F-8BFF-3EF0-5B99-66D376D6976E}"/>
                </a:ext>
              </a:extLst>
            </p:cNvPr>
            <p:cNvSpPr/>
            <p:nvPr/>
          </p:nvSpPr>
          <p:spPr>
            <a:xfrm>
              <a:off x="7027694" y="2788489"/>
              <a:ext cx="264672" cy="4914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0071DA15-5ECD-2417-EFC9-014B30E85D9E}"/>
                    </a:ext>
                  </a:extLst>
                </p:cNvPr>
                <p:cNvSpPr txBox="1"/>
                <p:nvPr/>
              </p:nvSpPr>
              <p:spPr>
                <a:xfrm>
                  <a:off x="7017086" y="2788488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0071DA15-5ECD-2417-EFC9-014B30E85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086" y="2788488"/>
                  <a:ext cx="369549" cy="400110"/>
                </a:xfrm>
                <a:prstGeom prst="rect">
                  <a:avLst/>
                </a:prstGeom>
                <a:blipFill>
                  <a:blip r:embed="rId140"/>
                  <a:stretch>
                    <a:fillRect l="-16667"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AA594AB1-B917-DB6E-E98E-10BBB0344B46}"/>
                </a:ext>
              </a:extLst>
            </p:cNvPr>
            <p:cNvSpPr/>
            <p:nvPr/>
          </p:nvSpPr>
          <p:spPr>
            <a:xfrm>
              <a:off x="7027694" y="2773825"/>
              <a:ext cx="264672" cy="4914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0AC86233-F8AA-441B-B94E-CA5865B7F1EB}"/>
                    </a:ext>
                  </a:extLst>
                </p:cNvPr>
                <p:cNvSpPr txBox="1"/>
                <p:nvPr/>
              </p:nvSpPr>
              <p:spPr>
                <a:xfrm>
                  <a:off x="7017086" y="2773824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0AC86233-F8AA-441B-B94E-CA5865B7F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086" y="2773824"/>
                  <a:ext cx="369549" cy="400110"/>
                </a:xfrm>
                <a:prstGeom prst="rect">
                  <a:avLst/>
                </a:prstGeom>
                <a:blipFill>
                  <a:blip r:embed="rId141"/>
                  <a:stretch>
                    <a:fillRect l="-16667"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7970C3C1-6283-BD04-D17F-669EE2AED359}"/>
                </a:ext>
              </a:extLst>
            </p:cNvPr>
            <p:cNvSpPr/>
            <p:nvPr/>
          </p:nvSpPr>
          <p:spPr>
            <a:xfrm>
              <a:off x="7027694" y="2770516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FFCC9B81-6BF1-E283-2566-71491875774D}"/>
                    </a:ext>
                  </a:extLst>
                </p:cNvPr>
                <p:cNvSpPr txBox="1"/>
                <p:nvPr/>
              </p:nvSpPr>
              <p:spPr>
                <a:xfrm>
                  <a:off x="7017086" y="277051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FFCC9B81-6BF1-E283-2566-714918757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086" y="2770515"/>
                  <a:ext cx="369549" cy="400110"/>
                </a:xfrm>
                <a:prstGeom prst="rect">
                  <a:avLst/>
                </a:prstGeom>
                <a:blipFill>
                  <a:blip r:embed="rId142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F8DB1BCC-921E-655B-2A9E-2D370B95981B}"/>
              </a:ext>
            </a:extLst>
          </p:cNvPr>
          <p:cNvGrpSpPr/>
          <p:nvPr/>
        </p:nvGrpSpPr>
        <p:grpSpPr>
          <a:xfrm>
            <a:off x="7906990" y="2770516"/>
            <a:ext cx="369549" cy="491455"/>
            <a:chOff x="7360184" y="2770516"/>
            <a:chExt cx="369549" cy="491455"/>
          </a:xfrm>
        </p:grpSpPr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6C2F1139-DA59-2B17-8BB8-2EA3D557D405}"/>
                </a:ext>
              </a:extLst>
            </p:cNvPr>
            <p:cNvSpPr/>
            <p:nvPr/>
          </p:nvSpPr>
          <p:spPr>
            <a:xfrm>
              <a:off x="7373674" y="2770516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64F42843-88D0-DFF1-063E-97B60225E5A7}"/>
                    </a:ext>
                  </a:extLst>
                </p:cNvPr>
                <p:cNvSpPr txBox="1"/>
                <p:nvPr/>
              </p:nvSpPr>
              <p:spPr>
                <a:xfrm>
                  <a:off x="7360184" y="277220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64F42843-88D0-DFF1-063E-97B60225E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184" y="2772205"/>
                  <a:ext cx="369549" cy="400110"/>
                </a:xfrm>
                <a:prstGeom prst="rect">
                  <a:avLst/>
                </a:prstGeom>
                <a:blipFill>
                  <a:blip r:embed="rId143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98F87858-D2DE-2393-312C-59278B2421F6}"/>
              </a:ext>
            </a:extLst>
          </p:cNvPr>
          <p:cNvGrpSpPr/>
          <p:nvPr/>
        </p:nvGrpSpPr>
        <p:grpSpPr>
          <a:xfrm>
            <a:off x="8251605" y="2770516"/>
            <a:ext cx="369549" cy="491455"/>
            <a:chOff x="7704799" y="2770516"/>
            <a:chExt cx="369549" cy="491455"/>
          </a:xfrm>
        </p:grpSpPr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30FF6012-40F6-30BE-02D3-DED65B5CA6CC}"/>
                </a:ext>
              </a:extLst>
            </p:cNvPr>
            <p:cNvSpPr/>
            <p:nvPr/>
          </p:nvSpPr>
          <p:spPr>
            <a:xfrm>
              <a:off x="7718289" y="2770516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71AE72AE-502D-7A33-0A67-9F107682B1C0}"/>
                    </a:ext>
                  </a:extLst>
                </p:cNvPr>
                <p:cNvSpPr txBox="1"/>
                <p:nvPr/>
              </p:nvSpPr>
              <p:spPr>
                <a:xfrm>
                  <a:off x="7704799" y="277688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71AE72AE-502D-7A33-0A67-9F107682B1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799" y="2776885"/>
                  <a:ext cx="369549" cy="400110"/>
                </a:xfrm>
                <a:prstGeom prst="rect">
                  <a:avLst/>
                </a:prstGeom>
                <a:blipFill>
                  <a:blip r:embed="rId14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461F148-9344-8740-BF7D-B1B311FE779D}"/>
              </a:ext>
            </a:extLst>
          </p:cNvPr>
          <p:cNvGrpSpPr/>
          <p:nvPr/>
        </p:nvGrpSpPr>
        <p:grpSpPr>
          <a:xfrm>
            <a:off x="8591906" y="2770516"/>
            <a:ext cx="369549" cy="491455"/>
            <a:chOff x="8045100" y="2770516"/>
            <a:chExt cx="369549" cy="491455"/>
          </a:xfrm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C691FC74-C358-2F1B-D7E3-7559E505AB29}"/>
                </a:ext>
              </a:extLst>
            </p:cNvPr>
            <p:cNvSpPr/>
            <p:nvPr/>
          </p:nvSpPr>
          <p:spPr>
            <a:xfrm>
              <a:off x="8058590" y="2770516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A94F671D-CC6E-7237-9B11-F0EB270C73D3}"/>
                    </a:ext>
                  </a:extLst>
                </p:cNvPr>
                <p:cNvSpPr txBox="1"/>
                <p:nvPr/>
              </p:nvSpPr>
              <p:spPr>
                <a:xfrm>
                  <a:off x="8045100" y="2780844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A94F671D-CC6E-7237-9B11-F0EB270C73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5100" y="2780844"/>
                  <a:ext cx="369549" cy="400110"/>
                </a:xfrm>
                <a:prstGeom prst="rect">
                  <a:avLst/>
                </a:prstGeom>
                <a:blipFill>
                  <a:blip r:embed="rId14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2A7531BC-A5EB-18C6-EFAC-97A701606A85}"/>
              </a:ext>
            </a:extLst>
          </p:cNvPr>
          <p:cNvGrpSpPr/>
          <p:nvPr/>
        </p:nvGrpSpPr>
        <p:grpSpPr>
          <a:xfrm>
            <a:off x="8933318" y="2776822"/>
            <a:ext cx="369549" cy="491455"/>
            <a:chOff x="8386512" y="2776822"/>
            <a:chExt cx="369549" cy="491455"/>
          </a:xfrm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5DF04BF-DD6E-1096-CF01-BAA242FC674F}"/>
                </a:ext>
              </a:extLst>
            </p:cNvPr>
            <p:cNvSpPr/>
            <p:nvPr/>
          </p:nvSpPr>
          <p:spPr>
            <a:xfrm>
              <a:off x="8400002" y="2776822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5A45B9E3-5D08-8E71-BDE6-1537BBB464FD}"/>
                    </a:ext>
                  </a:extLst>
                </p:cNvPr>
                <p:cNvSpPr txBox="1"/>
                <p:nvPr/>
              </p:nvSpPr>
              <p:spPr>
                <a:xfrm>
                  <a:off x="8386512" y="2787150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5A45B9E3-5D08-8E71-BDE6-1537BBB46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2" y="2787150"/>
                  <a:ext cx="369549" cy="400110"/>
                </a:xfrm>
                <a:prstGeom prst="rect">
                  <a:avLst/>
                </a:prstGeom>
                <a:blipFill>
                  <a:blip r:embed="rId14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AD802C9-A90B-2E22-6404-53971300C50E}"/>
                  </a:ext>
                </a:extLst>
              </p:cNvPr>
              <p:cNvSpPr txBox="1"/>
              <p:nvPr/>
            </p:nvSpPr>
            <p:spPr>
              <a:xfrm>
                <a:off x="9975814" y="7171911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AD802C9-A90B-2E22-6404-53971300C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814" y="7171911"/>
                <a:ext cx="536105" cy="707886"/>
              </a:xfrm>
              <a:prstGeom prst="rect">
                <a:avLst/>
              </a:prstGeom>
              <a:blipFill>
                <a:blip r:embed="rId147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DE48C61-17D0-42AE-BE60-4B58F7036013}"/>
              </a:ext>
            </a:extLst>
          </p:cNvPr>
          <p:cNvGrpSpPr/>
          <p:nvPr/>
        </p:nvGrpSpPr>
        <p:grpSpPr>
          <a:xfrm>
            <a:off x="4979253" y="2633610"/>
            <a:ext cx="382547" cy="828675"/>
            <a:chOff x="4437482" y="2633610"/>
            <a:chExt cx="382547" cy="828675"/>
          </a:xfrm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D3345B30-83D5-F817-8657-E7D51B6E5F65}"/>
                </a:ext>
              </a:extLst>
            </p:cNvPr>
            <p:cNvSpPr/>
            <p:nvPr/>
          </p:nvSpPr>
          <p:spPr>
            <a:xfrm>
              <a:off x="4437482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8AC27562-8465-9D8D-BBAB-BA4E55D6FC47}"/>
                    </a:ext>
                  </a:extLst>
                </p:cNvPr>
                <p:cNvSpPr txBox="1"/>
                <p:nvPr/>
              </p:nvSpPr>
              <p:spPr>
                <a:xfrm>
                  <a:off x="4450480" y="2824959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8AC27562-8465-9D8D-BBAB-BA4E55D6F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0480" y="2824959"/>
                  <a:ext cx="369549" cy="400110"/>
                </a:xfrm>
                <a:prstGeom prst="rect">
                  <a:avLst/>
                </a:prstGeom>
                <a:blipFill>
                  <a:blip r:embed="rId148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3B7FCB1-EF0F-244C-A523-E350BDAB1264}"/>
              </a:ext>
            </a:extLst>
          </p:cNvPr>
          <p:cNvGrpSpPr/>
          <p:nvPr/>
        </p:nvGrpSpPr>
        <p:grpSpPr>
          <a:xfrm>
            <a:off x="5386757" y="2633610"/>
            <a:ext cx="382547" cy="828675"/>
            <a:chOff x="4844986" y="2633610"/>
            <a:chExt cx="382547" cy="828675"/>
          </a:xfrm>
        </p:grpSpPr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9184B797-176D-1194-77D1-4EFAA45F2A23}"/>
                </a:ext>
              </a:extLst>
            </p:cNvPr>
            <p:cNvSpPr/>
            <p:nvPr/>
          </p:nvSpPr>
          <p:spPr>
            <a:xfrm>
              <a:off x="4844986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4FFE914E-1AF7-B003-7A6A-D41A1F98D3D7}"/>
                    </a:ext>
                  </a:extLst>
                </p:cNvPr>
                <p:cNvSpPr txBox="1"/>
                <p:nvPr/>
              </p:nvSpPr>
              <p:spPr>
                <a:xfrm>
                  <a:off x="4857984" y="2824959"/>
                  <a:ext cx="369549" cy="409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4FFE914E-1AF7-B003-7A6A-D41A1F98D3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7984" y="2824959"/>
                  <a:ext cx="369549" cy="409984"/>
                </a:xfrm>
                <a:prstGeom prst="rect">
                  <a:avLst/>
                </a:prstGeom>
                <a:blipFill>
                  <a:blip r:embed="rId149"/>
                  <a:stretch>
                    <a:fillRect l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9D10B815-0134-CCA3-B6AF-110B0D4DA954}"/>
              </a:ext>
            </a:extLst>
          </p:cNvPr>
          <p:cNvGrpSpPr/>
          <p:nvPr/>
        </p:nvGrpSpPr>
        <p:grpSpPr>
          <a:xfrm>
            <a:off x="5783571" y="2633610"/>
            <a:ext cx="382547" cy="828675"/>
            <a:chOff x="5241800" y="2633610"/>
            <a:chExt cx="382547" cy="828675"/>
          </a:xfrm>
        </p:grpSpPr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09BA9C70-BA47-C611-B316-D5300BE5525E}"/>
                </a:ext>
              </a:extLst>
            </p:cNvPr>
            <p:cNvSpPr/>
            <p:nvPr/>
          </p:nvSpPr>
          <p:spPr>
            <a:xfrm>
              <a:off x="5241800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ED221083-A71B-B52F-9A5A-8C41094D3939}"/>
                    </a:ext>
                  </a:extLst>
                </p:cNvPr>
                <p:cNvSpPr txBox="1"/>
                <p:nvPr/>
              </p:nvSpPr>
              <p:spPr>
                <a:xfrm>
                  <a:off x="5254798" y="2824959"/>
                  <a:ext cx="369549" cy="409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ED221083-A71B-B52F-9A5A-8C41094D3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798" y="2824959"/>
                  <a:ext cx="369549" cy="409984"/>
                </a:xfrm>
                <a:prstGeom prst="rect">
                  <a:avLst/>
                </a:prstGeom>
                <a:blipFill>
                  <a:blip r:embed="rId15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AB9455A-4F29-3AA2-6C5F-AEF58DAE09B4}"/>
              </a:ext>
            </a:extLst>
          </p:cNvPr>
          <p:cNvGrpSpPr/>
          <p:nvPr/>
        </p:nvGrpSpPr>
        <p:grpSpPr>
          <a:xfrm>
            <a:off x="6179949" y="2633610"/>
            <a:ext cx="382547" cy="828675"/>
            <a:chOff x="5638178" y="2633610"/>
            <a:chExt cx="382547" cy="828675"/>
          </a:xfrm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B2677B71-4A43-ECA7-52E6-5C29C91AD1E5}"/>
                </a:ext>
              </a:extLst>
            </p:cNvPr>
            <p:cNvSpPr/>
            <p:nvPr/>
          </p:nvSpPr>
          <p:spPr>
            <a:xfrm>
              <a:off x="5638178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701D4B17-A66A-2547-DBB4-367F3DB2CABC}"/>
                    </a:ext>
                  </a:extLst>
                </p:cNvPr>
                <p:cNvSpPr txBox="1"/>
                <p:nvPr/>
              </p:nvSpPr>
              <p:spPr>
                <a:xfrm>
                  <a:off x="5651176" y="2824959"/>
                  <a:ext cx="369549" cy="409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701D4B17-A66A-2547-DBB4-367F3DB2C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1176" y="2824959"/>
                  <a:ext cx="369549" cy="409984"/>
                </a:xfrm>
                <a:prstGeom prst="rect">
                  <a:avLst/>
                </a:prstGeom>
                <a:blipFill>
                  <a:blip r:embed="rId151"/>
                  <a:stretch>
                    <a:fillRect l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63D3647-27F7-0C55-AB6D-F9218ECD8B60}"/>
              </a:ext>
            </a:extLst>
          </p:cNvPr>
          <p:cNvGrpSpPr/>
          <p:nvPr/>
        </p:nvGrpSpPr>
        <p:grpSpPr>
          <a:xfrm>
            <a:off x="6555879" y="2633610"/>
            <a:ext cx="382547" cy="828675"/>
            <a:chOff x="6014108" y="2633610"/>
            <a:chExt cx="382547" cy="828675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2B65BAEF-C6DE-D5C2-2C10-9C82E75A8274}"/>
                </a:ext>
              </a:extLst>
            </p:cNvPr>
            <p:cNvSpPr/>
            <p:nvPr/>
          </p:nvSpPr>
          <p:spPr>
            <a:xfrm>
              <a:off x="6014108" y="2633610"/>
              <a:ext cx="264672" cy="828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0476B947-726D-C0E2-969A-422E04262514}"/>
                    </a:ext>
                  </a:extLst>
                </p:cNvPr>
                <p:cNvSpPr txBox="1"/>
                <p:nvPr/>
              </p:nvSpPr>
              <p:spPr>
                <a:xfrm>
                  <a:off x="6027106" y="2824959"/>
                  <a:ext cx="369549" cy="409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0476B947-726D-C0E2-969A-422E04262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7106" y="2824959"/>
                  <a:ext cx="369549" cy="409984"/>
                </a:xfrm>
                <a:prstGeom prst="rect">
                  <a:avLst/>
                </a:prstGeom>
                <a:blipFill>
                  <a:blip r:embed="rId152"/>
                  <a:stretch>
                    <a:fillRect l="-10000"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4026ECE8-0B9E-730E-AB39-D55DF7909271}"/>
              </a:ext>
            </a:extLst>
          </p:cNvPr>
          <p:cNvSpPr txBox="1"/>
          <p:nvPr/>
        </p:nvSpPr>
        <p:spPr>
          <a:xfrm>
            <a:off x="4950299" y="3504377"/>
            <a:ext cx="1993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Output features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7785A137-AEE7-EDDF-8FE4-A14F0AE1A867}"/>
                  </a:ext>
                </a:extLst>
              </p:cNvPr>
              <p:cNvSpPr txBox="1"/>
              <p:nvPr/>
            </p:nvSpPr>
            <p:spPr>
              <a:xfrm>
                <a:off x="7347446" y="2514392"/>
                <a:ext cx="2147709" cy="103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</m:e>
                        </m:eqArr>
                        <m:r>
                          <a:rPr lang="en-US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</m:e>
                    </m:d>
                  </m:oMath>
                </a14:m>
                <a:r>
                  <a:rPr lang="en-US" dirty="0"/>
                  <a:t>          </a:t>
                </a:r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7785A137-AEE7-EDDF-8FE4-A14F0AE1A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446" y="2514392"/>
                <a:ext cx="2147709" cy="1034899"/>
              </a:xfrm>
              <a:prstGeom prst="rect">
                <a:avLst/>
              </a:prstGeom>
              <a:blipFill>
                <a:blip r:embed="rId153"/>
                <a:stretch>
                  <a:fillRect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5" name="Rectangle 284">
            <a:extLst>
              <a:ext uri="{FF2B5EF4-FFF2-40B4-BE49-F238E27FC236}">
                <a16:creationId xmlns:a16="http://schemas.microsoft.com/office/drawing/2014/main" id="{3F92EC19-D1CA-6ECF-7B5A-00254A302FF2}"/>
              </a:ext>
            </a:extLst>
          </p:cNvPr>
          <p:cNvSpPr/>
          <p:nvPr/>
        </p:nvSpPr>
        <p:spPr>
          <a:xfrm>
            <a:off x="7544356" y="2667207"/>
            <a:ext cx="1686022" cy="66756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873EDFED-FF24-0406-2724-A96DA4CB1E68}"/>
                  </a:ext>
                </a:extLst>
              </p:cNvPr>
              <p:cNvSpPr txBox="1"/>
              <p:nvPr/>
            </p:nvSpPr>
            <p:spPr>
              <a:xfrm>
                <a:off x="8255567" y="274381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873EDFED-FF24-0406-2724-A96DA4CB1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567" y="2743818"/>
                <a:ext cx="536105" cy="707886"/>
              </a:xfrm>
              <a:prstGeom prst="rect">
                <a:avLst/>
              </a:prstGeom>
              <a:blipFill>
                <a:blip r:embed="rId155"/>
                <a:stretch>
                  <a:fillRect l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832827A6-381D-F439-0312-01BFD2697FB1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832827A6-381D-F439-0312-01BFD2697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156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3C2FB5BC-251C-FB36-D0DF-F38EA43107F3}"/>
                  </a:ext>
                </a:extLst>
              </p:cNvPr>
              <p:cNvSpPr txBox="1"/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3C2FB5BC-251C-FB36-D0DF-F38EA4310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blipFill>
                <a:blip r:embed="rId1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F399754B-667E-2AD5-18F5-D2057E620117}"/>
                  </a:ext>
                </a:extLst>
              </p:cNvPr>
              <p:cNvSpPr/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F399754B-667E-2AD5-18F5-D2057E6201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blipFill>
                <a:blip r:embed="rId158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0" name="Rectangle 289">
            <a:extLst>
              <a:ext uri="{FF2B5EF4-FFF2-40B4-BE49-F238E27FC236}">
                <a16:creationId xmlns:a16="http://schemas.microsoft.com/office/drawing/2014/main" id="{759E76AD-BFAF-26F5-C45B-C75278C31F47}"/>
              </a:ext>
            </a:extLst>
          </p:cNvPr>
          <p:cNvSpPr/>
          <p:nvPr/>
        </p:nvSpPr>
        <p:spPr>
          <a:xfrm>
            <a:off x="9570008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273364A4-5E72-44DF-0656-3C564866C802}"/>
              </a:ext>
            </a:extLst>
          </p:cNvPr>
          <p:cNvSpPr/>
          <p:nvPr/>
        </p:nvSpPr>
        <p:spPr>
          <a:xfrm>
            <a:off x="9840027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BE682132-3199-9F0E-542F-0FF5955C9ECB}"/>
              </a:ext>
            </a:extLst>
          </p:cNvPr>
          <p:cNvSpPr/>
          <p:nvPr/>
        </p:nvSpPr>
        <p:spPr>
          <a:xfrm>
            <a:off x="1011004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89040C0-78B2-221A-5DA3-5B1CB7A662D5}"/>
              </a:ext>
            </a:extLst>
          </p:cNvPr>
          <p:cNvSpPr/>
          <p:nvPr/>
        </p:nvSpPr>
        <p:spPr>
          <a:xfrm>
            <a:off x="10380065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1AB674E3-3F71-9858-040B-1A3344474321}"/>
              </a:ext>
            </a:extLst>
          </p:cNvPr>
          <p:cNvSpPr/>
          <p:nvPr/>
        </p:nvSpPr>
        <p:spPr>
          <a:xfrm>
            <a:off x="1065008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A6FBD11F-57A3-DF55-C497-BC9CDDCF1C12}"/>
                  </a:ext>
                </a:extLst>
              </p:cNvPr>
              <p:cNvSpPr txBox="1"/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A6FBD11F-57A3-DF55-C497-BC9CDDCF1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blipFill>
                <a:blip r:embed="rId159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345849AB-36DD-DB6C-1AB8-54F36CE79304}"/>
                  </a:ext>
                </a:extLst>
              </p:cNvPr>
              <p:cNvSpPr txBox="1"/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345849AB-36DD-DB6C-1AB8-54F36CE79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blipFill>
                <a:blip r:embed="rId160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D4C74F5C-F89B-5282-8224-B9C23BF467C3}"/>
                  </a:ext>
                </a:extLst>
              </p:cNvPr>
              <p:cNvSpPr txBox="1"/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D4C74F5C-F89B-5282-8224-B9C23BF46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blipFill>
                <a:blip r:embed="rId161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62BF3575-54AD-8FD2-6510-AF57906333F7}"/>
                  </a:ext>
                </a:extLst>
              </p:cNvPr>
              <p:cNvSpPr txBox="1"/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62BF3575-54AD-8FD2-6510-AF5790633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blipFill>
                <a:blip r:embed="rId162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FD34B954-26E8-8B4C-C164-7DC283C80ADB}"/>
                  </a:ext>
                </a:extLst>
              </p:cNvPr>
              <p:cNvSpPr txBox="1"/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FD34B954-26E8-8B4C-C164-7DC283C80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blipFill>
                <a:blip r:embed="rId163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8E64246B-3556-1ECF-1B3A-CFDE86F15269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8E64246B-3556-1ECF-1B3A-CFDE86F15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64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DF5B88EE-8DEC-D8B7-428F-4E5D6015343D}"/>
                  </a:ext>
                </a:extLst>
              </p:cNvPr>
              <p:cNvSpPr txBox="1"/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DF5B88EE-8DEC-D8B7-428F-4E5D60153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blipFill>
                <a:blip r:embed="rId1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DFA3FD54-231C-E5BB-1329-A947703DBA90}"/>
                  </a:ext>
                </a:extLst>
              </p:cNvPr>
              <p:cNvSpPr/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DFA3FD54-231C-E5BB-1329-A947703DBA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blipFill>
                <a:blip r:embed="rId16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3" name="Rectangle 302">
            <a:extLst>
              <a:ext uri="{FF2B5EF4-FFF2-40B4-BE49-F238E27FC236}">
                <a16:creationId xmlns:a16="http://schemas.microsoft.com/office/drawing/2014/main" id="{1964ECBC-7D47-75E5-DD82-C9B91D2A2AF7}"/>
              </a:ext>
            </a:extLst>
          </p:cNvPr>
          <p:cNvSpPr/>
          <p:nvPr/>
        </p:nvSpPr>
        <p:spPr>
          <a:xfrm>
            <a:off x="9571873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1BDCB71D-C204-D951-2CCD-17F2780ADB42}"/>
              </a:ext>
            </a:extLst>
          </p:cNvPr>
          <p:cNvSpPr/>
          <p:nvPr/>
        </p:nvSpPr>
        <p:spPr>
          <a:xfrm>
            <a:off x="9841892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2AA04320-EA76-AF3A-6AFC-8C614606541C}"/>
              </a:ext>
            </a:extLst>
          </p:cNvPr>
          <p:cNvSpPr/>
          <p:nvPr/>
        </p:nvSpPr>
        <p:spPr>
          <a:xfrm>
            <a:off x="1011191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B687B5BA-9FE0-B744-A760-F8FB6BC3C183}"/>
              </a:ext>
            </a:extLst>
          </p:cNvPr>
          <p:cNvSpPr/>
          <p:nvPr/>
        </p:nvSpPr>
        <p:spPr>
          <a:xfrm>
            <a:off x="10381930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F509749-37CD-2480-7805-38A74D436FF6}"/>
              </a:ext>
            </a:extLst>
          </p:cNvPr>
          <p:cNvSpPr/>
          <p:nvPr/>
        </p:nvSpPr>
        <p:spPr>
          <a:xfrm>
            <a:off x="1065195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7682A646-4191-F2E1-0789-13D52B1F71A5}"/>
                  </a:ext>
                </a:extLst>
              </p:cNvPr>
              <p:cNvSpPr txBox="1"/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7682A646-4191-F2E1-0789-13D52B1F7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blipFill>
                <a:blip r:embed="rId166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0D1404F9-E83D-33A4-4591-6AE36D5D6605}"/>
                  </a:ext>
                </a:extLst>
              </p:cNvPr>
              <p:cNvSpPr txBox="1"/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0D1404F9-E83D-33A4-4591-6AE36D5D6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blipFill>
                <a:blip r:embed="rId167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3616097-2685-5E43-915D-6DA146EF86FE}"/>
                  </a:ext>
                </a:extLst>
              </p:cNvPr>
              <p:cNvSpPr txBox="1"/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3616097-2685-5E43-915D-6DA146EF8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blipFill>
                <a:blip r:embed="rId168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BE97CDF5-2343-5809-718D-1D24D0975D94}"/>
                  </a:ext>
                </a:extLst>
              </p:cNvPr>
              <p:cNvSpPr txBox="1"/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BE97CDF5-2343-5809-718D-1D24D0975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blipFill>
                <a:blip r:embed="rId169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80E6359C-CA0D-9D5E-163C-B7F23FD3D3DE}"/>
                  </a:ext>
                </a:extLst>
              </p:cNvPr>
              <p:cNvSpPr txBox="1"/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80E6359C-CA0D-9D5E-163C-B7F23FD3D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blipFill>
                <a:blip r:embed="rId170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5AB55F48-BF0C-329E-EC87-A1094E68713A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5AB55F48-BF0C-329E-EC87-A1094E687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71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E1186E2A-9CCB-F053-32B0-09A74B480CAC}"/>
                  </a:ext>
                </a:extLst>
              </p:cNvPr>
              <p:cNvSpPr txBox="1"/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E1186E2A-9CCB-F053-32B0-09A74B480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blipFill>
                <a:blip r:embed="rId1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2549ECC8-32C0-1B79-E41D-5EBF3A3DCAE8}"/>
                  </a:ext>
                </a:extLst>
              </p:cNvPr>
              <p:cNvSpPr/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2549ECC8-32C0-1B79-E41D-5EBF3A3DCA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blipFill>
                <a:blip r:embed="rId173"/>
                <a:stretch>
                  <a:fillRect l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6" name="Rectangle 315">
            <a:extLst>
              <a:ext uri="{FF2B5EF4-FFF2-40B4-BE49-F238E27FC236}">
                <a16:creationId xmlns:a16="http://schemas.microsoft.com/office/drawing/2014/main" id="{6A814714-EC2B-A86A-CA96-CD72F2F32C40}"/>
              </a:ext>
            </a:extLst>
          </p:cNvPr>
          <p:cNvSpPr/>
          <p:nvPr/>
        </p:nvSpPr>
        <p:spPr>
          <a:xfrm>
            <a:off x="9576432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8BCA8C38-F088-D03B-6AC9-BE0312F4B000}"/>
              </a:ext>
            </a:extLst>
          </p:cNvPr>
          <p:cNvSpPr/>
          <p:nvPr/>
        </p:nvSpPr>
        <p:spPr>
          <a:xfrm>
            <a:off x="9846451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AF4C11FA-C38E-767B-A313-C9D03B7B6008}"/>
              </a:ext>
            </a:extLst>
          </p:cNvPr>
          <p:cNvSpPr/>
          <p:nvPr/>
        </p:nvSpPr>
        <p:spPr>
          <a:xfrm>
            <a:off x="1011647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3D694CA4-B8FA-7095-1753-CCF7DE55035B}"/>
              </a:ext>
            </a:extLst>
          </p:cNvPr>
          <p:cNvSpPr/>
          <p:nvPr/>
        </p:nvSpPr>
        <p:spPr>
          <a:xfrm>
            <a:off x="10386489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909918A-C279-64BA-5FCE-D5BC7495DA44}"/>
              </a:ext>
            </a:extLst>
          </p:cNvPr>
          <p:cNvSpPr/>
          <p:nvPr/>
        </p:nvSpPr>
        <p:spPr>
          <a:xfrm>
            <a:off x="1065651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E207CAEF-48CC-C0D5-ABE6-B50445022EF9}"/>
                  </a:ext>
                </a:extLst>
              </p:cNvPr>
              <p:cNvSpPr txBox="1"/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E207CAEF-48CC-C0D5-ABE6-B50445022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blipFill>
                <a:blip r:embed="rId174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0E4A0455-604A-7F48-7547-09D243652134}"/>
                  </a:ext>
                </a:extLst>
              </p:cNvPr>
              <p:cNvSpPr txBox="1"/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0E4A0455-604A-7F48-7547-09D243652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blipFill>
                <a:blip r:embed="rId175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C3A5869B-BC76-5542-3123-68B91993FB0A}"/>
                  </a:ext>
                </a:extLst>
              </p:cNvPr>
              <p:cNvSpPr txBox="1"/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C3A5869B-BC76-5542-3123-68B91993F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blipFill>
                <a:blip r:embed="rId176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228B37A2-9B59-AFE1-5DFB-8694FF12BFB1}"/>
                  </a:ext>
                </a:extLst>
              </p:cNvPr>
              <p:cNvSpPr txBox="1"/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228B37A2-9B59-AFE1-5DFB-8694FF12B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blipFill>
                <a:blip r:embed="rId177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21B94754-A742-7281-7BF2-24232FAA08A5}"/>
                  </a:ext>
                </a:extLst>
              </p:cNvPr>
              <p:cNvSpPr txBox="1"/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21B94754-A742-7281-7BF2-24232FAA0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blipFill>
                <a:blip r:embed="rId178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056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" grpId="0"/>
      <p:bldP spid="288" grpId="0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/>
      <p:bldP spid="296" grpId="0"/>
      <p:bldP spid="297" grpId="0"/>
      <p:bldP spid="298" grpId="0"/>
      <p:bldP spid="299" grpId="0"/>
      <p:bldP spid="300" grpId="0"/>
      <p:bldP spid="301" grpId="0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/>
      <p:bldP spid="309" grpId="0"/>
      <p:bldP spid="310" grpId="0"/>
      <p:bldP spid="311" grpId="0"/>
      <p:bldP spid="312" grpId="0"/>
      <p:bldP spid="313" grpId="0"/>
      <p:bldP spid="314" grpId="0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/>
      <p:bldP spid="322" grpId="0"/>
      <p:bldP spid="323" grpId="0"/>
      <p:bldP spid="324" grpId="0"/>
      <p:bldP spid="3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3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/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/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blipFill>
                <a:blip r:embed="rId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287">
            <a:extLst>
              <a:ext uri="{FF2B5EF4-FFF2-40B4-BE49-F238E27FC236}">
                <a16:creationId xmlns:a16="http://schemas.microsoft.com/office/drawing/2014/main" id="{5E31B373-179D-5E03-517C-E91E657E3D2D}"/>
              </a:ext>
            </a:extLst>
          </p:cNvPr>
          <p:cNvSpPr/>
          <p:nvPr/>
        </p:nvSpPr>
        <p:spPr>
          <a:xfrm>
            <a:off x="9570008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EC930747-C691-0531-B03A-08EE70B23B62}"/>
              </a:ext>
            </a:extLst>
          </p:cNvPr>
          <p:cNvSpPr/>
          <p:nvPr/>
        </p:nvSpPr>
        <p:spPr>
          <a:xfrm>
            <a:off x="9840027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A5B4195E-DA7E-A80A-BE19-0D23E124BB0D}"/>
              </a:ext>
            </a:extLst>
          </p:cNvPr>
          <p:cNvSpPr/>
          <p:nvPr/>
        </p:nvSpPr>
        <p:spPr>
          <a:xfrm>
            <a:off x="1011004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2176ABE-76D6-FC06-18E6-8BB366583199}"/>
              </a:ext>
            </a:extLst>
          </p:cNvPr>
          <p:cNvSpPr/>
          <p:nvPr/>
        </p:nvSpPr>
        <p:spPr>
          <a:xfrm>
            <a:off x="10380065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A75DD0C-6546-4DD9-25F2-A7C67D211F03}"/>
              </a:ext>
            </a:extLst>
          </p:cNvPr>
          <p:cNvSpPr/>
          <p:nvPr/>
        </p:nvSpPr>
        <p:spPr>
          <a:xfrm>
            <a:off x="1065008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/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blipFill>
                <a:blip r:embed="rId6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/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blipFill>
                <a:blip r:embed="rId7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/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blipFill>
                <a:blip r:embed="rId8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/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blipFill>
                <a:blip r:embed="rId9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/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blipFill>
                <a:blip r:embed="rId10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1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/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/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blipFill>
                <a:blip r:embed="rId12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Rectangle 301">
            <a:extLst>
              <a:ext uri="{FF2B5EF4-FFF2-40B4-BE49-F238E27FC236}">
                <a16:creationId xmlns:a16="http://schemas.microsoft.com/office/drawing/2014/main" id="{E3275D7C-D3D2-B1D1-965E-2D0D8D6DAD9B}"/>
              </a:ext>
            </a:extLst>
          </p:cNvPr>
          <p:cNvSpPr/>
          <p:nvPr/>
        </p:nvSpPr>
        <p:spPr>
          <a:xfrm>
            <a:off x="9571873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B647B1A-993E-2C5E-F256-9FF197DA4FCA}"/>
              </a:ext>
            </a:extLst>
          </p:cNvPr>
          <p:cNvSpPr/>
          <p:nvPr/>
        </p:nvSpPr>
        <p:spPr>
          <a:xfrm>
            <a:off x="9841892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8B19ED6B-9406-40EB-B907-76AB9D87D410}"/>
              </a:ext>
            </a:extLst>
          </p:cNvPr>
          <p:cNvSpPr/>
          <p:nvPr/>
        </p:nvSpPr>
        <p:spPr>
          <a:xfrm>
            <a:off x="1011191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954C7CA-AEF1-5114-6B0F-4E675318FF43}"/>
              </a:ext>
            </a:extLst>
          </p:cNvPr>
          <p:cNvSpPr/>
          <p:nvPr/>
        </p:nvSpPr>
        <p:spPr>
          <a:xfrm>
            <a:off x="10381930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25C68D4C-D34F-7F6F-5416-451C2B3E2E9C}"/>
              </a:ext>
            </a:extLst>
          </p:cNvPr>
          <p:cNvSpPr/>
          <p:nvPr/>
        </p:nvSpPr>
        <p:spPr>
          <a:xfrm>
            <a:off x="1065195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/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blipFill>
                <a:blip r:embed="rId1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/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blipFill>
                <a:blip r:embed="rId14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/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blipFill>
                <a:blip r:embed="rId15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/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blipFill>
                <a:blip r:embed="rId16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/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blipFill>
                <a:blip r:embed="rId17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8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/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/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blipFill>
                <a:blip r:embed="rId20"/>
                <a:stretch>
                  <a:fillRect l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Rectangle 314">
            <a:extLst>
              <a:ext uri="{FF2B5EF4-FFF2-40B4-BE49-F238E27FC236}">
                <a16:creationId xmlns:a16="http://schemas.microsoft.com/office/drawing/2014/main" id="{21B8BF03-2CB1-2FFA-6A05-A4A3E3F41B19}"/>
              </a:ext>
            </a:extLst>
          </p:cNvPr>
          <p:cNvSpPr/>
          <p:nvPr/>
        </p:nvSpPr>
        <p:spPr>
          <a:xfrm>
            <a:off x="9576432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4341006-CEC8-A7E9-8E11-92D584959E5B}"/>
              </a:ext>
            </a:extLst>
          </p:cNvPr>
          <p:cNvSpPr/>
          <p:nvPr/>
        </p:nvSpPr>
        <p:spPr>
          <a:xfrm>
            <a:off x="9846451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68DE11C-4D7D-F536-F2DF-97C4ED986E64}"/>
              </a:ext>
            </a:extLst>
          </p:cNvPr>
          <p:cNvSpPr/>
          <p:nvPr/>
        </p:nvSpPr>
        <p:spPr>
          <a:xfrm>
            <a:off x="1011647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CC7420B6-9C92-CBA8-E6F3-19ED76DEA261}"/>
              </a:ext>
            </a:extLst>
          </p:cNvPr>
          <p:cNvSpPr/>
          <p:nvPr/>
        </p:nvSpPr>
        <p:spPr>
          <a:xfrm>
            <a:off x="10386489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DB69A978-5E4D-4251-6CE8-F764C33ADE3C}"/>
              </a:ext>
            </a:extLst>
          </p:cNvPr>
          <p:cNvSpPr/>
          <p:nvPr/>
        </p:nvSpPr>
        <p:spPr>
          <a:xfrm>
            <a:off x="1065651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/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blipFill>
                <a:blip r:embed="rId21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/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blipFill>
                <a:blip r:embed="rId22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/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blipFill>
                <a:blip r:embed="rId2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/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blipFill>
                <a:blip r:embed="rId24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/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blipFill>
                <a:blip r:embed="rId25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6" name="TextBox 325">
            <a:extLst>
              <a:ext uri="{FF2B5EF4-FFF2-40B4-BE49-F238E27FC236}">
                <a16:creationId xmlns:a16="http://schemas.microsoft.com/office/drawing/2014/main" id="{30F9B1FD-3D84-E033-ACA1-BABD74725766}"/>
              </a:ext>
            </a:extLst>
          </p:cNvPr>
          <p:cNvSpPr txBox="1"/>
          <p:nvPr/>
        </p:nvSpPr>
        <p:spPr>
          <a:xfrm>
            <a:off x="691573" y="297992"/>
            <a:ext cx="3413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Single-head</a:t>
            </a:r>
            <a:r>
              <a:rPr lang="en-US" sz="28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 attention</a:t>
            </a:r>
            <a:endParaRPr lang="en-US" sz="2800" dirty="0"/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C028510B-1DE7-8704-D15F-243A1766E7AF}"/>
              </a:ext>
            </a:extLst>
          </p:cNvPr>
          <p:cNvGrpSpPr/>
          <p:nvPr/>
        </p:nvGrpSpPr>
        <p:grpSpPr>
          <a:xfrm>
            <a:off x="8219312" y="4160029"/>
            <a:ext cx="369549" cy="491455"/>
            <a:chOff x="8219312" y="4160030"/>
            <a:chExt cx="369549" cy="491455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E4FC5B52-0A0C-ED75-64DC-FAF61C422026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TextBox 344">
                  <a:extLst>
                    <a:ext uri="{FF2B5EF4-FFF2-40B4-BE49-F238E27FC236}">
                      <a16:creationId xmlns:a16="http://schemas.microsoft.com/office/drawing/2014/main" id="{C6C73B1D-7142-6008-522A-CECDD828F913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45" name="TextBox 344">
                  <a:extLst>
                    <a:ext uri="{FF2B5EF4-FFF2-40B4-BE49-F238E27FC236}">
                      <a16:creationId xmlns:a16="http://schemas.microsoft.com/office/drawing/2014/main" id="{C6C73B1D-7142-6008-522A-CECDD828F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2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DC6A974D-7A97-0725-A217-17938D2BB1B5}"/>
              </a:ext>
            </a:extLst>
          </p:cNvPr>
          <p:cNvGrpSpPr/>
          <p:nvPr/>
        </p:nvGrpSpPr>
        <p:grpSpPr>
          <a:xfrm>
            <a:off x="9708991" y="4160029"/>
            <a:ext cx="369549" cy="491455"/>
            <a:chOff x="9708991" y="4160030"/>
            <a:chExt cx="369549" cy="491455"/>
          </a:xfrm>
        </p:grpSpPr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2DFA2633-C50C-043F-E7B3-DCEB8EFC4786}"/>
                </a:ext>
              </a:extLst>
            </p:cNvPr>
            <p:cNvSpPr/>
            <p:nvPr/>
          </p:nvSpPr>
          <p:spPr>
            <a:xfrm>
              <a:off x="9719057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7A01ADD0-D0D2-EC95-A2E0-FBEEC7F7B897}"/>
                    </a:ext>
                  </a:extLst>
                </p:cNvPr>
                <p:cNvSpPr txBox="1"/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7A01ADD0-D0D2-EC95-A2E0-FBEEC7F7B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991" y="4208975"/>
                  <a:ext cx="369549" cy="400110"/>
                </a:xfrm>
                <a:prstGeom prst="rect">
                  <a:avLst/>
                </a:prstGeom>
                <a:blipFill>
                  <a:blip r:embed="rId27"/>
                  <a:stretch>
                    <a:fillRect l="-10000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6C3D1248-EBC0-A24F-B974-133E79DAA846}"/>
              </a:ext>
            </a:extLst>
          </p:cNvPr>
          <p:cNvGrpSpPr/>
          <p:nvPr/>
        </p:nvGrpSpPr>
        <p:grpSpPr>
          <a:xfrm>
            <a:off x="6737483" y="4160029"/>
            <a:ext cx="369549" cy="491455"/>
            <a:chOff x="6737483" y="4160030"/>
            <a:chExt cx="369549" cy="491455"/>
          </a:xfrm>
        </p:grpSpPr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DD81C80D-3184-455D-5373-473633B7D2B0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1" name="TextBox 350">
                  <a:extLst>
                    <a:ext uri="{FF2B5EF4-FFF2-40B4-BE49-F238E27FC236}">
                      <a16:creationId xmlns:a16="http://schemas.microsoft.com/office/drawing/2014/main" id="{7DD07269-514C-E91C-7BF8-6305B05287D5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1" name="TextBox 350">
                  <a:extLst>
                    <a:ext uri="{FF2B5EF4-FFF2-40B4-BE49-F238E27FC236}">
                      <a16:creationId xmlns:a16="http://schemas.microsoft.com/office/drawing/2014/main" id="{7DD07269-514C-E91C-7BF8-6305B05287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2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2A3E7718-7E63-B5F7-8C2C-6FB3DBDADFC6}"/>
              </a:ext>
            </a:extLst>
          </p:cNvPr>
          <p:cNvGrpSpPr/>
          <p:nvPr/>
        </p:nvGrpSpPr>
        <p:grpSpPr>
          <a:xfrm>
            <a:off x="5264892" y="4160029"/>
            <a:ext cx="369549" cy="491455"/>
            <a:chOff x="5264892" y="4160030"/>
            <a:chExt cx="369549" cy="491455"/>
          </a:xfrm>
        </p:grpSpPr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697A6211-FDB3-6622-E813-27E8C5ABBBBD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4" name="TextBox 353">
                  <a:extLst>
                    <a:ext uri="{FF2B5EF4-FFF2-40B4-BE49-F238E27FC236}">
                      <a16:creationId xmlns:a16="http://schemas.microsoft.com/office/drawing/2014/main" id="{C3CF59F4-51F8-CF6E-0062-136F9FB739D5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4" name="TextBox 353">
                  <a:extLst>
                    <a:ext uri="{FF2B5EF4-FFF2-40B4-BE49-F238E27FC236}">
                      <a16:creationId xmlns:a16="http://schemas.microsoft.com/office/drawing/2014/main" id="{C3CF59F4-51F8-CF6E-0062-136F9FB73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29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7799D2F0-E6C0-9638-AD00-D2C446D077DB}"/>
              </a:ext>
            </a:extLst>
          </p:cNvPr>
          <p:cNvGrpSpPr/>
          <p:nvPr/>
        </p:nvGrpSpPr>
        <p:grpSpPr>
          <a:xfrm>
            <a:off x="3774493" y="4160029"/>
            <a:ext cx="369549" cy="491455"/>
            <a:chOff x="3774493" y="4160030"/>
            <a:chExt cx="369549" cy="491455"/>
          </a:xfrm>
        </p:grpSpPr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7C93418C-F7C4-AB3D-8006-DE10E286FDB7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D5E44B6E-499D-3F24-98BA-4C1FB6B8C891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D5E44B6E-499D-3F24-98BA-4C1FB6B8C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3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8" name="Rectangle 357">
            <a:extLst>
              <a:ext uri="{FF2B5EF4-FFF2-40B4-BE49-F238E27FC236}">
                <a16:creationId xmlns:a16="http://schemas.microsoft.com/office/drawing/2014/main" id="{4AE8EE49-8F11-CA88-DD09-18E5D9D87FC7}"/>
              </a:ext>
            </a:extLst>
          </p:cNvPr>
          <p:cNvSpPr/>
          <p:nvPr/>
        </p:nvSpPr>
        <p:spPr>
          <a:xfrm>
            <a:off x="3291194" y="534894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B31EED58-E039-3833-DC10-AE5C29ED2F37}"/>
              </a:ext>
            </a:extLst>
          </p:cNvPr>
          <p:cNvSpPr/>
          <p:nvPr/>
        </p:nvSpPr>
        <p:spPr>
          <a:xfrm>
            <a:off x="4770751" y="533805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573BC5A-A286-EA9F-3F06-2D73FFF1F973}"/>
              </a:ext>
            </a:extLst>
          </p:cNvPr>
          <p:cNvSpPr/>
          <p:nvPr/>
        </p:nvSpPr>
        <p:spPr>
          <a:xfrm>
            <a:off x="6250308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4F4CD74C-AA91-C71A-0EA8-7B63BACC17E0}"/>
              </a:ext>
            </a:extLst>
          </p:cNvPr>
          <p:cNvSpPr/>
          <p:nvPr/>
        </p:nvSpPr>
        <p:spPr>
          <a:xfrm>
            <a:off x="9209422" y="5348942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1F5D9E42-9B43-FFE1-2BCF-012DE68C0A58}"/>
              </a:ext>
            </a:extLst>
          </p:cNvPr>
          <p:cNvSpPr txBox="1"/>
          <p:nvPr/>
        </p:nvSpPr>
        <p:spPr>
          <a:xfrm>
            <a:off x="16234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14B1015D-E74E-613F-93A9-9F79F611FDF2}"/>
              </a:ext>
            </a:extLst>
          </p:cNvPr>
          <p:cNvSpPr txBox="1"/>
          <p:nvPr/>
        </p:nvSpPr>
        <p:spPr>
          <a:xfrm>
            <a:off x="16322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71B83A89-2667-A90E-3E2A-426F9769ABBC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8FA9BCD1-D10C-C3EC-7330-954929D42999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3060BB2A-F49C-2805-3699-F06E65642514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B9BF0130-BF94-32DA-6F65-3ABE3EE1BEAE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9C0B5637-D4A5-313D-CFF1-1B8EFC45CCB2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BF85FD2A-859F-769B-8B48-63E4961338FE}"/>
              </a:ext>
            </a:extLst>
          </p:cNvPr>
          <p:cNvSpPr/>
          <p:nvPr/>
        </p:nvSpPr>
        <p:spPr>
          <a:xfrm>
            <a:off x="7729865" y="533805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1DEDD533-BD5F-3496-F352-03BA73F91C8F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1DEDD533-BD5F-3496-F352-03BA73F91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31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60E4561D-7D20-B98A-51F4-E812F504AB04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60E4561D-7D20-B98A-51F4-E812F504A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32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2AA7DEED-748E-1CD1-397E-A9575FC19EFA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2AA7DEED-748E-1CD1-397E-A9575FC19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3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288FDDA6-B885-1EE9-CD93-EC47151B62D5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288FDDA6-B885-1EE9-CD93-EC47151B6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3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AE3C3767-819A-37A1-34D6-308D1F6F8716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AE3C3767-819A-37A1-34D6-308D1F6F8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3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FA864211-8EAB-FCD0-9307-10FA342E139A}"/>
                  </a:ext>
                </a:extLst>
              </p:cNvPr>
              <p:cNvSpPr/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FA864211-8EAB-FCD0-9307-10FA342E1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777" y="4805825"/>
                <a:ext cx="379799" cy="379799"/>
              </a:xfrm>
              <a:prstGeom prst="rect">
                <a:avLst/>
              </a:prstGeom>
              <a:blipFill>
                <a:blip r:embed="rId36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8AADE006-6A37-85E0-ED0F-069A4273A50F}"/>
              </a:ext>
            </a:extLst>
          </p:cNvPr>
          <p:cNvCxnSpPr>
            <a:cxnSpLocks/>
            <a:stCxn id="369" idx="0"/>
            <a:endCxn id="375" idx="2"/>
          </p:cNvCxnSpPr>
          <p:nvPr/>
        </p:nvCxnSpPr>
        <p:spPr>
          <a:xfrm flipV="1">
            <a:off x="7862201" y="5185624"/>
            <a:ext cx="3476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9193B01F-CCBD-D9A3-0EDA-BD97773D5181}"/>
              </a:ext>
            </a:extLst>
          </p:cNvPr>
          <p:cNvCxnSpPr>
            <a:cxnSpLocks/>
            <a:stCxn id="375" idx="0"/>
            <a:endCxn id="386" idx="2"/>
          </p:cNvCxnSpPr>
          <p:nvPr/>
        </p:nvCxnSpPr>
        <p:spPr>
          <a:xfrm flipH="1" flipV="1">
            <a:off x="7862201" y="4651485"/>
            <a:ext cx="3476" cy="15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79B8F260-2216-7EF2-1324-FF4D405EF89C}"/>
              </a:ext>
            </a:extLst>
          </p:cNvPr>
          <p:cNvCxnSpPr>
            <a:cxnSpLocks/>
          </p:cNvCxnSpPr>
          <p:nvPr/>
        </p:nvCxnSpPr>
        <p:spPr>
          <a:xfrm flipH="1" flipV="1">
            <a:off x="9356079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F0EE362F-9C50-FA33-1546-4E1EF870C13E}"/>
              </a:ext>
            </a:extLst>
          </p:cNvPr>
          <p:cNvCxnSpPr>
            <a:cxnSpLocks/>
          </p:cNvCxnSpPr>
          <p:nvPr/>
        </p:nvCxnSpPr>
        <p:spPr>
          <a:xfrm flipH="1" flipV="1">
            <a:off x="6382497" y="516444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6D9AEC4A-5DEB-F02D-02E2-C9FA00A8D247}"/>
              </a:ext>
            </a:extLst>
          </p:cNvPr>
          <p:cNvCxnSpPr>
            <a:cxnSpLocks/>
          </p:cNvCxnSpPr>
          <p:nvPr/>
        </p:nvCxnSpPr>
        <p:spPr>
          <a:xfrm flipH="1" flipV="1">
            <a:off x="4897681" y="5169891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15B42BF6-B99A-68EF-D30C-D03854F43196}"/>
              </a:ext>
            </a:extLst>
          </p:cNvPr>
          <p:cNvCxnSpPr>
            <a:cxnSpLocks/>
          </p:cNvCxnSpPr>
          <p:nvPr/>
        </p:nvCxnSpPr>
        <p:spPr>
          <a:xfrm flipH="1" flipV="1">
            <a:off x="3419693" y="5186474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F8942140-F7D3-B84F-4E4D-2A525DD82C35}"/>
                  </a:ext>
                </a:extLst>
              </p:cNvPr>
              <p:cNvSpPr/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F8942140-F7D3-B84F-4E4D-2A525DD82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16" y="4805825"/>
                <a:ext cx="379799" cy="379799"/>
              </a:xfrm>
              <a:prstGeom prst="rect">
                <a:avLst/>
              </a:prstGeom>
              <a:blipFill>
                <a:blip r:embed="rId37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D474AE0E-7E6D-CB7D-A918-FC15F54013BB}"/>
                  </a:ext>
                </a:extLst>
              </p:cNvPr>
              <p:cNvSpPr/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D474AE0E-7E6D-CB7D-A918-FC15F5401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7" y="4805825"/>
                <a:ext cx="379799" cy="379799"/>
              </a:xfrm>
              <a:prstGeom prst="rect">
                <a:avLst/>
              </a:prstGeom>
              <a:blipFill>
                <a:blip r:embed="rId38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D8CEFD16-6654-A5E7-4419-704310D7C80B}"/>
                  </a:ext>
                </a:extLst>
              </p:cNvPr>
              <p:cNvSpPr/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D8CEFD16-6654-A5E7-4419-704310D7C8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5" y="4805825"/>
                <a:ext cx="379799" cy="379799"/>
              </a:xfrm>
              <a:prstGeom prst="rect">
                <a:avLst/>
              </a:prstGeom>
              <a:blipFill>
                <a:blip r:embed="rId39"/>
                <a:stretch>
                  <a:fillRect l="-38710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3E9AAEEA-7CE1-5ED6-FB14-2925B900F376}"/>
                  </a:ext>
                </a:extLst>
              </p:cNvPr>
              <p:cNvSpPr/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3E9AAEEA-7CE1-5ED6-FB14-2925B900F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97" y="4805825"/>
                <a:ext cx="379799" cy="379799"/>
              </a:xfrm>
              <a:prstGeom prst="rect">
                <a:avLst/>
              </a:prstGeom>
              <a:blipFill>
                <a:blip r:embed="rId40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6" name="Rectangle 385">
            <a:extLst>
              <a:ext uri="{FF2B5EF4-FFF2-40B4-BE49-F238E27FC236}">
                <a16:creationId xmlns:a16="http://schemas.microsoft.com/office/drawing/2014/main" id="{0AC232AC-90DD-D2D2-EEA8-F1974534F6CD}"/>
              </a:ext>
            </a:extLst>
          </p:cNvPr>
          <p:cNvSpPr/>
          <p:nvPr/>
        </p:nvSpPr>
        <p:spPr>
          <a:xfrm>
            <a:off x="7729865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7" name="TextBox 386">
                <a:extLst>
                  <a:ext uri="{FF2B5EF4-FFF2-40B4-BE49-F238E27FC236}">
                    <a16:creationId xmlns:a16="http://schemas.microsoft.com/office/drawing/2014/main" id="{AB42FF34-D3CE-193A-6F29-3E75CF190E61}"/>
                  </a:ext>
                </a:extLst>
              </p:cNvPr>
              <p:cNvSpPr txBox="1"/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7" name="TextBox 386">
                <a:extLst>
                  <a:ext uri="{FF2B5EF4-FFF2-40B4-BE49-F238E27FC236}">
                    <a16:creationId xmlns:a16="http://schemas.microsoft.com/office/drawing/2014/main" id="{AB42FF34-D3CE-193A-6F29-3E75CF190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6" y="4208975"/>
                <a:ext cx="369549" cy="400110"/>
              </a:xfrm>
              <a:prstGeom prst="rect">
                <a:avLst/>
              </a:prstGeom>
              <a:blipFill>
                <a:blip r:embed="rId41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B9CE2AA7-9981-7C26-89BA-DA16E0D77B5A}"/>
              </a:ext>
            </a:extLst>
          </p:cNvPr>
          <p:cNvCxnSpPr>
            <a:cxnSpLocks/>
            <a:endCxn id="389" idx="2"/>
          </p:cNvCxnSpPr>
          <p:nvPr/>
        </p:nvCxnSpPr>
        <p:spPr>
          <a:xfrm flipH="1" flipV="1">
            <a:off x="934412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ectangle 388">
            <a:extLst>
              <a:ext uri="{FF2B5EF4-FFF2-40B4-BE49-F238E27FC236}">
                <a16:creationId xmlns:a16="http://schemas.microsoft.com/office/drawing/2014/main" id="{F28F0EE6-2EF0-A691-4ED5-EFD02B2C83CD}"/>
              </a:ext>
            </a:extLst>
          </p:cNvPr>
          <p:cNvSpPr/>
          <p:nvPr/>
        </p:nvSpPr>
        <p:spPr>
          <a:xfrm>
            <a:off x="9211793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7A1F60F0-CA38-1752-F053-F74E5D1E445B}"/>
                  </a:ext>
                </a:extLst>
              </p:cNvPr>
              <p:cNvSpPr txBox="1"/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7A1F60F0-CA38-1752-F053-F74E5D1E4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94" y="4208975"/>
                <a:ext cx="369549" cy="400110"/>
              </a:xfrm>
              <a:prstGeom prst="rect">
                <a:avLst/>
              </a:prstGeom>
              <a:blipFill>
                <a:blip r:embed="rId42"/>
                <a:stretch>
                  <a:fillRect l="-1666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FD5E11B7-F71B-0C64-824B-E483D4A2C422}"/>
              </a:ext>
            </a:extLst>
          </p:cNvPr>
          <p:cNvCxnSpPr>
            <a:cxnSpLocks/>
            <a:endCxn id="392" idx="2"/>
          </p:cNvCxnSpPr>
          <p:nvPr/>
        </p:nvCxnSpPr>
        <p:spPr>
          <a:xfrm flipH="1" flipV="1">
            <a:off x="6380273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C123F33-7A42-FC01-48FA-BD132C1FC860}"/>
              </a:ext>
            </a:extLst>
          </p:cNvPr>
          <p:cNvSpPr/>
          <p:nvPr/>
        </p:nvSpPr>
        <p:spPr>
          <a:xfrm>
            <a:off x="6247937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784D6827-434A-0FA3-DC3E-00FA2454B893}"/>
                  </a:ext>
                </a:extLst>
              </p:cNvPr>
              <p:cNvSpPr txBox="1"/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784D6827-434A-0FA3-DC3E-00FA2454B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38" y="4208975"/>
                <a:ext cx="369549" cy="400110"/>
              </a:xfrm>
              <a:prstGeom prst="rect">
                <a:avLst/>
              </a:prstGeom>
              <a:blipFill>
                <a:blip r:embed="rId43"/>
                <a:stretch>
                  <a:fillRect l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5DEA936A-6837-F246-CE22-45857EEE1846}"/>
              </a:ext>
            </a:extLst>
          </p:cNvPr>
          <p:cNvCxnSpPr>
            <a:cxnSpLocks/>
            <a:endCxn id="395" idx="2"/>
          </p:cNvCxnSpPr>
          <p:nvPr/>
        </p:nvCxnSpPr>
        <p:spPr>
          <a:xfrm flipH="1" flipV="1">
            <a:off x="4894202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Rectangle 394">
            <a:extLst>
              <a:ext uri="{FF2B5EF4-FFF2-40B4-BE49-F238E27FC236}">
                <a16:creationId xmlns:a16="http://schemas.microsoft.com/office/drawing/2014/main" id="{5790A59C-F28D-B7AE-6766-273019D71ACF}"/>
              </a:ext>
            </a:extLst>
          </p:cNvPr>
          <p:cNvSpPr/>
          <p:nvPr/>
        </p:nvSpPr>
        <p:spPr>
          <a:xfrm>
            <a:off x="4761866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1DF1FBE2-85B3-A7A6-3A3B-5A4D90F4FA9B}"/>
                  </a:ext>
                </a:extLst>
              </p:cNvPr>
              <p:cNvSpPr txBox="1"/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1DF1FBE2-85B3-A7A6-3A3B-5A4D90F4F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67" y="4208975"/>
                <a:ext cx="369549" cy="400110"/>
              </a:xfrm>
              <a:prstGeom prst="rect">
                <a:avLst/>
              </a:prstGeom>
              <a:blipFill>
                <a:blip r:embed="rId44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9AE05160-AC9A-70A4-0BD2-3EAE1E4CFAB1}"/>
              </a:ext>
            </a:extLst>
          </p:cNvPr>
          <p:cNvCxnSpPr>
            <a:cxnSpLocks/>
            <a:endCxn id="398" idx="2"/>
          </p:cNvCxnSpPr>
          <p:nvPr/>
        </p:nvCxnSpPr>
        <p:spPr>
          <a:xfrm flipH="1" flipV="1">
            <a:off x="341196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Rectangle 397">
            <a:extLst>
              <a:ext uri="{FF2B5EF4-FFF2-40B4-BE49-F238E27FC236}">
                <a16:creationId xmlns:a16="http://schemas.microsoft.com/office/drawing/2014/main" id="{A3861610-0F70-7DB2-EFC9-A67487A82F3D}"/>
              </a:ext>
            </a:extLst>
          </p:cNvPr>
          <p:cNvSpPr/>
          <p:nvPr/>
        </p:nvSpPr>
        <p:spPr>
          <a:xfrm>
            <a:off x="3279624" y="4160030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32DCAB10-0F64-6596-0D13-C3D0BB186CA0}"/>
                  </a:ext>
                </a:extLst>
              </p:cNvPr>
              <p:cNvSpPr txBox="1"/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32DCAB10-0F64-6596-0D13-C3D0BB186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25" y="4208975"/>
                <a:ext cx="369549" cy="400110"/>
              </a:xfrm>
              <a:prstGeom prst="rect">
                <a:avLst/>
              </a:prstGeom>
              <a:blipFill>
                <a:blip r:embed="rId4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47894782-DD36-EE1A-CC61-5B4B1659ABCC}"/>
                  </a:ext>
                </a:extLst>
              </p:cNvPr>
              <p:cNvSpPr/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47894782-DD36-EE1A-CC61-5B4B1659A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751" y="4805825"/>
                <a:ext cx="379799" cy="379799"/>
              </a:xfrm>
              <a:prstGeom prst="rect">
                <a:avLst/>
              </a:prstGeom>
              <a:blipFill>
                <a:blip r:embed="rId46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1" name="Straight Arrow Connector 400">
            <a:extLst>
              <a:ext uri="{FF2B5EF4-FFF2-40B4-BE49-F238E27FC236}">
                <a16:creationId xmlns:a16="http://schemas.microsoft.com/office/drawing/2014/main" id="{267ACA4B-3198-F20F-2949-E8EBBBE52CE2}"/>
              </a:ext>
            </a:extLst>
          </p:cNvPr>
          <p:cNvCxnSpPr>
            <a:cxnSpLocks/>
            <a:stCxn id="369" idx="0"/>
            <a:endCxn id="400" idx="2"/>
          </p:cNvCxnSpPr>
          <p:nvPr/>
        </p:nvCxnSpPr>
        <p:spPr>
          <a:xfrm flipV="1">
            <a:off x="786220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CB6BADE1-71F5-F044-3737-B464269E7C94}"/>
              </a:ext>
            </a:extLst>
          </p:cNvPr>
          <p:cNvCxnSpPr>
            <a:cxnSpLocks/>
          </p:cNvCxnSpPr>
          <p:nvPr/>
        </p:nvCxnSpPr>
        <p:spPr>
          <a:xfrm flipH="1" flipV="1">
            <a:off x="834619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BD500B64-3B2D-DBF3-4F75-D6C6150A7262}"/>
                  </a:ext>
                </a:extLst>
              </p:cNvPr>
              <p:cNvSpPr/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BD500B64-3B2D-DBF3-4F75-D6C6150A7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30" y="4805825"/>
                <a:ext cx="379799" cy="379799"/>
              </a:xfrm>
              <a:prstGeom prst="rect">
                <a:avLst/>
              </a:prstGeom>
              <a:blipFill>
                <a:blip r:embed="rId4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F1BD5FF9-8B0E-44CD-3A70-1C44D3CE8AF1}"/>
              </a:ext>
            </a:extLst>
          </p:cNvPr>
          <p:cNvCxnSpPr>
            <a:cxnSpLocks/>
            <a:endCxn id="403" idx="2"/>
          </p:cNvCxnSpPr>
          <p:nvPr/>
        </p:nvCxnSpPr>
        <p:spPr>
          <a:xfrm flipV="1">
            <a:off x="9351880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Arrow Connector 404">
            <a:extLst>
              <a:ext uri="{FF2B5EF4-FFF2-40B4-BE49-F238E27FC236}">
                <a16:creationId xmlns:a16="http://schemas.microsoft.com/office/drawing/2014/main" id="{F68A6806-5B80-81C7-368C-587232DD83FA}"/>
              </a:ext>
            </a:extLst>
          </p:cNvPr>
          <p:cNvCxnSpPr>
            <a:cxnSpLocks/>
          </p:cNvCxnSpPr>
          <p:nvPr/>
        </p:nvCxnSpPr>
        <p:spPr>
          <a:xfrm flipH="1" flipV="1">
            <a:off x="9835878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38FA0711-4D63-FE79-56D4-78EEF73FB73A}"/>
                  </a:ext>
                </a:extLst>
              </p:cNvPr>
              <p:cNvSpPr/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38FA0711-4D63-FE79-56D4-78EEF73FB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22" y="4805825"/>
                <a:ext cx="379799" cy="379799"/>
              </a:xfrm>
              <a:prstGeom prst="rect">
                <a:avLst/>
              </a:prstGeom>
              <a:blipFill>
                <a:blip r:embed="rId48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7" name="Straight Arrow Connector 406">
            <a:extLst>
              <a:ext uri="{FF2B5EF4-FFF2-40B4-BE49-F238E27FC236}">
                <a16:creationId xmlns:a16="http://schemas.microsoft.com/office/drawing/2014/main" id="{FC406EC4-9AD7-FF8F-4EAF-F200FE8836E7}"/>
              </a:ext>
            </a:extLst>
          </p:cNvPr>
          <p:cNvCxnSpPr>
            <a:cxnSpLocks/>
            <a:endCxn id="406" idx="2"/>
          </p:cNvCxnSpPr>
          <p:nvPr/>
        </p:nvCxnSpPr>
        <p:spPr>
          <a:xfrm flipV="1">
            <a:off x="6380372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84DC9F4B-E4BD-CB6E-B26F-94601071A3F4}"/>
              </a:ext>
            </a:extLst>
          </p:cNvPr>
          <p:cNvCxnSpPr>
            <a:cxnSpLocks/>
          </p:cNvCxnSpPr>
          <p:nvPr/>
        </p:nvCxnSpPr>
        <p:spPr>
          <a:xfrm flipH="1" flipV="1">
            <a:off x="686437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B83BC4C6-E539-F755-D401-2D5446F9DF28}"/>
                  </a:ext>
                </a:extLst>
              </p:cNvPr>
              <p:cNvSpPr/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B83BC4C6-E539-F755-D401-2D5446F9D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331" y="4805825"/>
                <a:ext cx="379799" cy="379799"/>
              </a:xfrm>
              <a:prstGeom prst="rect">
                <a:avLst/>
              </a:prstGeom>
              <a:blipFill>
                <a:blip r:embed="rId49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0" name="Straight Arrow Connector 409">
            <a:extLst>
              <a:ext uri="{FF2B5EF4-FFF2-40B4-BE49-F238E27FC236}">
                <a16:creationId xmlns:a16="http://schemas.microsoft.com/office/drawing/2014/main" id="{BD1C5F40-ED7C-78D9-D8E0-E0E0CD217259}"/>
              </a:ext>
            </a:extLst>
          </p:cNvPr>
          <p:cNvCxnSpPr>
            <a:cxnSpLocks/>
            <a:endCxn id="409" idx="2"/>
          </p:cNvCxnSpPr>
          <p:nvPr/>
        </p:nvCxnSpPr>
        <p:spPr>
          <a:xfrm flipV="1">
            <a:off x="4907781" y="5185624"/>
            <a:ext cx="479450" cy="1524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0FDDA534-5606-609B-E1B0-7FCFD1DE3426}"/>
              </a:ext>
            </a:extLst>
          </p:cNvPr>
          <p:cNvCxnSpPr>
            <a:cxnSpLocks/>
          </p:cNvCxnSpPr>
          <p:nvPr/>
        </p:nvCxnSpPr>
        <p:spPr>
          <a:xfrm flipH="1" flipV="1">
            <a:off x="5391779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F2BF8076-62B8-B7BA-69C8-CE63E2DC0107}"/>
                  </a:ext>
                </a:extLst>
              </p:cNvPr>
              <p:cNvSpPr/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F2BF8076-62B8-B7BA-69C8-CE63E2DC01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32" y="4805825"/>
                <a:ext cx="379799" cy="379799"/>
              </a:xfrm>
              <a:prstGeom prst="rect">
                <a:avLst/>
              </a:prstGeom>
              <a:blipFill>
                <a:blip r:embed="rId50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3" name="Straight Arrow Connector 412">
            <a:extLst>
              <a:ext uri="{FF2B5EF4-FFF2-40B4-BE49-F238E27FC236}">
                <a16:creationId xmlns:a16="http://schemas.microsoft.com/office/drawing/2014/main" id="{E433F087-0B9D-2D38-D3C2-C8AB5F2C0112}"/>
              </a:ext>
            </a:extLst>
          </p:cNvPr>
          <p:cNvCxnSpPr>
            <a:cxnSpLocks/>
            <a:stCxn id="358" idx="0"/>
            <a:endCxn id="412" idx="2"/>
          </p:cNvCxnSpPr>
          <p:nvPr/>
        </p:nvCxnSpPr>
        <p:spPr>
          <a:xfrm flipV="1">
            <a:off x="3423530" y="5185624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527E6F76-842B-0E3E-52AE-4279F03DF8C8}"/>
              </a:ext>
            </a:extLst>
          </p:cNvPr>
          <p:cNvCxnSpPr>
            <a:cxnSpLocks/>
          </p:cNvCxnSpPr>
          <p:nvPr/>
        </p:nvCxnSpPr>
        <p:spPr>
          <a:xfrm flipH="1" flipV="1">
            <a:off x="3901380" y="4651485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1D5C81E1-3520-1F41-521D-2D12F8663045}"/>
                  </a:ext>
                </a:extLst>
              </p:cNvPr>
              <p:cNvSpPr/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1D5C81E1-3520-1F41-521D-2D12F8663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680" y="4805825"/>
                <a:ext cx="379799" cy="379799"/>
              </a:xfrm>
              <a:prstGeom prst="rect">
                <a:avLst/>
              </a:prstGeom>
              <a:blipFill>
                <a:blip r:embed="rId51"/>
                <a:stretch>
                  <a:fillRect l="-41935" r="-129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6" name="Straight Arrow Connector 415">
            <a:extLst>
              <a:ext uri="{FF2B5EF4-FFF2-40B4-BE49-F238E27FC236}">
                <a16:creationId xmlns:a16="http://schemas.microsoft.com/office/drawing/2014/main" id="{EA70E4FD-BC7C-C85E-C86A-6E2588BC52DE}"/>
              </a:ext>
            </a:extLst>
          </p:cNvPr>
          <p:cNvCxnSpPr>
            <a:cxnSpLocks/>
            <a:endCxn id="415" idx="2"/>
          </p:cNvCxnSpPr>
          <p:nvPr/>
        </p:nvCxnSpPr>
        <p:spPr>
          <a:xfrm flipH="1" flipV="1">
            <a:off x="4423580" y="5185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325A525A-3C31-CB05-7C65-C32695F29283}"/>
              </a:ext>
            </a:extLst>
          </p:cNvPr>
          <p:cNvCxnSpPr>
            <a:cxnSpLocks/>
            <a:stCxn id="415" idx="0"/>
            <a:endCxn id="418" idx="2"/>
          </p:cNvCxnSpPr>
          <p:nvPr/>
        </p:nvCxnSpPr>
        <p:spPr>
          <a:xfrm flipH="1" flipV="1">
            <a:off x="4417150" y="4651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86EC657-BD09-3A94-4DF2-B4019186B75A}"/>
              </a:ext>
            </a:extLst>
          </p:cNvPr>
          <p:cNvSpPr/>
          <p:nvPr/>
        </p:nvSpPr>
        <p:spPr>
          <a:xfrm>
            <a:off x="4284814" y="4160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CAD37174-852A-6C8E-F34D-FF796CB2C506}"/>
                  </a:ext>
                </a:extLst>
              </p:cNvPr>
              <p:cNvSpPr txBox="1"/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CAD37174-852A-6C8E-F34D-FF796CB2C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47" y="4203529"/>
                <a:ext cx="369549" cy="400110"/>
              </a:xfrm>
              <a:prstGeom prst="rect">
                <a:avLst/>
              </a:prstGeom>
              <a:blipFill>
                <a:blip r:embed="rId52"/>
                <a:stretch>
                  <a:fillRect l="-1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88246EB5-519B-7823-781A-096EBCE281CF}"/>
                  </a:ext>
                </a:extLst>
              </p:cNvPr>
              <p:cNvSpPr/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88246EB5-519B-7823-781A-096EBCE281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98" y="4801948"/>
                <a:ext cx="379799" cy="379799"/>
              </a:xfrm>
              <a:prstGeom prst="rect">
                <a:avLst/>
              </a:prstGeom>
              <a:blipFill>
                <a:blip r:embed="rId53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1" name="Straight Arrow Connector 420">
            <a:extLst>
              <a:ext uri="{FF2B5EF4-FFF2-40B4-BE49-F238E27FC236}">
                <a16:creationId xmlns:a16="http://schemas.microsoft.com/office/drawing/2014/main" id="{2E1FEF79-8A67-3720-916E-7BDCD82BC6CE}"/>
              </a:ext>
            </a:extLst>
          </p:cNvPr>
          <p:cNvCxnSpPr>
            <a:cxnSpLocks/>
            <a:stCxn id="358" idx="0"/>
            <a:endCxn id="420" idx="2"/>
          </p:cNvCxnSpPr>
          <p:nvPr/>
        </p:nvCxnSpPr>
        <p:spPr>
          <a:xfrm flipH="1" flipV="1">
            <a:off x="2940898" y="5181747"/>
            <a:ext cx="482632" cy="167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69AE8DCB-9256-1F7F-ABCC-ADEBB605C545}"/>
              </a:ext>
            </a:extLst>
          </p:cNvPr>
          <p:cNvCxnSpPr>
            <a:cxnSpLocks/>
            <a:stCxn id="420" idx="0"/>
            <a:endCxn id="423" idx="2"/>
          </p:cNvCxnSpPr>
          <p:nvPr/>
        </p:nvCxnSpPr>
        <p:spPr>
          <a:xfrm flipH="1" flipV="1">
            <a:off x="2934468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Rectangle 422">
            <a:extLst>
              <a:ext uri="{FF2B5EF4-FFF2-40B4-BE49-F238E27FC236}">
                <a16:creationId xmlns:a16="http://schemas.microsoft.com/office/drawing/2014/main" id="{849018A8-B847-56A9-287C-3FF6FA101EF7}"/>
              </a:ext>
            </a:extLst>
          </p:cNvPr>
          <p:cNvSpPr/>
          <p:nvPr/>
        </p:nvSpPr>
        <p:spPr>
          <a:xfrm>
            <a:off x="2802132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02B383D1-E84F-3BE7-123C-EF56DCE77E77}"/>
                  </a:ext>
                </a:extLst>
              </p:cNvPr>
              <p:cNvSpPr txBox="1"/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02B383D1-E84F-3BE7-123C-EF56DCE77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065" y="4199652"/>
                <a:ext cx="369549" cy="400110"/>
              </a:xfrm>
              <a:prstGeom prst="rect">
                <a:avLst/>
              </a:prstGeom>
              <a:blipFill>
                <a:blip r:embed="rId54"/>
                <a:stretch>
                  <a:fillRect l="-133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DC3698E9-486A-3E06-BC98-7F0638C74EF4}"/>
                  </a:ext>
                </a:extLst>
              </p:cNvPr>
              <p:cNvSpPr/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DC3698E9-486A-3E06-BC98-7F0638C74E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12" y="4803825"/>
                <a:ext cx="379799" cy="379799"/>
              </a:xfrm>
              <a:prstGeom prst="rect">
                <a:avLst/>
              </a:prstGeom>
              <a:blipFill>
                <a:blip r:embed="rId5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4AD693F-B30F-52F3-CB9A-26BED4249F9E}"/>
              </a:ext>
            </a:extLst>
          </p:cNvPr>
          <p:cNvCxnSpPr>
            <a:cxnSpLocks/>
            <a:endCxn id="425" idx="2"/>
          </p:cNvCxnSpPr>
          <p:nvPr/>
        </p:nvCxnSpPr>
        <p:spPr>
          <a:xfrm flipH="1" flipV="1">
            <a:off x="5917812" y="5183624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279A3E9D-0528-7E65-EB27-83355C4C5159}"/>
              </a:ext>
            </a:extLst>
          </p:cNvPr>
          <p:cNvCxnSpPr>
            <a:cxnSpLocks/>
            <a:stCxn id="425" idx="0"/>
            <a:endCxn id="428" idx="2"/>
          </p:cNvCxnSpPr>
          <p:nvPr/>
        </p:nvCxnSpPr>
        <p:spPr>
          <a:xfrm flipH="1" flipV="1">
            <a:off x="5911382" y="4649484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Rectangle 427">
            <a:extLst>
              <a:ext uri="{FF2B5EF4-FFF2-40B4-BE49-F238E27FC236}">
                <a16:creationId xmlns:a16="http://schemas.microsoft.com/office/drawing/2014/main" id="{C82F327A-32BF-232F-E391-C61B90947D4B}"/>
              </a:ext>
            </a:extLst>
          </p:cNvPr>
          <p:cNvSpPr/>
          <p:nvPr/>
        </p:nvSpPr>
        <p:spPr>
          <a:xfrm>
            <a:off x="5779046" y="4158029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CCF7FE8E-22C1-BD09-0702-48C4BF93A4AF}"/>
                  </a:ext>
                </a:extLst>
              </p:cNvPr>
              <p:cNvSpPr txBox="1"/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CCF7FE8E-22C1-BD09-0702-48C4BF93A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79" y="4201529"/>
                <a:ext cx="369549" cy="400110"/>
              </a:xfrm>
              <a:prstGeom prst="rect">
                <a:avLst/>
              </a:prstGeom>
              <a:blipFill>
                <a:blip r:embed="rId56"/>
                <a:stretch>
                  <a:fillRect l="-172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518BB0D8-4C1A-BADA-AAAC-7CD41DCA2EE9}"/>
                  </a:ext>
                </a:extLst>
              </p:cNvPr>
              <p:cNvSpPr/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518BB0D8-4C1A-BADA-AAAC-7CD41DCA2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75" y="4801948"/>
                <a:ext cx="379799" cy="379799"/>
              </a:xfrm>
              <a:prstGeom prst="rect">
                <a:avLst/>
              </a:prstGeom>
              <a:blipFill>
                <a:blip r:embed="rId57"/>
                <a:stretch>
                  <a:fillRect l="-36364" r="-909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1" name="Straight Arrow Connector 430">
            <a:extLst>
              <a:ext uri="{FF2B5EF4-FFF2-40B4-BE49-F238E27FC236}">
                <a16:creationId xmlns:a16="http://schemas.microsoft.com/office/drawing/2014/main" id="{DA05E8B1-BB5F-17B4-220E-02A4ECCDFA63}"/>
              </a:ext>
            </a:extLst>
          </p:cNvPr>
          <p:cNvCxnSpPr>
            <a:cxnSpLocks/>
            <a:endCxn id="430" idx="2"/>
          </p:cNvCxnSpPr>
          <p:nvPr/>
        </p:nvCxnSpPr>
        <p:spPr>
          <a:xfrm flipH="1" flipV="1">
            <a:off x="7373675" y="5181747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217D4FF7-9385-0D6B-0C39-04FA537C31F5}"/>
              </a:ext>
            </a:extLst>
          </p:cNvPr>
          <p:cNvCxnSpPr>
            <a:cxnSpLocks/>
            <a:stCxn id="430" idx="0"/>
            <a:endCxn id="433" idx="2"/>
          </p:cNvCxnSpPr>
          <p:nvPr/>
        </p:nvCxnSpPr>
        <p:spPr>
          <a:xfrm flipH="1" flipV="1">
            <a:off x="7367245" y="4647607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Rectangle 432">
            <a:extLst>
              <a:ext uri="{FF2B5EF4-FFF2-40B4-BE49-F238E27FC236}">
                <a16:creationId xmlns:a16="http://schemas.microsoft.com/office/drawing/2014/main" id="{DCEA7A5F-A812-A4D4-7FFC-50771FB9F508}"/>
              </a:ext>
            </a:extLst>
          </p:cNvPr>
          <p:cNvSpPr/>
          <p:nvPr/>
        </p:nvSpPr>
        <p:spPr>
          <a:xfrm>
            <a:off x="7234909" y="4156152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3576E306-98E9-D637-C405-83946AAADF6F}"/>
                  </a:ext>
                </a:extLst>
              </p:cNvPr>
              <p:cNvSpPr txBox="1"/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3576E306-98E9-D637-C405-83946AAAD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842" y="4199652"/>
                <a:ext cx="369549" cy="400110"/>
              </a:xfrm>
              <a:prstGeom prst="rect">
                <a:avLst/>
              </a:prstGeom>
              <a:blipFill>
                <a:blip r:embed="rId58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7239BA26-E5A5-637F-A2A2-41DD4FA2CFE0}"/>
                  </a:ext>
                </a:extLst>
              </p:cNvPr>
              <p:cNvSpPr/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7239BA26-E5A5-637F-A2A2-41DD4FA2CF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990" y="4805239"/>
                <a:ext cx="379799" cy="379799"/>
              </a:xfrm>
              <a:prstGeom prst="rect">
                <a:avLst/>
              </a:prstGeom>
              <a:blipFill>
                <a:blip r:embed="rId59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6" name="Straight Arrow Connector 435">
            <a:extLst>
              <a:ext uri="{FF2B5EF4-FFF2-40B4-BE49-F238E27FC236}">
                <a16:creationId xmlns:a16="http://schemas.microsoft.com/office/drawing/2014/main" id="{4114FD83-521A-C00E-1885-1B550DE95C45}"/>
              </a:ext>
            </a:extLst>
          </p:cNvPr>
          <p:cNvCxnSpPr>
            <a:cxnSpLocks/>
            <a:endCxn id="435" idx="2"/>
          </p:cNvCxnSpPr>
          <p:nvPr/>
        </p:nvCxnSpPr>
        <p:spPr>
          <a:xfrm flipH="1" flipV="1">
            <a:off x="8905890" y="5185038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44F3BD30-E8D6-AFF7-A6AA-6F47A8A47ECE}"/>
              </a:ext>
            </a:extLst>
          </p:cNvPr>
          <p:cNvCxnSpPr>
            <a:cxnSpLocks/>
            <a:stCxn id="435" idx="0"/>
            <a:endCxn id="438" idx="2"/>
          </p:cNvCxnSpPr>
          <p:nvPr/>
        </p:nvCxnSpPr>
        <p:spPr>
          <a:xfrm flipH="1" flipV="1">
            <a:off x="8899460" y="4650898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Rectangle 437">
            <a:extLst>
              <a:ext uri="{FF2B5EF4-FFF2-40B4-BE49-F238E27FC236}">
                <a16:creationId xmlns:a16="http://schemas.microsoft.com/office/drawing/2014/main" id="{417D5E39-696C-7969-1B1E-7A96EAE00F44}"/>
              </a:ext>
            </a:extLst>
          </p:cNvPr>
          <p:cNvSpPr/>
          <p:nvPr/>
        </p:nvSpPr>
        <p:spPr>
          <a:xfrm>
            <a:off x="8767124" y="4159443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CD793CC1-1938-6E42-BC52-A01C3B800B92}"/>
                  </a:ext>
                </a:extLst>
              </p:cNvPr>
              <p:cNvSpPr txBox="1"/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CD793CC1-1938-6E42-BC52-A01C3B800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057" y="4202943"/>
                <a:ext cx="369549" cy="400110"/>
              </a:xfrm>
              <a:prstGeom prst="rect">
                <a:avLst/>
              </a:prstGeom>
              <a:blipFill>
                <a:blip r:embed="rId60"/>
                <a:stretch>
                  <a:fillRect l="-1666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3E50D8B5-DBF5-0F24-A8CB-7F13A766FFC9}"/>
                  </a:ext>
                </a:extLst>
              </p:cNvPr>
              <p:cNvSpPr txBox="1"/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3E50D8B5-DBF5-0F24-A8CB-7F13A766F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DE31EA7-8631-2AEC-AA8E-E510BAA47FC9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02086" y="260731"/>
            <a:ext cx="606778" cy="60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32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3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3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26" grpId="0"/>
          <p:bldP spid="44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3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3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26" grpId="0"/>
          <p:bldP spid="440" grpId="0"/>
        </p:bldLst>
      </p:timing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337">
            <a:extLst>
              <a:ext uri="{FF2B5EF4-FFF2-40B4-BE49-F238E27FC236}">
                <a16:creationId xmlns:a16="http://schemas.microsoft.com/office/drawing/2014/main" id="{17403ADD-1F2E-E2E6-AE56-B374F1403378}"/>
              </a:ext>
            </a:extLst>
          </p:cNvPr>
          <p:cNvSpPr/>
          <p:nvPr/>
        </p:nvSpPr>
        <p:spPr>
          <a:xfrm>
            <a:off x="9566057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235A5B5E-4F5A-0F03-6CC5-9D80606DE105}"/>
              </a:ext>
            </a:extLst>
          </p:cNvPr>
          <p:cNvSpPr/>
          <p:nvPr/>
        </p:nvSpPr>
        <p:spPr>
          <a:xfrm>
            <a:off x="5883395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8ABBB9CF-79FF-7F5A-A6AA-E138C6BFBD62}"/>
              </a:ext>
            </a:extLst>
          </p:cNvPr>
          <p:cNvSpPr/>
          <p:nvPr/>
        </p:nvSpPr>
        <p:spPr>
          <a:xfrm>
            <a:off x="2728999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3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/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/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blipFill>
                <a:blip r:embed="rId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287">
            <a:extLst>
              <a:ext uri="{FF2B5EF4-FFF2-40B4-BE49-F238E27FC236}">
                <a16:creationId xmlns:a16="http://schemas.microsoft.com/office/drawing/2014/main" id="{5E31B373-179D-5E03-517C-E91E657E3D2D}"/>
              </a:ext>
            </a:extLst>
          </p:cNvPr>
          <p:cNvSpPr/>
          <p:nvPr/>
        </p:nvSpPr>
        <p:spPr>
          <a:xfrm>
            <a:off x="9570008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EC930747-C691-0531-B03A-08EE70B23B62}"/>
              </a:ext>
            </a:extLst>
          </p:cNvPr>
          <p:cNvSpPr/>
          <p:nvPr/>
        </p:nvSpPr>
        <p:spPr>
          <a:xfrm>
            <a:off x="9840027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A5B4195E-DA7E-A80A-BE19-0D23E124BB0D}"/>
              </a:ext>
            </a:extLst>
          </p:cNvPr>
          <p:cNvSpPr/>
          <p:nvPr/>
        </p:nvSpPr>
        <p:spPr>
          <a:xfrm>
            <a:off x="1011004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2176ABE-76D6-FC06-18E6-8BB366583199}"/>
              </a:ext>
            </a:extLst>
          </p:cNvPr>
          <p:cNvSpPr/>
          <p:nvPr/>
        </p:nvSpPr>
        <p:spPr>
          <a:xfrm>
            <a:off x="10380065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A75DD0C-6546-4DD9-25F2-A7C67D211F03}"/>
              </a:ext>
            </a:extLst>
          </p:cNvPr>
          <p:cNvSpPr/>
          <p:nvPr/>
        </p:nvSpPr>
        <p:spPr>
          <a:xfrm>
            <a:off x="1065008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/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blipFill>
                <a:blip r:embed="rId6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/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blipFill>
                <a:blip r:embed="rId7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/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blipFill>
                <a:blip r:embed="rId8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/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blipFill>
                <a:blip r:embed="rId9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/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blipFill>
                <a:blip r:embed="rId10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1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/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/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blipFill>
                <a:blip r:embed="rId12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Rectangle 301">
            <a:extLst>
              <a:ext uri="{FF2B5EF4-FFF2-40B4-BE49-F238E27FC236}">
                <a16:creationId xmlns:a16="http://schemas.microsoft.com/office/drawing/2014/main" id="{E3275D7C-D3D2-B1D1-965E-2D0D8D6DAD9B}"/>
              </a:ext>
            </a:extLst>
          </p:cNvPr>
          <p:cNvSpPr/>
          <p:nvPr/>
        </p:nvSpPr>
        <p:spPr>
          <a:xfrm>
            <a:off x="9571873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B647B1A-993E-2C5E-F256-9FF197DA4FCA}"/>
              </a:ext>
            </a:extLst>
          </p:cNvPr>
          <p:cNvSpPr/>
          <p:nvPr/>
        </p:nvSpPr>
        <p:spPr>
          <a:xfrm>
            <a:off x="9841892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8B19ED6B-9406-40EB-B907-76AB9D87D410}"/>
              </a:ext>
            </a:extLst>
          </p:cNvPr>
          <p:cNvSpPr/>
          <p:nvPr/>
        </p:nvSpPr>
        <p:spPr>
          <a:xfrm>
            <a:off x="1011191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954C7CA-AEF1-5114-6B0F-4E675318FF43}"/>
              </a:ext>
            </a:extLst>
          </p:cNvPr>
          <p:cNvSpPr/>
          <p:nvPr/>
        </p:nvSpPr>
        <p:spPr>
          <a:xfrm>
            <a:off x="10381930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25C68D4C-D34F-7F6F-5416-451C2B3E2E9C}"/>
              </a:ext>
            </a:extLst>
          </p:cNvPr>
          <p:cNvSpPr/>
          <p:nvPr/>
        </p:nvSpPr>
        <p:spPr>
          <a:xfrm>
            <a:off x="1065195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/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blipFill>
                <a:blip r:embed="rId1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/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blipFill>
                <a:blip r:embed="rId14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/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blipFill>
                <a:blip r:embed="rId15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/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blipFill>
                <a:blip r:embed="rId16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/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blipFill>
                <a:blip r:embed="rId17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8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/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/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blipFill>
                <a:blip r:embed="rId20"/>
                <a:stretch>
                  <a:fillRect l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Rectangle 314">
            <a:extLst>
              <a:ext uri="{FF2B5EF4-FFF2-40B4-BE49-F238E27FC236}">
                <a16:creationId xmlns:a16="http://schemas.microsoft.com/office/drawing/2014/main" id="{21B8BF03-2CB1-2FFA-6A05-A4A3E3F41B19}"/>
              </a:ext>
            </a:extLst>
          </p:cNvPr>
          <p:cNvSpPr/>
          <p:nvPr/>
        </p:nvSpPr>
        <p:spPr>
          <a:xfrm>
            <a:off x="9576432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4341006-CEC8-A7E9-8E11-92D584959E5B}"/>
              </a:ext>
            </a:extLst>
          </p:cNvPr>
          <p:cNvSpPr/>
          <p:nvPr/>
        </p:nvSpPr>
        <p:spPr>
          <a:xfrm>
            <a:off x="9846451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68DE11C-4D7D-F536-F2DF-97C4ED986E64}"/>
              </a:ext>
            </a:extLst>
          </p:cNvPr>
          <p:cNvSpPr/>
          <p:nvPr/>
        </p:nvSpPr>
        <p:spPr>
          <a:xfrm>
            <a:off x="1011647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CC7420B6-9C92-CBA8-E6F3-19ED76DEA261}"/>
              </a:ext>
            </a:extLst>
          </p:cNvPr>
          <p:cNvSpPr/>
          <p:nvPr/>
        </p:nvSpPr>
        <p:spPr>
          <a:xfrm>
            <a:off x="10386489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DB69A978-5E4D-4251-6CE8-F764C33ADE3C}"/>
              </a:ext>
            </a:extLst>
          </p:cNvPr>
          <p:cNvSpPr/>
          <p:nvPr/>
        </p:nvSpPr>
        <p:spPr>
          <a:xfrm>
            <a:off x="1065651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/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blipFill>
                <a:blip r:embed="rId21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/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blipFill>
                <a:blip r:embed="rId22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/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blipFill>
                <a:blip r:embed="rId2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/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blipFill>
                <a:blip r:embed="rId24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/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blipFill>
                <a:blip r:embed="rId25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/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/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blipFill>
                <a:blip r:embed="rId27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/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/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/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blipFill>
                <a:blip r:embed="rId30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/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/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3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/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53D7CF7-4589-C29B-3665-333EA78E7F68}"/>
              </a:ext>
            </a:extLst>
          </p:cNvPr>
          <p:cNvGrpSpPr/>
          <p:nvPr/>
        </p:nvGrpSpPr>
        <p:grpSpPr>
          <a:xfrm>
            <a:off x="239144" y="3251237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39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0EC34F-351F-09E7-1805-220C66B7C3D6}"/>
              </a:ext>
            </a:extLst>
          </p:cNvPr>
          <p:cNvGrpSpPr/>
          <p:nvPr/>
        </p:nvGrpSpPr>
        <p:grpSpPr>
          <a:xfrm>
            <a:off x="239660" y="3991163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1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7E672E-2EA2-83F7-9A62-1C0C75A51EA5}"/>
              </a:ext>
            </a:extLst>
          </p:cNvPr>
          <p:cNvGrpSpPr/>
          <p:nvPr/>
        </p:nvGrpSpPr>
        <p:grpSpPr>
          <a:xfrm>
            <a:off x="237714" y="4769220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3"/>
                  <a:stretch>
                    <a:fillRect l="-24390"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3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1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8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3ECA46-0C47-164E-9E4D-A56889F95740}"/>
                  </a:ext>
                </a:extLst>
              </p:cNvPr>
              <p:cNvSpPr txBox="1"/>
              <p:nvPr/>
            </p:nvSpPr>
            <p:spPr>
              <a:xfrm>
                <a:off x="7905377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3ECA46-0C47-164E-9E4D-A56889F95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377" y="55658"/>
                <a:ext cx="536105" cy="707886"/>
              </a:xfrm>
              <a:prstGeom prst="rect">
                <a:avLst/>
              </a:prstGeom>
              <a:blipFill>
                <a:blip r:embed="rId44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53A186-FA4E-ABC8-1E12-D77EB87C4E9E}"/>
                  </a:ext>
                </a:extLst>
              </p:cNvPr>
              <p:cNvSpPr txBox="1"/>
              <p:nvPr/>
            </p:nvSpPr>
            <p:spPr>
              <a:xfrm>
                <a:off x="7907242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53A186-FA4E-ABC8-1E12-D77EB87C4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242" y="702519"/>
                <a:ext cx="536105" cy="707886"/>
              </a:xfrm>
              <a:prstGeom prst="rect">
                <a:avLst/>
              </a:prstGeom>
              <a:blipFill>
                <a:blip r:embed="rId45"/>
                <a:stretch>
                  <a:fillRect l="-25581" r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37F868-F12D-AAC3-35F6-76763D814451}"/>
                  </a:ext>
                </a:extLst>
              </p:cNvPr>
              <p:cNvSpPr txBox="1"/>
              <p:nvPr/>
            </p:nvSpPr>
            <p:spPr>
              <a:xfrm>
                <a:off x="7911801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37F868-F12D-AAC3-35F6-76763D814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801" y="1357064"/>
                <a:ext cx="536105" cy="707886"/>
              </a:xfrm>
              <a:prstGeom prst="rect">
                <a:avLst/>
              </a:prstGeom>
              <a:blipFill>
                <a:blip r:embed="rId46"/>
                <a:stretch>
                  <a:fillRect l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/>
              <p:nvPr/>
            </p:nvSpPr>
            <p:spPr>
              <a:xfrm>
                <a:off x="7905377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377" y="55658"/>
                <a:ext cx="536105" cy="707886"/>
              </a:xfrm>
              <a:prstGeom prst="rect">
                <a:avLst/>
              </a:prstGeom>
              <a:blipFill>
                <a:blip r:embed="rId44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/>
              <p:nvPr/>
            </p:nvSpPr>
            <p:spPr>
              <a:xfrm>
                <a:off x="7907242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242" y="702519"/>
                <a:ext cx="536105" cy="707886"/>
              </a:xfrm>
              <a:prstGeom prst="rect">
                <a:avLst/>
              </a:prstGeom>
              <a:blipFill>
                <a:blip r:embed="rId45"/>
                <a:stretch>
                  <a:fillRect l="-25581" r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/>
              <p:nvPr/>
            </p:nvSpPr>
            <p:spPr>
              <a:xfrm>
                <a:off x="7911801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801" y="1357064"/>
                <a:ext cx="536105" cy="707886"/>
              </a:xfrm>
              <a:prstGeom prst="rect">
                <a:avLst/>
              </a:prstGeom>
              <a:blipFill>
                <a:blip r:embed="rId46"/>
                <a:stretch>
                  <a:fillRect l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/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blipFill>
                <a:blip r:embed="rId27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/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/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/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blipFill>
                <a:blip r:embed="rId30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/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/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3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4A7B99C-DF17-D390-A354-15907A8E37C7}"/>
              </a:ext>
            </a:extLst>
          </p:cNvPr>
          <p:cNvSpPr txBox="1"/>
          <p:nvPr/>
        </p:nvSpPr>
        <p:spPr>
          <a:xfrm>
            <a:off x="691573" y="297992"/>
            <a:ext cx="3413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Single-head</a:t>
            </a:r>
            <a:r>
              <a:rPr lang="en-US" sz="28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 attention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71237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" grpId="0" animBg="1"/>
      <p:bldP spid="337" grpId="0" animBg="1"/>
      <p:bldP spid="33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42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337">
            <a:extLst>
              <a:ext uri="{FF2B5EF4-FFF2-40B4-BE49-F238E27FC236}">
                <a16:creationId xmlns:a16="http://schemas.microsoft.com/office/drawing/2014/main" id="{17403ADD-1F2E-E2E6-AE56-B374F1403378}"/>
              </a:ext>
            </a:extLst>
          </p:cNvPr>
          <p:cNvSpPr/>
          <p:nvPr/>
        </p:nvSpPr>
        <p:spPr>
          <a:xfrm>
            <a:off x="9566057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235A5B5E-4F5A-0F03-6CC5-9D80606DE105}"/>
              </a:ext>
            </a:extLst>
          </p:cNvPr>
          <p:cNvSpPr/>
          <p:nvPr/>
        </p:nvSpPr>
        <p:spPr>
          <a:xfrm>
            <a:off x="5883395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8ABBB9CF-79FF-7F5A-A6AA-E138C6BFBD62}"/>
              </a:ext>
            </a:extLst>
          </p:cNvPr>
          <p:cNvSpPr/>
          <p:nvPr/>
        </p:nvSpPr>
        <p:spPr>
          <a:xfrm>
            <a:off x="2728999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3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/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/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blipFill>
                <a:blip r:embed="rId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287">
            <a:extLst>
              <a:ext uri="{FF2B5EF4-FFF2-40B4-BE49-F238E27FC236}">
                <a16:creationId xmlns:a16="http://schemas.microsoft.com/office/drawing/2014/main" id="{5E31B373-179D-5E03-517C-E91E657E3D2D}"/>
              </a:ext>
            </a:extLst>
          </p:cNvPr>
          <p:cNvSpPr/>
          <p:nvPr/>
        </p:nvSpPr>
        <p:spPr>
          <a:xfrm>
            <a:off x="9570008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EC930747-C691-0531-B03A-08EE70B23B62}"/>
              </a:ext>
            </a:extLst>
          </p:cNvPr>
          <p:cNvSpPr/>
          <p:nvPr/>
        </p:nvSpPr>
        <p:spPr>
          <a:xfrm>
            <a:off x="9840027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A5B4195E-DA7E-A80A-BE19-0D23E124BB0D}"/>
              </a:ext>
            </a:extLst>
          </p:cNvPr>
          <p:cNvSpPr/>
          <p:nvPr/>
        </p:nvSpPr>
        <p:spPr>
          <a:xfrm>
            <a:off x="1011004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2176ABE-76D6-FC06-18E6-8BB366583199}"/>
              </a:ext>
            </a:extLst>
          </p:cNvPr>
          <p:cNvSpPr/>
          <p:nvPr/>
        </p:nvSpPr>
        <p:spPr>
          <a:xfrm>
            <a:off x="10380065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A75DD0C-6546-4DD9-25F2-A7C67D211F03}"/>
              </a:ext>
            </a:extLst>
          </p:cNvPr>
          <p:cNvSpPr/>
          <p:nvPr/>
        </p:nvSpPr>
        <p:spPr>
          <a:xfrm>
            <a:off x="1065008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/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blipFill>
                <a:blip r:embed="rId6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/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blipFill>
                <a:blip r:embed="rId7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/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blipFill>
                <a:blip r:embed="rId8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/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blipFill>
                <a:blip r:embed="rId9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/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blipFill>
                <a:blip r:embed="rId10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1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/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/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blipFill>
                <a:blip r:embed="rId12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Rectangle 301">
            <a:extLst>
              <a:ext uri="{FF2B5EF4-FFF2-40B4-BE49-F238E27FC236}">
                <a16:creationId xmlns:a16="http://schemas.microsoft.com/office/drawing/2014/main" id="{E3275D7C-D3D2-B1D1-965E-2D0D8D6DAD9B}"/>
              </a:ext>
            </a:extLst>
          </p:cNvPr>
          <p:cNvSpPr/>
          <p:nvPr/>
        </p:nvSpPr>
        <p:spPr>
          <a:xfrm>
            <a:off x="9571873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B647B1A-993E-2C5E-F256-9FF197DA4FCA}"/>
              </a:ext>
            </a:extLst>
          </p:cNvPr>
          <p:cNvSpPr/>
          <p:nvPr/>
        </p:nvSpPr>
        <p:spPr>
          <a:xfrm>
            <a:off x="9841892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8B19ED6B-9406-40EB-B907-76AB9D87D410}"/>
              </a:ext>
            </a:extLst>
          </p:cNvPr>
          <p:cNvSpPr/>
          <p:nvPr/>
        </p:nvSpPr>
        <p:spPr>
          <a:xfrm>
            <a:off x="1011191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954C7CA-AEF1-5114-6B0F-4E675318FF43}"/>
              </a:ext>
            </a:extLst>
          </p:cNvPr>
          <p:cNvSpPr/>
          <p:nvPr/>
        </p:nvSpPr>
        <p:spPr>
          <a:xfrm>
            <a:off x="10381930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25C68D4C-D34F-7F6F-5416-451C2B3E2E9C}"/>
              </a:ext>
            </a:extLst>
          </p:cNvPr>
          <p:cNvSpPr/>
          <p:nvPr/>
        </p:nvSpPr>
        <p:spPr>
          <a:xfrm>
            <a:off x="1065195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/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blipFill>
                <a:blip r:embed="rId1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/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blipFill>
                <a:blip r:embed="rId14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/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blipFill>
                <a:blip r:embed="rId15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/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blipFill>
                <a:blip r:embed="rId16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/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blipFill>
                <a:blip r:embed="rId17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8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/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/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blipFill>
                <a:blip r:embed="rId20"/>
                <a:stretch>
                  <a:fillRect l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Rectangle 314">
            <a:extLst>
              <a:ext uri="{FF2B5EF4-FFF2-40B4-BE49-F238E27FC236}">
                <a16:creationId xmlns:a16="http://schemas.microsoft.com/office/drawing/2014/main" id="{21B8BF03-2CB1-2FFA-6A05-A4A3E3F41B19}"/>
              </a:ext>
            </a:extLst>
          </p:cNvPr>
          <p:cNvSpPr/>
          <p:nvPr/>
        </p:nvSpPr>
        <p:spPr>
          <a:xfrm>
            <a:off x="9576432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4341006-CEC8-A7E9-8E11-92D584959E5B}"/>
              </a:ext>
            </a:extLst>
          </p:cNvPr>
          <p:cNvSpPr/>
          <p:nvPr/>
        </p:nvSpPr>
        <p:spPr>
          <a:xfrm>
            <a:off x="9846451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68DE11C-4D7D-F536-F2DF-97C4ED986E64}"/>
              </a:ext>
            </a:extLst>
          </p:cNvPr>
          <p:cNvSpPr/>
          <p:nvPr/>
        </p:nvSpPr>
        <p:spPr>
          <a:xfrm>
            <a:off x="1011647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CC7420B6-9C92-CBA8-E6F3-19ED76DEA261}"/>
              </a:ext>
            </a:extLst>
          </p:cNvPr>
          <p:cNvSpPr/>
          <p:nvPr/>
        </p:nvSpPr>
        <p:spPr>
          <a:xfrm>
            <a:off x="10386489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DB69A978-5E4D-4251-6CE8-F764C33ADE3C}"/>
              </a:ext>
            </a:extLst>
          </p:cNvPr>
          <p:cNvSpPr/>
          <p:nvPr/>
        </p:nvSpPr>
        <p:spPr>
          <a:xfrm>
            <a:off x="1065651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/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blipFill>
                <a:blip r:embed="rId21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/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blipFill>
                <a:blip r:embed="rId22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/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blipFill>
                <a:blip r:embed="rId2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/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blipFill>
                <a:blip r:embed="rId24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/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blipFill>
                <a:blip r:embed="rId25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/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/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blipFill>
                <a:blip r:embed="rId27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/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/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/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blipFill>
                <a:blip r:embed="rId30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/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/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3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/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53D7CF7-4589-C29B-3665-333EA78E7F68}"/>
              </a:ext>
            </a:extLst>
          </p:cNvPr>
          <p:cNvGrpSpPr/>
          <p:nvPr/>
        </p:nvGrpSpPr>
        <p:grpSpPr>
          <a:xfrm>
            <a:off x="239144" y="3251237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39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0EC34F-351F-09E7-1805-220C66B7C3D6}"/>
              </a:ext>
            </a:extLst>
          </p:cNvPr>
          <p:cNvGrpSpPr/>
          <p:nvPr/>
        </p:nvGrpSpPr>
        <p:grpSpPr>
          <a:xfrm>
            <a:off x="239660" y="3991163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1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7E672E-2EA2-83F7-9A62-1C0C75A51EA5}"/>
              </a:ext>
            </a:extLst>
          </p:cNvPr>
          <p:cNvGrpSpPr/>
          <p:nvPr/>
        </p:nvGrpSpPr>
        <p:grpSpPr>
          <a:xfrm>
            <a:off x="237714" y="4769220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3"/>
                  <a:stretch>
                    <a:fillRect l="-24390"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3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1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8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3ECA46-0C47-164E-9E4D-A56889F95740}"/>
                  </a:ext>
                </a:extLst>
              </p:cNvPr>
              <p:cNvSpPr txBox="1"/>
              <p:nvPr/>
            </p:nvSpPr>
            <p:spPr>
              <a:xfrm>
                <a:off x="7905377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3ECA46-0C47-164E-9E4D-A56889F95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377" y="55658"/>
                <a:ext cx="536105" cy="707886"/>
              </a:xfrm>
              <a:prstGeom prst="rect">
                <a:avLst/>
              </a:prstGeom>
              <a:blipFill>
                <a:blip r:embed="rId44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53A186-FA4E-ABC8-1E12-D77EB87C4E9E}"/>
                  </a:ext>
                </a:extLst>
              </p:cNvPr>
              <p:cNvSpPr txBox="1"/>
              <p:nvPr/>
            </p:nvSpPr>
            <p:spPr>
              <a:xfrm>
                <a:off x="7907242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53A186-FA4E-ABC8-1E12-D77EB87C4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242" y="702519"/>
                <a:ext cx="536105" cy="707886"/>
              </a:xfrm>
              <a:prstGeom prst="rect">
                <a:avLst/>
              </a:prstGeom>
              <a:blipFill>
                <a:blip r:embed="rId45"/>
                <a:stretch>
                  <a:fillRect l="-25581" r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37F868-F12D-AAC3-35F6-76763D814451}"/>
                  </a:ext>
                </a:extLst>
              </p:cNvPr>
              <p:cNvSpPr txBox="1"/>
              <p:nvPr/>
            </p:nvSpPr>
            <p:spPr>
              <a:xfrm>
                <a:off x="7911801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37F868-F12D-AAC3-35F6-76763D814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801" y="1357064"/>
                <a:ext cx="536105" cy="707886"/>
              </a:xfrm>
              <a:prstGeom prst="rect">
                <a:avLst/>
              </a:prstGeom>
              <a:blipFill>
                <a:blip r:embed="rId46"/>
                <a:stretch>
                  <a:fillRect l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/>
              <p:nvPr/>
            </p:nvSpPr>
            <p:spPr>
              <a:xfrm>
                <a:off x="3238388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388" y="3284200"/>
                <a:ext cx="536105" cy="369332"/>
              </a:xfrm>
              <a:prstGeom prst="rect">
                <a:avLst/>
              </a:prstGeom>
              <a:blipFill>
                <a:blip r:embed="rId4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/>
              <p:nvPr/>
            </p:nvSpPr>
            <p:spPr>
              <a:xfrm>
                <a:off x="4313304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304" y="3284200"/>
                <a:ext cx="536105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/>
              <p:nvPr/>
            </p:nvSpPr>
            <p:spPr>
              <a:xfrm>
                <a:off x="5355667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667" y="3284200"/>
                <a:ext cx="536105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/>
              <p:nvPr/>
            </p:nvSpPr>
            <p:spPr>
              <a:xfrm>
                <a:off x="2842139" y="3209755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3209755"/>
                <a:ext cx="518222" cy="518222"/>
              </a:xfrm>
              <a:prstGeom prst="rect">
                <a:avLst/>
              </a:prstGeom>
              <a:blipFill>
                <a:blip r:embed="rId50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/>
              <p:nvPr/>
            </p:nvSpPr>
            <p:spPr>
              <a:xfrm>
                <a:off x="3899172" y="3209755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72" y="3209755"/>
                <a:ext cx="518222" cy="51822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/>
              <p:nvPr/>
            </p:nvSpPr>
            <p:spPr>
              <a:xfrm>
                <a:off x="4950992" y="3209755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992" y="3209755"/>
                <a:ext cx="518222" cy="51822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/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blipFill>
                <a:blip r:embed="rId30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/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/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3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F2C0CF-D3A1-9CFE-3F91-0CBDC1E6A9B5}"/>
              </a:ext>
            </a:extLst>
          </p:cNvPr>
          <p:cNvSpPr/>
          <p:nvPr/>
        </p:nvSpPr>
        <p:spPr>
          <a:xfrm>
            <a:off x="2842139" y="4109773"/>
            <a:ext cx="2786668" cy="39626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8FC299-3101-FA58-96C2-FD98FE7297D1}"/>
                  </a:ext>
                </a:extLst>
              </p:cNvPr>
              <p:cNvSpPr txBox="1"/>
              <p:nvPr/>
            </p:nvSpPr>
            <p:spPr>
              <a:xfrm>
                <a:off x="3595613" y="4109773"/>
                <a:ext cx="12797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8FC299-3101-FA58-96C2-FD98FE729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613" y="4109773"/>
                <a:ext cx="1279767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4D31F08-2A54-1665-5263-8A47EBB5BB26}"/>
              </a:ext>
            </a:extLst>
          </p:cNvPr>
          <p:cNvGrpSpPr/>
          <p:nvPr/>
        </p:nvGrpSpPr>
        <p:grpSpPr>
          <a:xfrm>
            <a:off x="2842139" y="3803708"/>
            <a:ext cx="664301" cy="302216"/>
            <a:chOff x="2842139" y="4092315"/>
            <a:chExt cx="664301" cy="30221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65A97A0-B0D6-E178-5BE4-D6DC2EF7660C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895857-2BBA-0544-E000-1A557812455C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D2F4349-34AF-C2F6-0D28-3B275EB6D129}"/>
              </a:ext>
            </a:extLst>
          </p:cNvPr>
          <p:cNvGrpSpPr/>
          <p:nvPr/>
        </p:nvGrpSpPr>
        <p:grpSpPr>
          <a:xfrm>
            <a:off x="3896565" y="3805633"/>
            <a:ext cx="664301" cy="302216"/>
            <a:chOff x="2842139" y="4092315"/>
            <a:chExt cx="664301" cy="302216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3A5002D-E93D-9F6D-186F-619116CE734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A6526B9-9EC5-D6A8-4A23-41C30A8D9473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662435-0159-92DC-8B4B-D50D5F22FE9C}"/>
              </a:ext>
            </a:extLst>
          </p:cNvPr>
          <p:cNvGrpSpPr/>
          <p:nvPr/>
        </p:nvGrpSpPr>
        <p:grpSpPr>
          <a:xfrm>
            <a:off x="4950992" y="3805633"/>
            <a:ext cx="664301" cy="302216"/>
            <a:chOff x="2842139" y="4092315"/>
            <a:chExt cx="664301" cy="30221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780928-0EB3-9D06-3FED-D41ED939300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B746D9E-E634-EE79-847E-5EC86C7A936C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518243C-95D2-76C3-A22A-1871A1B6F242}"/>
              </a:ext>
            </a:extLst>
          </p:cNvPr>
          <p:cNvCxnSpPr>
            <a:cxnSpLocks/>
          </p:cNvCxnSpPr>
          <p:nvPr/>
        </p:nvCxnSpPr>
        <p:spPr>
          <a:xfrm>
            <a:off x="4229725" y="4506034"/>
            <a:ext cx="0" cy="30221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D8D3C2-A70B-0D1D-35EB-BAD27672E0C3}"/>
                  </a:ext>
                </a:extLst>
              </p:cNvPr>
              <p:cNvSpPr txBox="1"/>
              <p:nvPr/>
            </p:nvSpPr>
            <p:spPr>
              <a:xfrm>
                <a:off x="3841227" y="4739445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D8D3C2-A70B-0D1D-35EB-BAD27672E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227" y="4739445"/>
                <a:ext cx="774976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411B0E-9598-B1E6-8363-58CD6A13F7D7}"/>
                  </a:ext>
                </a:extLst>
              </p:cNvPr>
              <p:cNvSpPr txBox="1"/>
              <p:nvPr/>
            </p:nvSpPr>
            <p:spPr>
              <a:xfrm>
                <a:off x="4515102" y="4718040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411B0E-9598-B1E6-8363-58CD6A13F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102" y="4718040"/>
                <a:ext cx="855694" cy="379656"/>
              </a:xfrm>
              <a:prstGeom prst="rect">
                <a:avLst/>
              </a:prstGeom>
              <a:blipFill>
                <a:blip r:embed="rId55"/>
                <a:stretch>
                  <a:fillRect r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496D67C-A9E3-6659-D612-6C96BDB4190E}"/>
              </a:ext>
            </a:extLst>
          </p:cNvPr>
          <p:cNvSpPr txBox="1"/>
          <p:nvPr/>
        </p:nvSpPr>
        <p:spPr>
          <a:xfrm>
            <a:off x="691573" y="297992"/>
            <a:ext cx="3413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Single-head</a:t>
            </a:r>
            <a:r>
              <a:rPr lang="en-US" sz="28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 attention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06971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56" grpId="0"/>
      <p:bldP spid="5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337">
            <a:extLst>
              <a:ext uri="{FF2B5EF4-FFF2-40B4-BE49-F238E27FC236}">
                <a16:creationId xmlns:a16="http://schemas.microsoft.com/office/drawing/2014/main" id="{17403ADD-1F2E-E2E6-AE56-B374F1403378}"/>
              </a:ext>
            </a:extLst>
          </p:cNvPr>
          <p:cNvSpPr/>
          <p:nvPr/>
        </p:nvSpPr>
        <p:spPr>
          <a:xfrm>
            <a:off x="9566057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235A5B5E-4F5A-0F03-6CC5-9D80606DE105}"/>
              </a:ext>
            </a:extLst>
          </p:cNvPr>
          <p:cNvSpPr/>
          <p:nvPr/>
        </p:nvSpPr>
        <p:spPr>
          <a:xfrm>
            <a:off x="5883395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8ABBB9CF-79FF-7F5A-A6AA-E138C6BFBD62}"/>
              </a:ext>
            </a:extLst>
          </p:cNvPr>
          <p:cNvSpPr/>
          <p:nvPr/>
        </p:nvSpPr>
        <p:spPr>
          <a:xfrm>
            <a:off x="2728999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3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/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/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blipFill>
                <a:blip r:embed="rId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287">
            <a:extLst>
              <a:ext uri="{FF2B5EF4-FFF2-40B4-BE49-F238E27FC236}">
                <a16:creationId xmlns:a16="http://schemas.microsoft.com/office/drawing/2014/main" id="{5E31B373-179D-5E03-517C-E91E657E3D2D}"/>
              </a:ext>
            </a:extLst>
          </p:cNvPr>
          <p:cNvSpPr/>
          <p:nvPr/>
        </p:nvSpPr>
        <p:spPr>
          <a:xfrm>
            <a:off x="9570008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EC930747-C691-0531-B03A-08EE70B23B62}"/>
              </a:ext>
            </a:extLst>
          </p:cNvPr>
          <p:cNvSpPr/>
          <p:nvPr/>
        </p:nvSpPr>
        <p:spPr>
          <a:xfrm>
            <a:off x="9840027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A5B4195E-DA7E-A80A-BE19-0D23E124BB0D}"/>
              </a:ext>
            </a:extLst>
          </p:cNvPr>
          <p:cNvSpPr/>
          <p:nvPr/>
        </p:nvSpPr>
        <p:spPr>
          <a:xfrm>
            <a:off x="1011004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2176ABE-76D6-FC06-18E6-8BB366583199}"/>
              </a:ext>
            </a:extLst>
          </p:cNvPr>
          <p:cNvSpPr/>
          <p:nvPr/>
        </p:nvSpPr>
        <p:spPr>
          <a:xfrm>
            <a:off x="10380065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A75DD0C-6546-4DD9-25F2-A7C67D211F03}"/>
              </a:ext>
            </a:extLst>
          </p:cNvPr>
          <p:cNvSpPr/>
          <p:nvPr/>
        </p:nvSpPr>
        <p:spPr>
          <a:xfrm>
            <a:off x="1065008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/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blipFill>
                <a:blip r:embed="rId6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/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blipFill>
                <a:blip r:embed="rId7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/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blipFill>
                <a:blip r:embed="rId8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/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blipFill>
                <a:blip r:embed="rId9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/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blipFill>
                <a:blip r:embed="rId10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1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/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/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blipFill>
                <a:blip r:embed="rId12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Rectangle 301">
            <a:extLst>
              <a:ext uri="{FF2B5EF4-FFF2-40B4-BE49-F238E27FC236}">
                <a16:creationId xmlns:a16="http://schemas.microsoft.com/office/drawing/2014/main" id="{E3275D7C-D3D2-B1D1-965E-2D0D8D6DAD9B}"/>
              </a:ext>
            </a:extLst>
          </p:cNvPr>
          <p:cNvSpPr/>
          <p:nvPr/>
        </p:nvSpPr>
        <p:spPr>
          <a:xfrm>
            <a:off x="9571873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B647B1A-993E-2C5E-F256-9FF197DA4FCA}"/>
              </a:ext>
            </a:extLst>
          </p:cNvPr>
          <p:cNvSpPr/>
          <p:nvPr/>
        </p:nvSpPr>
        <p:spPr>
          <a:xfrm>
            <a:off x="9841892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8B19ED6B-9406-40EB-B907-76AB9D87D410}"/>
              </a:ext>
            </a:extLst>
          </p:cNvPr>
          <p:cNvSpPr/>
          <p:nvPr/>
        </p:nvSpPr>
        <p:spPr>
          <a:xfrm>
            <a:off x="1011191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954C7CA-AEF1-5114-6B0F-4E675318FF43}"/>
              </a:ext>
            </a:extLst>
          </p:cNvPr>
          <p:cNvSpPr/>
          <p:nvPr/>
        </p:nvSpPr>
        <p:spPr>
          <a:xfrm>
            <a:off x="10381930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25C68D4C-D34F-7F6F-5416-451C2B3E2E9C}"/>
              </a:ext>
            </a:extLst>
          </p:cNvPr>
          <p:cNvSpPr/>
          <p:nvPr/>
        </p:nvSpPr>
        <p:spPr>
          <a:xfrm>
            <a:off x="1065195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/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blipFill>
                <a:blip r:embed="rId1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/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blipFill>
                <a:blip r:embed="rId14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/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blipFill>
                <a:blip r:embed="rId15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/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blipFill>
                <a:blip r:embed="rId16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/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blipFill>
                <a:blip r:embed="rId17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8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/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/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blipFill>
                <a:blip r:embed="rId20"/>
                <a:stretch>
                  <a:fillRect l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Rectangle 314">
            <a:extLst>
              <a:ext uri="{FF2B5EF4-FFF2-40B4-BE49-F238E27FC236}">
                <a16:creationId xmlns:a16="http://schemas.microsoft.com/office/drawing/2014/main" id="{21B8BF03-2CB1-2FFA-6A05-A4A3E3F41B19}"/>
              </a:ext>
            </a:extLst>
          </p:cNvPr>
          <p:cNvSpPr/>
          <p:nvPr/>
        </p:nvSpPr>
        <p:spPr>
          <a:xfrm>
            <a:off x="9576432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4341006-CEC8-A7E9-8E11-92D584959E5B}"/>
              </a:ext>
            </a:extLst>
          </p:cNvPr>
          <p:cNvSpPr/>
          <p:nvPr/>
        </p:nvSpPr>
        <p:spPr>
          <a:xfrm>
            <a:off x="9846451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68DE11C-4D7D-F536-F2DF-97C4ED986E64}"/>
              </a:ext>
            </a:extLst>
          </p:cNvPr>
          <p:cNvSpPr/>
          <p:nvPr/>
        </p:nvSpPr>
        <p:spPr>
          <a:xfrm>
            <a:off x="1011647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CC7420B6-9C92-CBA8-E6F3-19ED76DEA261}"/>
              </a:ext>
            </a:extLst>
          </p:cNvPr>
          <p:cNvSpPr/>
          <p:nvPr/>
        </p:nvSpPr>
        <p:spPr>
          <a:xfrm>
            <a:off x="10386489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DB69A978-5E4D-4251-6CE8-F764C33ADE3C}"/>
              </a:ext>
            </a:extLst>
          </p:cNvPr>
          <p:cNvSpPr/>
          <p:nvPr/>
        </p:nvSpPr>
        <p:spPr>
          <a:xfrm>
            <a:off x="1065651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/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blipFill>
                <a:blip r:embed="rId21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/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blipFill>
                <a:blip r:embed="rId22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/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blipFill>
                <a:blip r:embed="rId2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/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blipFill>
                <a:blip r:embed="rId24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/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blipFill>
                <a:blip r:embed="rId25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/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/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blipFill>
                <a:blip r:embed="rId27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/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/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/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blipFill>
                <a:blip r:embed="rId30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/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/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3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/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53D7CF7-4589-C29B-3665-333EA78E7F68}"/>
              </a:ext>
            </a:extLst>
          </p:cNvPr>
          <p:cNvGrpSpPr/>
          <p:nvPr/>
        </p:nvGrpSpPr>
        <p:grpSpPr>
          <a:xfrm>
            <a:off x="239144" y="3251237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39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0EC34F-351F-09E7-1805-220C66B7C3D6}"/>
              </a:ext>
            </a:extLst>
          </p:cNvPr>
          <p:cNvGrpSpPr/>
          <p:nvPr/>
        </p:nvGrpSpPr>
        <p:grpSpPr>
          <a:xfrm>
            <a:off x="239660" y="3991163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1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7E672E-2EA2-83F7-9A62-1C0C75A51EA5}"/>
              </a:ext>
            </a:extLst>
          </p:cNvPr>
          <p:cNvGrpSpPr/>
          <p:nvPr/>
        </p:nvGrpSpPr>
        <p:grpSpPr>
          <a:xfrm>
            <a:off x="237714" y="4769220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3"/>
                  <a:stretch>
                    <a:fillRect l="-24390"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3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1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8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/>
              <p:nvPr/>
            </p:nvSpPr>
            <p:spPr>
              <a:xfrm>
                <a:off x="3238388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388" y="3284200"/>
                <a:ext cx="536105" cy="369332"/>
              </a:xfrm>
              <a:prstGeom prst="rect">
                <a:avLst/>
              </a:prstGeom>
              <a:blipFill>
                <a:blip r:embed="rId4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/>
              <p:nvPr/>
            </p:nvSpPr>
            <p:spPr>
              <a:xfrm>
                <a:off x="4313304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304" y="3284200"/>
                <a:ext cx="536105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/>
              <p:nvPr/>
            </p:nvSpPr>
            <p:spPr>
              <a:xfrm>
                <a:off x="5355667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667" y="3284200"/>
                <a:ext cx="536105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/>
              <p:nvPr/>
            </p:nvSpPr>
            <p:spPr>
              <a:xfrm>
                <a:off x="2842139" y="3209755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3209755"/>
                <a:ext cx="518222" cy="518222"/>
              </a:xfrm>
              <a:prstGeom prst="rect">
                <a:avLst/>
              </a:prstGeom>
              <a:blipFill>
                <a:blip r:embed="rId47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/>
              <p:nvPr/>
            </p:nvSpPr>
            <p:spPr>
              <a:xfrm>
                <a:off x="3899172" y="3209755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72" y="3209755"/>
                <a:ext cx="518222" cy="51822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/>
              <p:nvPr/>
            </p:nvSpPr>
            <p:spPr>
              <a:xfrm>
                <a:off x="4950992" y="3209755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992" y="3209755"/>
                <a:ext cx="518222" cy="51822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/>
              <p:nvPr/>
            </p:nvSpPr>
            <p:spPr>
              <a:xfrm>
                <a:off x="5996030" y="3209288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3209288"/>
                <a:ext cx="518222" cy="518222"/>
              </a:xfrm>
              <a:prstGeom prst="rect">
                <a:avLst/>
              </a:prstGeom>
              <a:blipFill>
                <a:blip r:embed="rId50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/>
              <p:nvPr/>
            </p:nvSpPr>
            <p:spPr>
              <a:xfrm>
                <a:off x="7052658" y="3209288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658" y="3209288"/>
                <a:ext cx="518222" cy="51822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/>
              <p:nvPr/>
            </p:nvSpPr>
            <p:spPr>
              <a:xfrm>
                <a:off x="8068156" y="3209288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156" y="3209288"/>
                <a:ext cx="518222" cy="51822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3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F2C0CF-D3A1-9CFE-3F91-0CBDC1E6A9B5}"/>
              </a:ext>
            </a:extLst>
          </p:cNvPr>
          <p:cNvSpPr/>
          <p:nvPr/>
        </p:nvSpPr>
        <p:spPr>
          <a:xfrm>
            <a:off x="2842139" y="4109773"/>
            <a:ext cx="2786668" cy="39626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8FC299-3101-FA58-96C2-FD98FE7297D1}"/>
                  </a:ext>
                </a:extLst>
              </p:cNvPr>
              <p:cNvSpPr txBox="1"/>
              <p:nvPr/>
            </p:nvSpPr>
            <p:spPr>
              <a:xfrm>
                <a:off x="3595613" y="4109773"/>
                <a:ext cx="12797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8FC299-3101-FA58-96C2-FD98FE729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613" y="4109773"/>
                <a:ext cx="1279767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4D31F08-2A54-1665-5263-8A47EBB5BB26}"/>
              </a:ext>
            </a:extLst>
          </p:cNvPr>
          <p:cNvGrpSpPr/>
          <p:nvPr/>
        </p:nvGrpSpPr>
        <p:grpSpPr>
          <a:xfrm>
            <a:off x="2842139" y="3803708"/>
            <a:ext cx="664301" cy="302216"/>
            <a:chOff x="2842139" y="4092315"/>
            <a:chExt cx="664301" cy="30221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65A97A0-B0D6-E178-5BE4-D6DC2EF7660C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895857-2BBA-0544-E000-1A557812455C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D2F4349-34AF-C2F6-0D28-3B275EB6D129}"/>
              </a:ext>
            </a:extLst>
          </p:cNvPr>
          <p:cNvGrpSpPr/>
          <p:nvPr/>
        </p:nvGrpSpPr>
        <p:grpSpPr>
          <a:xfrm>
            <a:off x="3896565" y="3805633"/>
            <a:ext cx="664301" cy="302216"/>
            <a:chOff x="2842139" y="4092315"/>
            <a:chExt cx="664301" cy="302216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3A5002D-E93D-9F6D-186F-619116CE734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A6526B9-9EC5-D6A8-4A23-41C30A8D9473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662435-0159-92DC-8B4B-D50D5F22FE9C}"/>
              </a:ext>
            </a:extLst>
          </p:cNvPr>
          <p:cNvGrpSpPr/>
          <p:nvPr/>
        </p:nvGrpSpPr>
        <p:grpSpPr>
          <a:xfrm>
            <a:off x="4950992" y="3805633"/>
            <a:ext cx="664301" cy="302216"/>
            <a:chOff x="2842139" y="4092315"/>
            <a:chExt cx="664301" cy="30221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780928-0EB3-9D06-3FED-D41ED939300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B746D9E-E634-EE79-847E-5EC86C7A936C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518243C-95D2-76C3-A22A-1871A1B6F242}"/>
              </a:ext>
            </a:extLst>
          </p:cNvPr>
          <p:cNvCxnSpPr>
            <a:cxnSpLocks/>
          </p:cNvCxnSpPr>
          <p:nvPr/>
        </p:nvCxnSpPr>
        <p:spPr>
          <a:xfrm>
            <a:off x="4229725" y="4506034"/>
            <a:ext cx="0" cy="30221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D8D3C2-A70B-0D1D-35EB-BAD27672E0C3}"/>
                  </a:ext>
                </a:extLst>
              </p:cNvPr>
              <p:cNvSpPr txBox="1"/>
              <p:nvPr/>
            </p:nvSpPr>
            <p:spPr>
              <a:xfrm>
                <a:off x="3841227" y="4739445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D8D3C2-A70B-0D1D-35EB-BAD27672E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227" y="4739445"/>
                <a:ext cx="774976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411B0E-9598-B1E6-8363-58CD6A13F7D7}"/>
                  </a:ext>
                </a:extLst>
              </p:cNvPr>
              <p:cNvSpPr txBox="1"/>
              <p:nvPr/>
            </p:nvSpPr>
            <p:spPr>
              <a:xfrm>
                <a:off x="4515102" y="4718040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411B0E-9598-B1E6-8363-58CD6A13F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102" y="4718040"/>
                <a:ext cx="855694" cy="379656"/>
              </a:xfrm>
              <a:prstGeom prst="rect">
                <a:avLst/>
              </a:prstGeom>
              <a:blipFill>
                <a:blip r:embed="rId55"/>
                <a:stretch>
                  <a:fillRect r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C55716-395B-B42C-30E6-95D76EC807FB}"/>
                  </a:ext>
                </a:extLst>
              </p:cNvPr>
              <p:cNvSpPr txBox="1"/>
              <p:nvPr/>
            </p:nvSpPr>
            <p:spPr>
              <a:xfrm>
                <a:off x="6392629" y="3287582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C55716-395B-B42C-30E6-95D76EC80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629" y="3287582"/>
                <a:ext cx="536105" cy="369332"/>
              </a:xfrm>
              <a:prstGeom prst="rect">
                <a:avLst/>
              </a:prstGeom>
              <a:blipFill>
                <a:blip r:embed="rId5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FC938-A3F2-FC7C-2E25-6BC83BF884B2}"/>
                  </a:ext>
                </a:extLst>
              </p:cNvPr>
              <p:cNvSpPr txBox="1"/>
              <p:nvPr/>
            </p:nvSpPr>
            <p:spPr>
              <a:xfrm>
                <a:off x="7467545" y="3287582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FC938-A3F2-FC7C-2E25-6BC83BF88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45" y="3287582"/>
                <a:ext cx="536105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6CB2-273D-019C-8A7A-321D38E8BF8D}"/>
                  </a:ext>
                </a:extLst>
              </p:cNvPr>
              <p:cNvSpPr txBox="1"/>
              <p:nvPr/>
            </p:nvSpPr>
            <p:spPr>
              <a:xfrm>
                <a:off x="8509908" y="3287582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6CB2-273D-019C-8A7A-321D38E8B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908" y="3287582"/>
                <a:ext cx="536105" cy="369332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EE2CD0A-39D7-8E4F-135F-E45EE96DFBF8}"/>
              </a:ext>
            </a:extLst>
          </p:cNvPr>
          <p:cNvSpPr/>
          <p:nvPr/>
        </p:nvSpPr>
        <p:spPr>
          <a:xfrm>
            <a:off x="5996380" y="4113155"/>
            <a:ext cx="2786668" cy="39626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249AD1-F7EF-EFFB-994A-4D8683AF9CCE}"/>
                  </a:ext>
                </a:extLst>
              </p:cNvPr>
              <p:cNvSpPr txBox="1"/>
              <p:nvPr/>
            </p:nvSpPr>
            <p:spPr>
              <a:xfrm>
                <a:off x="6749854" y="4113155"/>
                <a:ext cx="12797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249AD1-F7EF-EFFB-994A-4D8683AF9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854" y="4113155"/>
                <a:ext cx="1279767" cy="400110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5797FE63-D904-1B80-6F63-0E28DCC7A4F6}"/>
              </a:ext>
            </a:extLst>
          </p:cNvPr>
          <p:cNvGrpSpPr/>
          <p:nvPr/>
        </p:nvGrpSpPr>
        <p:grpSpPr>
          <a:xfrm>
            <a:off x="5996380" y="3807090"/>
            <a:ext cx="664301" cy="302216"/>
            <a:chOff x="2842139" y="4092315"/>
            <a:chExt cx="664301" cy="3022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41FDC93-82A9-5F2B-BD94-A668F6F579F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1E6D5C-9ABC-3D2E-3EF3-52C5921D1B19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728561-5CA1-08F6-6C0E-326EBF968F12}"/>
              </a:ext>
            </a:extLst>
          </p:cNvPr>
          <p:cNvGrpSpPr/>
          <p:nvPr/>
        </p:nvGrpSpPr>
        <p:grpSpPr>
          <a:xfrm>
            <a:off x="7050806" y="3809015"/>
            <a:ext cx="664301" cy="302216"/>
            <a:chOff x="2842139" y="4092315"/>
            <a:chExt cx="664301" cy="30221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9F43D1B-0BA5-7EBE-894B-0B8983ACE319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DED277B-4CC6-625D-8DEE-7DD9F9090F7F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56036F7-5C47-CDD4-8394-3501DF38445E}"/>
              </a:ext>
            </a:extLst>
          </p:cNvPr>
          <p:cNvGrpSpPr/>
          <p:nvPr/>
        </p:nvGrpSpPr>
        <p:grpSpPr>
          <a:xfrm>
            <a:off x="8105233" y="3809015"/>
            <a:ext cx="664301" cy="302216"/>
            <a:chOff x="2842139" y="4092315"/>
            <a:chExt cx="664301" cy="302216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79E8CEC-1085-0976-4D6E-E0A0A18F71BF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1E7FDCA-6FA4-D622-8E77-6F9D0740B9EB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811ABC1-7B55-6EB9-4E06-FE98940993CA}"/>
              </a:ext>
            </a:extLst>
          </p:cNvPr>
          <p:cNvCxnSpPr>
            <a:cxnSpLocks/>
          </p:cNvCxnSpPr>
          <p:nvPr/>
        </p:nvCxnSpPr>
        <p:spPr>
          <a:xfrm>
            <a:off x="7383966" y="4509416"/>
            <a:ext cx="0" cy="30221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4EBF5C6-B96E-82EF-CFAC-B2FC5158CE57}"/>
                  </a:ext>
                </a:extLst>
              </p:cNvPr>
              <p:cNvSpPr txBox="1"/>
              <p:nvPr/>
            </p:nvSpPr>
            <p:spPr>
              <a:xfrm>
                <a:off x="6995468" y="4742827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4EBF5C6-B96E-82EF-CFAC-B2FC5158C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468" y="4742827"/>
                <a:ext cx="774976" cy="369332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1D50949-FB96-A174-F0FD-8607C465E0E1}"/>
                  </a:ext>
                </a:extLst>
              </p:cNvPr>
              <p:cNvSpPr txBox="1"/>
              <p:nvPr/>
            </p:nvSpPr>
            <p:spPr>
              <a:xfrm>
                <a:off x="7669343" y="4721422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1D50949-FB96-A174-F0FD-8607C465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343" y="4721422"/>
                <a:ext cx="855694" cy="379656"/>
              </a:xfrm>
              <a:prstGeom prst="rect">
                <a:avLst/>
              </a:prstGeom>
              <a:blipFill>
                <a:blip r:embed="rId61"/>
                <a:stretch>
                  <a:fillRect r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7E51A72-49E7-1905-EA13-21825FCFAC99}"/>
                  </a:ext>
                </a:extLst>
              </p:cNvPr>
              <p:cNvSpPr txBox="1"/>
              <p:nvPr/>
            </p:nvSpPr>
            <p:spPr>
              <a:xfrm>
                <a:off x="9835878" y="4739175"/>
                <a:ext cx="1004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7E51A72-49E7-1905-EA13-21825FCFA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4739175"/>
                <a:ext cx="1004778" cy="369332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9EE4C77C-6FD0-C278-0058-D55D90554916}"/>
                  </a:ext>
                </a:extLst>
              </p:cNvPr>
              <p:cNvSpPr txBox="1"/>
              <p:nvPr/>
            </p:nvSpPr>
            <p:spPr>
              <a:xfrm>
                <a:off x="10698764" y="4717770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9EE4C77C-6FD0-C278-0058-D55D90554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764" y="4717770"/>
                <a:ext cx="855694" cy="379656"/>
              </a:xfrm>
              <a:prstGeom prst="rect">
                <a:avLst/>
              </a:prstGeom>
              <a:blipFill>
                <a:blip r:embed="rId63"/>
                <a:stretch>
                  <a:fillRect r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5DE533F0-FAFC-2535-F577-C3E82CA1B713}"/>
                  </a:ext>
                </a:extLst>
              </p:cNvPr>
              <p:cNvSpPr txBox="1"/>
              <p:nvPr/>
            </p:nvSpPr>
            <p:spPr>
              <a:xfrm>
                <a:off x="8949448" y="4657142"/>
                <a:ext cx="856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5DE533F0-FAFC-2535-F577-C3E82CA1B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4657142"/>
                <a:ext cx="856856" cy="369332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493966D-2B60-F61F-0560-10AC0071FBE0}"/>
              </a:ext>
            </a:extLst>
          </p:cNvPr>
          <p:cNvSpPr txBox="1"/>
          <p:nvPr/>
        </p:nvSpPr>
        <p:spPr>
          <a:xfrm>
            <a:off x="691573" y="297992"/>
            <a:ext cx="3413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Single-head</a:t>
            </a:r>
            <a:r>
              <a:rPr lang="en-US" sz="28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 attention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8111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/>
      <p:bldP spid="62" grpId="0"/>
      <p:bldP spid="63" grpId="0"/>
      <p:bldP spid="256" grpId="0"/>
      <p:bldP spid="257" grpId="0"/>
      <p:bldP spid="25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337">
            <a:extLst>
              <a:ext uri="{FF2B5EF4-FFF2-40B4-BE49-F238E27FC236}">
                <a16:creationId xmlns:a16="http://schemas.microsoft.com/office/drawing/2014/main" id="{17403ADD-1F2E-E2E6-AE56-B374F1403378}"/>
              </a:ext>
            </a:extLst>
          </p:cNvPr>
          <p:cNvSpPr/>
          <p:nvPr/>
        </p:nvSpPr>
        <p:spPr>
          <a:xfrm>
            <a:off x="9566057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235A5B5E-4F5A-0F03-6CC5-9D80606DE105}"/>
              </a:ext>
            </a:extLst>
          </p:cNvPr>
          <p:cNvSpPr/>
          <p:nvPr/>
        </p:nvSpPr>
        <p:spPr>
          <a:xfrm>
            <a:off x="5883395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8ABBB9CF-79FF-7F5A-A6AA-E138C6BFBD62}"/>
              </a:ext>
            </a:extLst>
          </p:cNvPr>
          <p:cNvSpPr/>
          <p:nvPr/>
        </p:nvSpPr>
        <p:spPr>
          <a:xfrm>
            <a:off x="2728999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3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/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/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blipFill>
                <a:blip r:embed="rId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287">
            <a:extLst>
              <a:ext uri="{FF2B5EF4-FFF2-40B4-BE49-F238E27FC236}">
                <a16:creationId xmlns:a16="http://schemas.microsoft.com/office/drawing/2014/main" id="{5E31B373-179D-5E03-517C-E91E657E3D2D}"/>
              </a:ext>
            </a:extLst>
          </p:cNvPr>
          <p:cNvSpPr/>
          <p:nvPr/>
        </p:nvSpPr>
        <p:spPr>
          <a:xfrm>
            <a:off x="9570008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EC930747-C691-0531-B03A-08EE70B23B62}"/>
              </a:ext>
            </a:extLst>
          </p:cNvPr>
          <p:cNvSpPr/>
          <p:nvPr/>
        </p:nvSpPr>
        <p:spPr>
          <a:xfrm>
            <a:off x="9840027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A5B4195E-DA7E-A80A-BE19-0D23E124BB0D}"/>
              </a:ext>
            </a:extLst>
          </p:cNvPr>
          <p:cNvSpPr/>
          <p:nvPr/>
        </p:nvSpPr>
        <p:spPr>
          <a:xfrm>
            <a:off x="1011004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2176ABE-76D6-FC06-18E6-8BB366583199}"/>
              </a:ext>
            </a:extLst>
          </p:cNvPr>
          <p:cNvSpPr/>
          <p:nvPr/>
        </p:nvSpPr>
        <p:spPr>
          <a:xfrm>
            <a:off x="10380065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A75DD0C-6546-4DD9-25F2-A7C67D211F03}"/>
              </a:ext>
            </a:extLst>
          </p:cNvPr>
          <p:cNvSpPr/>
          <p:nvPr/>
        </p:nvSpPr>
        <p:spPr>
          <a:xfrm>
            <a:off x="1065008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/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blipFill>
                <a:blip r:embed="rId6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/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blipFill>
                <a:blip r:embed="rId7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/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blipFill>
                <a:blip r:embed="rId8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/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blipFill>
                <a:blip r:embed="rId9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/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blipFill>
                <a:blip r:embed="rId10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1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/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/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blipFill>
                <a:blip r:embed="rId12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Rectangle 301">
            <a:extLst>
              <a:ext uri="{FF2B5EF4-FFF2-40B4-BE49-F238E27FC236}">
                <a16:creationId xmlns:a16="http://schemas.microsoft.com/office/drawing/2014/main" id="{E3275D7C-D3D2-B1D1-965E-2D0D8D6DAD9B}"/>
              </a:ext>
            </a:extLst>
          </p:cNvPr>
          <p:cNvSpPr/>
          <p:nvPr/>
        </p:nvSpPr>
        <p:spPr>
          <a:xfrm>
            <a:off x="9571873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B647B1A-993E-2C5E-F256-9FF197DA4FCA}"/>
              </a:ext>
            </a:extLst>
          </p:cNvPr>
          <p:cNvSpPr/>
          <p:nvPr/>
        </p:nvSpPr>
        <p:spPr>
          <a:xfrm>
            <a:off x="9841892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8B19ED6B-9406-40EB-B907-76AB9D87D410}"/>
              </a:ext>
            </a:extLst>
          </p:cNvPr>
          <p:cNvSpPr/>
          <p:nvPr/>
        </p:nvSpPr>
        <p:spPr>
          <a:xfrm>
            <a:off x="1011191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954C7CA-AEF1-5114-6B0F-4E675318FF43}"/>
              </a:ext>
            </a:extLst>
          </p:cNvPr>
          <p:cNvSpPr/>
          <p:nvPr/>
        </p:nvSpPr>
        <p:spPr>
          <a:xfrm>
            <a:off x="10381930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25C68D4C-D34F-7F6F-5416-451C2B3E2E9C}"/>
              </a:ext>
            </a:extLst>
          </p:cNvPr>
          <p:cNvSpPr/>
          <p:nvPr/>
        </p:nvSpPr>
        <p:spPr>
          <a:xfrm>
            <a:off x="1065195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/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blipFill>
                <a:blip r:embed="rId1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/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blipFill>
                <a:blip r:embed="rId14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/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blipFill>
                <a:blip r:embed="rId15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/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blipFill>
                <a:blip r:embed="rId16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/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blipFill>
                <a:blip r:embed="rId17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8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/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/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blipFill>
                <a:blip r:embed="rId20"/>
                <a:stretch>
                  <a:fillRect l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Rectangle 314">
            <a:extLst>
              <a:ext uri="{FF2B5EF4-FFF2-40B4-BE49-F238E27FC236}">
                <a16:creationId xmlns:a16="http://schemas.microsoft.com/office/drawing/2014/main" id="{21B8BF03-2CB1-2FFA-6A05-A4A3E3F41B19}"/>
              </a:ext>
            </a:extLst>
          </p:cNvPr>
          <p:cNvSpPr/>
          <p:nvPr/>
        </p:nvSpPr>
        <p:spPr>
          <a:xfrm>
            <a:off x="9576432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4341006-CEC8-A7E9-8E11-92D584959E5B}"/>
              </a:ext>
            </a:extLst>
          </p:cNvPr>
          <p:cNvSpPr/>
          <p:nvPr/>
        </p:nvSpPr>
        <p:spPr>
          <a:xfrm>
            <a:off x="9846451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68DE11C-4D7D-F536-F2DF-97C4ED986E64}"/>
              </a:ext>
            </a:extLst>
          </p:cNvPr>
          <p:cNvSpPr/>
          <p:nvPr/>
        </p:nvSpPr>
        <p:spPr>
          <a:xfrm>
            <a:off x="1011647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CC7420B6-9C92-CBA8-E6F3-19ED76DEA261}"/>
              </a:ext>
            </a:extLst>
          </p:cNvPr>
          <p:cNvSpPr/>
          <p:nvPr/>
        </p:nvSpPr>
        <p:spPr>
          <a:xfrm>
            <a:off x="10386489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DB69A978-5E4D-4251-6CE8-F764C33ADE3C}"/>
              </a:ext>
            </a:extLst>
          </p:cNvPr>
          <p:cNvSpPr/>
          <p:nvPr/>
        </p:nvSpPr>
        <p:spPr>
          <a:xfrm>
            <a:off x="1065651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/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blipFill>
                <a:blip r:embed="rId21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/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blipFill>
                <a:blip r:embed="rId22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/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blipFill>
                <a:blip r:embed="rId23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/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blipFill>
                <a:blip r:embed="rId24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/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blipFill>
                <a:blip r:embed="rId25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/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/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blipFill>
                <a:blip r:embed="rId27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/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/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/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blipFill>
                <a:blip r:embed="rId30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/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/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3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0" name="Picture 339" descr="A close-up of words&#10;&#10;Description automatically generated">
            <a:extLst>
              <a:ext uri="{FF2B5EF4-FFF2-40B4-BE49-F238E27FC236}">
                <a16:creationId xmlns:a16="http://schemas.microsoft.com/office/drawing/2014/main" id="{C6A067F2-3B35-FB53-F6E1-7414525CE1B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-63500" y="7192854"/>
            <a:ext cx="6159500" cy="101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/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53D7CF7-4589-C29B-3665-333EA78E7F68}"/>
              </a:ext>
            </a:extLst>
          </p:cNvPr>
          <p:cNvGrpSpPr/>
          <p:nvPr/>
        </p:nvGrpSpPr>
        <p:grpSpPr>
          <a:xfrm>
            <a:off x="239144" y="3251237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39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0EC34F-351F-09E7-1805-220C66B7C3D6}"/>
              </a:ext>
            </a:extLst>
          </p:cNvPr>
          <p:cNvGrpSpPr/>
          <p:nvPr/>
        </p:nvGrpSpPr>
        <p:grpSpPr>
          <a:xfrm>
            <a:off x="239660" y="3991163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1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7E672E-2EA2-83F7-9A62-1C0C75A51EA5}"/>
              </a:ext>
            </a:extLst>
          </p:cNvPr>
          <p:cNvGrpSpPr/>
          <p:nvPr/>
        </p:nvGrpSpPr>
        <p:grpSpPr>
          <a:xfrm>
            <a:off x="237714" y="4769220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3"/>
                  <a:stretch>
                    <a:fillRect l="-24390"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3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1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8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/>
              <p:nvPr/>
            </p:nvSpPr>
            <p:spPr>
              <a:xfrm>
                <a:off x="3238388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388" y="3284200"/>
                <a:ext cx="536105" cy="369332"/>
              </a:xfrm>
              <a:prstGeom prst="rect">
                <a:avLst/>
              </a:prstGeom>
              <a:blipFill>
                <a:blip r:embed="rId4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/>
              <p:nvPr/>
            </p:nvSpPr>
            <p:spPr>
              <a:xfrm>
                <a:off x="4313304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304" y="3284200"/>
                <a:ext cx="536105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/>
              <p:nvPr/>
            </p:nvSpPr>
            <p:spPr>
              <a:xfrm>
                <a:off x="5355667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667" y="3284200"/>
                <a:ext cx="536105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/>
              <p:nvPr/>
            </p:nvSpPr>
            <p:spPr>
              <a:xfrm>
                <a:off x="2842139" y="3209755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3209755"/>
                <a:ext cx="518222" cy="518222"/>
              </a:xfrm>
              <a:prstGeom prst="rect">
                <a:avLst/>
              </a:prstGeom>
              <a:blipFill>
                <a:blip r:embed="rId47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/>
              <p:nvPr/>
            </p:nvSpPr>
            <p:spPr>
              <a:xfrm>
                <a:off x="3899172" y="3209755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72" y="3209755"/>
                <a:ext cx="518222" cy="51822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/>
              <p:nvPr/>
            </p:nvSpPr>
            <p:spPr>
              <a:xfrm>
                <a:off x="4950992" y="3209755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992" y="3209755"/>
                <a:ext cx="518222" cy="51822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/>
              <p:nvPr/>
            </p:nvSpPr>
            <p:spPr>
              <a:xfrm>
                <a:off x="5996030" y="3209288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3209288"/>
                <a:ext cx="518222" cy="518222"/>
              </a:xfrm>
              <a:prstGeom prst="rect">
                <a:avLst/>
              </a:prstGeom>
              <a:blipFill>
                <a:blip r:embed="rId50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/>
              <p:nvPr/>
            </p:nvSpPr>
            <p:spPr>
              <a:xfrm>
                <a:off x="7052658" y="3209288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658" y="3209288"/>
                <a:ext cx="518222" cy="51822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/>
              <p:nvPr/>
            </p:nvSpPr>
            <p:spPr>
              <a:xfrm>
                <a:off x="8068156" y="3209288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156" y="3209288"/>
                <a:ext cx="518222" cy="51822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3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52" descr="A close-up of words&#10;&#10;Description automatically generated">
            <a:extLst>
              <a:ext uri="{FF2B5EF4-FFF2-40B4-BE49-F238E27FC236}">
                <a16:creationId xmlns:a16="http://schemas.microsoft.com/office/drawing/2014/main" id="{9065375E-DD3D-82A2-3A11-8C8D1EC87F47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599330" y="-1022162"/>
            <a:ext cx="6159500" cy="10160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F2C0CF-D3A1-9CFE-3F91-0CBDC1E6A9B5}"/>
              </a:ext>
            </a:extLst>
          </p:cNvPr>
          <p:cNvSpPr/>
          <p:nvPr/>
        </p:nvSpPr>
        <p:spPr>
          <a:xfrm>
            <a:off x="2842139" y="4109773"/>
            <a:ext cx="2786668" cy="39626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8FC299-3101-FA58-96C2-FD98FE7297D1}"/>
                  </a:ext>
                </a:extLst>
              </p:cNvPr>
              <p:cNvSpPr txBox="1"/>
              <p:nvPr/>
            </p:nvSpPr>
            <p:spPr>
              <a:xfrm>
                <a:off x="3595613" y="4109773"/>
                <a:ext cx="12797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8FC299-3101-FA58-96C2-FD98FE729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613" y="4109773"/>
                <a:ext cx="1279767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4D31F08-2A54-1665-5263-8A47EBB5BB26}"/>
              </a:ext>
            </a:extLst>
          </p:cNvPr>
          <p:cNvGrpSpPr/>
          <p:nvPr/>
        </p:nvGrpSpPr>
        <p:grpSpPr>
          <a:xfrm>
            <a:off x="2842139" y="3803708"/>
            <a:ext cx="664301" cy="302216"/>
            <a:chOff x="2842139" y="4092315"/>
            <a:chExt cx="664301" cy="30221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65A97A0-B0D6-E178-5BE4-D6DC2EF7660C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895857-2BBA-0544-E000-1A557812455C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D2F4349-34AF-C2F6-0D28-3B275EB6D129}"/>
              </a:ext>
            </a:extLst>
          </p:cNvPr>
          <p:cNvGrpSpPr/>
          <p:nvPr/>
        </p:nvGrpSpPr>
        <p:grpSpPr>
          <a:xfrm>
            <a:off x="3896565" y="3805633"/>
            <a:ext cx="664301" cy="302216"/>
            <a:chOff x="2842139" y="4092315"/>
            <a:chExt cx="664301" cy="302216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3A5002D-E93D-9F6D-186F-619116CE734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A6526B9-9EC5-D6A8-4A23-41C30A8D9473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662435-0159-92DC-8B4B-D50D5F22FE9C}"/>
              </a:ext>
            </a:extLst>
          </p:cNvPr>
          <p:cNvGrpSpPr/>
          <p:nvPr/>
        </p:nvGrpSpPr>
        <p:grpSpPr>
          <a:xfrm>
            <a:off x="4950992" y="3805633"/>
            <a:ext cx="664301" cy="302216"/>
            <a:chOff x="2842139" y="4092315"/>
            <a:chExt cx="664301" cy="30221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780928-0EB3-9D06-3FED-D41ED939300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B746D9E-E634-EE79-847E-5EC86C7A936C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518243C-95D2-76C3-A22A-1871A1B6F242}"/>
              </a:ext>
            </a:extLst>
          </p:cNvPr>
          <p:cNvCxnSpPr>
            <a:cxnSpLocks/>
          </p:cNvCxnSpPr>
          <p:nvPr/>
        </p:nvCxnSpPr>
        <p:spPr>
          <a:xfrm>
            <a:off x="4229725" y="4506034"/>
            <a:ext cx="0" cy="30221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D8D3C2-A70B-0D1D-35EB-BAD27672E0C3}"/>
                  </a:ext>
                </a:extLst>
              </p:cNvPr>
              <p:cNvSpPr txBox="1"/>
              <p:nvPr/>
            </p:nvSpPr>
            <p:spPr>
              <a:xfrm>
                <a:off x="3841227" y="4739445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D8D3C2-A70B-0D1D-35EB-BAD27672E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227" y="4739445"/>
                <a:ext cx="774976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411B0E-9598-B1E6-8363-58CD6A13F7D7}"/>
                  </a:ext>
                </a:extLst>
              </p:cNvPr>
              <p:cNvSpPr txBox="1"/>
              <p:nvPr/>
            </p:nvSpPr>
            <p:spPr>
              <a:xfrm>
                <a:off x="4515102" y="4718040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411B0E-9598-B1E6-8363-58CD6A13F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102" y="4718040"/>
                <a:ext cx="855694" cy="379656"/>
              </a:xfrm>
              <a:prstGeom prst="rect">
                <a:avLst/>
              </a:prstGeom>
              <a:blipFill>
                <a:blip r:embed="rId55"/>
                <a:stretch>
                  <a:fillRect r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C55716-395B-B42C-30E6-95D76EC807FB}"/>
                  </a:ext>
                </a:extLst>
              </p:cNvPr>
              <p:cNvSpPr txBox="1"/>
              <p:nvPr/>
            </p:nvSpPr>
            <p:spPr>
              <a:xfrm>
                <a:off x="6392629" y="3287582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C55716-395B-B42C-30E6-95D76EC80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629" y="3287582"/>
                <a:ext cx="536105" cy="369332"/>
              </a:xfrm>
              <a:prstGeom prst="rect">
                <a:avLst/>
              </a:prstGeom>
              <a:blipFill>
                <a:blip r:embed="rId5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FC938-A3F2-FC7C-2E25-6BC83BF884B2}"/>
                  </a:ext>
                </a:extLst>
              </p:cNvPr>
              <p:cNvSpPr txBox="1"/>
              <p:nvPr/>
            </p:nvSpPr>
            <p:spPr>
              <a:xfrm>
                <a:off x="7467545" y="3287582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FC938-A3F2-FC7C-2E25-6BC83BF88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45" y="3287582"/>
                <a:ext cx="536105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6CB2-273D-019C-8A7A-321D38E8BF8D}"/>
                  </a:ext>
                </a:extLst>
              </p:cNvPr>
              <p:cNvSpPr txBox="1"/>
              <p:nvPr/>
            </p:nvSpPr>
            <p:spPr>
              <a:xfrm>
                <a:off x="8509908" y="3287582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6CB2-273D-019C-8A7A-321D38E8B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908" y="3287582"/>
                <a:ext cx="536105" cy="369332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EE2CD0A-39D7-8E4F-135F-E45EE96DFBF8}"/>
              </a:ext>
            </a:extLst>
          </p:cNvPr>
          <p:cNvSpPr/>
          <p:nvPr/>
        </p:nvSpPr>
        <p:spPr>
          <a:xfrm>
            <a:off x="5996380" y="4113155"/>
            <a:ext cx="2786668" cy="39626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249AD1-F7EF-EFFB-994A-4D8683AF9CCE}"/>
                  </a:ext>
                </a:extLst>
              </p:cNvPr>
              <p:cNvSpPr txBox="1"/>
              <p:nvPr/>
            </p:nvSpPr>
            <p:spPr>
              <a:xfrm>
                <a:off x="6749854" y="4113155"/>
                <a:ext cx="12797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249AD1-F7EF-EFFB-994A-4D8683AF9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854" y="4113155"/>
                <a:ext cx="1279767" cy="400110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5797FE63-D904-1B80-6F63-0E28DCC7A4F6}"/>
              </a:ext>
            </a:extLst>
          </p:cNvPr>
          <p:cNvGrpSpPr/>
          <p:nvPr/>
        </p:nvGrpSpPr>
        <p:grpSpPr>
          <a:xfrm>
            <a:off x="5996380" y="3807090"/>
            <a:ext cx="664301" cy="302216"/>
            <a:chOff x="2842139" y="4092315"/>
            <a:chExt cx="664301" cy="3022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41FDC93-82A9-5F2B-BD94-A668F6F579F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1E6D5C-9ABC-3D2E-3EF3-52C5921D1B19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728561-5CA1-08F6-6C0E-326EBF968F12}"/>
              </a:ext>
            </a:extLst>
          </p:cNvPr>
          <p:cNvGrpSpPr/>
          <p:nvPr/>
        </p:nvGrpSpPr>
        <p:grpSpPr>
          <a:xfrm>
            <a:off x="7050806" y="3809015"/>
            <a:ext cx="664301" cy="302216"/>
            <a:chOff x="2842139" y="4092315"/>
            <a:chExt cx="664301" cy="30221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9F43D1B-0BA5-7EBE-894B-0B8983ACE319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DED277B-4CC6-625D-8DEE-7DD9F9090F7F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56036F7-5C47-CDD4-8394-3501DF38445E}"/>
              </a:ext>
            </a:extLst>
          </p:cNvPr>
          <p:cNvGrpSpPr/>
          <p:nvPr/>
        </p:nvGrpSpPr>
        <p:grpSpPr>
          <a:xfrm>
            <a:off x="8105233" y="3809015"/>
            <a:ext cx="664301" cy="302216"/>
            <a:chOff x="2842139" y="4092315"/>
            <a:chExt cx="664301" cy="302216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79E8CEC-1085-0976-4D6E-E0A0A18F71BF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1E7FDCA-6FA4-D622-8E77-6F9D0740B9EB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811ABC1-7B55-6EB9-4E06-FE98940993CA}"/>
              </a:ext>
            </a:extLst>
          </p:cNvPr>
          <p:cNvCxnSpPr>
            <a:cxnSpLocks/>
          </p:cNvCxnSpPr>
          <p:nvPr/>
        </p:nvCxnSpPr>
        <p:spPr>
          <a:xfrm>
            <a:off x="7383966" y="4509416"/>
            <a:ext cx="0" cy="30221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4EBF5C6-B96E-82EF-CFAC-B2FC5158CE57}"/>
                  </a:ext>
                </a:extLst>
              </p:cNvPr>
              <p:cNvSpPr txBox="1"/>
              <p:nvPr/>
            </p:nvSpPr>
            <p:spPr>
              <a:xfrm>
                <a:off x="6995468" y="4742827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4EBF5C6-B96E-82EF-CFAC-B2FC5158C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468" y="4742827"/>
                <a:ext cx="774976" cy="369332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1D50949-FB96-A174-F0FD-8607C465E0E1}"/>
                  </a:ext>
                </a:extLst>
              </p:cNvPr>
              <p:cNvSpPr txBox="1"/>
              <p:nvPr/>
            </p:nvSpPr>
            <p:spPr>
              <a:xfrm>
                <a:off x="7669343" y="4721422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1D50949-FB96-A174-F0FD-8607C465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343" y="4721422"/>
                <a:ext cx="855694" cy="379656"/>
              </a:xfrm>
              <a:prstGeom prst="rect">
                <a:avLst/>
              </a:prstGeom>
              <a:blipFill>
                <a:blip r:embed="rId61"/>
                <a:stretch>
                  <a:fillRect r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7E51A72-49E7-1905-EA13-21825FCFAC99}"/>
                  </a:ext>
                </a:extLst>
              </p:cNvPr>
              <p:cNvSpPr txBox="1"/>
              <p:nvPr/>
            </p:nvSpPr>
            <p:spPr>
              <a:xfrm>
                <a:off x="9835878" y="4739175"/>
                <a:ext cx="1004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7E51A72-49E7-1905-EA13-21825FCFA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4739175"/>
                <a:ext cx="1004778" cy="369332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9EE4C77C-6FD0-C278-0058-D55D90554916}"/>
                  </a:ext>
                </a:extLst>
              </p:cNvPr>
              <p:cNvSpPr txBox="1"/>
              <p:nvPr/>
            </p:nvSpPr>
            <p:spPr>
              <a:xfrm>
                <a:off x="10698764" y="4717770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9EE4C77C-6FD0-C278-0058-D55D90554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764" y="4717770"/>
                <a:ext cx="855694" cy="379656"/>
              </a:xfrm>
              <a:prstGeom prst="rect">
                <a:avLst/>
              </a:prstGeom>
              <a:blipFill>
                <a:blip r:embed="rId63"/>
                <a:stretch>
                  <a:fillRect r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5DE533F0-FAFC-2535-F577-C3E82CA1B713}"/>
                  </a:ext>
                </a:extLst>
              </p:cNvPr>
              <p:cNvSpPr txBox="1"/>
              <p:nvPr/>
            </p:nvSpPr>
            <p:spPr>
              <a:xfrm>
                <a:off x="8949448" y="4657142"/>
                <a:ext cx="856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5DE533F0-FAFC-2535-F577-C3E82CA1B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4657142"/>
                <a:ext cx="856856" cy="369332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10602C-4DD2-7B5C-0563-D266BFE59DE0}"/>
                  </a:ext>
                </a:extLst>
              </p:cNvPr>
              <p:cNvSpPr txBox="1"/>
              <p:nvPr/>
            </p:nvSpPr>
            <p:spPr>
              <a:xfrm>
                <a:off x="3842739" y="4742827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10602C-4DD2-7B5C-0563-D266BFE59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739" y="4742827"/>
                <a:ext cx="774976" cy="369332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33B50E-38CD-CD8E-D1DB-0D5873B2D1AA}"/>
                  </a:ext>
                </a:extLst>
              </p:cNvPr>
              <p:cNvSpPr txBox="1"/>
              <p:nvPr/>
            </p:nvSpPr>
            <p:spPr>
              <a:xfrm>
                <a:off x="6996980" y="4746209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33B50E-38CD-CD8E-D1DB-0D5873B2D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980" y="4746209"/>
                <a:ext cx="774976" cy="369332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1F2137-4F03-3F48-F6C5-03FA43913926}"/>
                  </a:ext>
                </a:extLst>
              </p:cNvPr>
              <p:cNvSpPr txBox="1"/>
              <p:nvPr/>
            </p:nvSpPr>
            <p:spPr>
              <a:xfrm>
                <a:off x="9837390" y="4742557"/>
                <a:ext cx="1004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1F2137-4F03-3F48-F6C5-03FA43913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390" y="4742557"/>
                <a:ext cx="1004778" cy="369332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B827B2A1-97E5-33E4-7B85-4A4905D4B9F4}"/>
              </a:ext>
            </a:extLst>
          </p:cNvPr>
          <p:cNvSpPr txBox="1"/>
          <p:nvPr/>
        </p:nvSpPr>
        <p:spPr>
          <a:xfrm>
            <a:off x="691573" y="297992"/>
            <a:ext cx="3413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Single-head</a:t>
            </a:r>
            <a:r>
              <a:rPr lang="en-US" sz="28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 attention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1794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08BEB3-3975-A9B8-72F7-50DDD3A301FD}"/>
                  </a:ext>
                </a:extLst>
              </p:cNvPr>
              <p:cNvSpPr txBox="1"/>
              <p:nvPr/>
            </p:nvSpPr>
            <p:spPr>
              <a:xfrm>
                <a:off x="6619054" y="5153626"/>
                <a:ext cx="1137812" cy="1566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08BEB3-3975-A9B8-72F7-50DDD3A30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054" y="5153626"/>
                <a:ext cx="1137812" cy="1566583"/>
              </a:xfrm>
              <a:prstGeom prst="rect">
                <a:avLst/>
              </a:prstGeom>
              <a:blipFill>
                <a:blip r:embed="rId3"/>
                <a:stretch>
                  <a:fillRect l="-1111" r="-1111" b="-10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" name="Rectangle 337">
            <a:extLst>
              <a:ext uri="{FF2B5EF4-FFF2-40B4-BE49-F238E27FC236}">
                <a16:creationId xmlns:a16="http://schemas.microsoft.com/office/drawing/2014/main" id="{17403ADD-1F2E-E2E6-AE56-B374F1403378}"/>
              </a:ext>
            </a:extLst>
          </p:cNvPr>
          <p:cNvSpPr/>
          <p:nvPr/>
        </p:nvSpPr>
        <p:spPr>
          <a:xfrm>
            <a:off x="9566057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235A5B5E-4F5A-0F03-6CC5-9D80606DE105}"/>
              </a:ext>
            </a:extLst>
          </p:cNvPr>
          <p:cNvSpPr/>
          <p:nvPr/>
        </p:nvSpPr>
        <p:spPr>
          <a:xfrm>
            <a:off x="5883395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8ABBB9CF-79FF-7F5A-A6AA-E138C6BFBD62}"/>
              </a:ext>
            </a:extLst>
          </p:cNvPr>
          <p:cNvSpPr/>
          <p:nvPr/>
        </p:nvSpPr>
        <p:spPr>
          <a:xfrm>
            <a:off x="2728999" y="2304693"/>
            <a:ext cx="2024308" cy="721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0924466-7A95-9CD2-0DC7-E0292AF62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4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/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EEACE49-E9E3-58D0-9C50-8E3B939B8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016" y="157162"/>
                <a:ext cx="51822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/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88C409F-0495-7F41-E981-0E001913E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192586"/>
                <a:ext cx="518222" cy="518222"/>
              </a:xfrm>
              <a:prstGeom prst="rect">
                <a:avLst/>
              </a:prstGeom>
              <a:blipFill>
                <a:blip r:embed="rId6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287">
            <a:extLst>
              <a:ext uri="{FF2B5EF4-FFF2-40B4-BE49-F238E27FC236}">
                <a16:creationId xmlns:a16="http://schemas.microsoft.com/office/drawing/2014/main" id="{5E31B373-179D-5E03-517C-E91E657E3D2D}"/>
              </a:ext>
            </a:extLst>
          </p:cNvPr>
          <p:cNvSpPr/>
          <p:nvPr/>
        </p:nvSpPr>
        <p:spPr>
          <a:xfrm>
            <a:off x="9570008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EC930747-C691-0531-B03A-08EE70B23B62}"/>
              </a:ext>
            </a:extLst>
          </p:cNvPr>
          <p:cNvSpPr/>
          <p:nvPr/>
        </p:nvSpPr>
        <p:spPr>
          <a:xfrm>
            <a:off x="9840027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A5B4195E-DA7E-A80A-BE19-0D23E124BB0D}"/>
              </a:ext>
            </a:extLst>
          </p:cNvPr>
          <p:cNvSpPr/>
          <p:nvPr/>
        </p:nvSpPr>
        <p:spPr>
          <a:xfrm>
            <a:off x="1011004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2176ABE-76D6-FC06-18E6-8BB366583199}"/>
              </a:ext>
            </a:extLst>
          </p:cNvPr>
          <p:cNvSpPr/>
          <p:nvPr/>
        </p:nvSpPr>
        <p:spPr>
          <a:xfrm>
            <a:off x="10380065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A75DD0C-6546-4DD9-25F2-A7C67D211F03}"/>
              </a:ext>
            </a:extLst>
          </p:cNvPr>
          <p:cNvSpPr/>
          <p:nvPr/>
        </p:nvSpPr>
        <p:spPr>
          <a:xfrm>
            <a:off x="10650086" y="188707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/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C1E037D-F837-2300-39C8-1FBB41B0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967" y="260731"/>
                <a:ext cx="337663" cy="338554"/>
              </a:xfrm>
              <a:prstGeom prst="rect">
                <a:avLst/>
              </a:prstGeom>
              <a:blipFill>
                <a:blip r:embed="rId7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/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701E169-CA51-0A2D-6506-9E9BB105C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260731"/>
                <a:ext cx="337663" cy="338554"/>
              </a:xfrm>
              <a:prstGeom prst="rect">
                <a:avLst/>
              </a:prstGeom>
              <a:blipFill>
                <a:blip r:embed="rId8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/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A41D5D2-2276-DCB4-A429-1C0002057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486" y="260731"/>
                <a:ext cx="337663" cy="338554"/>
              </a:xfrm>
              <a:prstGeom prst="rect">
                <a:avLst/>
              </a:prstGeom>
              <a:blipFill>
                <a:blip r:embed="rId9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/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11AE730-D09C-51DA-DDB4-CD5DD1A6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101" y="260731"/>
                <a:ext cx="337663" cy="338554"/>
              </a:xfrm>
              <a:prstGeom prst="rect">
                <a:avLst/>
              </a:prstGeom>
              <a:blipFill>
                <a:blip r:embed="rId10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/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15E05C2-31D6-539A-4A66-8118BA12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703" y="260731"/>
                <a:ext cx="337663" cy="338554"/>
              </a:xfrm>
              <a:prstGeom prst="rect">
                <a:avLst/>
              </a:prstGeom>
              <a:blipFill>
                <a:blip r:embed="rId11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DCF9337-FA1B-FDB5-E8A3-457B169AC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2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/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CF71C549-F280-88B8-CEEE-8C8392E65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81" y="804023"/>
                <a:ext cx="51822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/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6BD5AC9B-E2C5-9658-EE97-7ECFFEC22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313" y="839447"/>
                <a:ext cx="518222" cy="518222"/>
              </a:xfrm>
              <a:prstGeom prst="rect">
                <a:avLst/>
              </a:prstGeom>
              <a:blipFill>
                <a:blip r:embed="rId13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Rectangle 301">
            <a:extLst>
              <a:ext uri="{FF2B5EF4-FFF2-40B4-BE49-F238E27FC236}">
                <a16:creationId xmlns:a16="http://schemas.microsoft.com/office/drawing/2014/main" id="{E3275D7C-D3D2-B1D1-965E-2D0D8D6DAD9B}"/>
              </a:ext>
            </a:extLst>
          </p:cNvPr>
          <p:cNvSpPr/>
          <p:nvPr/>
        </p:nvSpPr>
        <p:spPr>
          <a:xfrm>
            <a:off x="9571873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B647B1A-993E-2C5E-F256-9FF197DA4FCA}"/>
              </a:ext>
            </a:extLst>
          </p:cNvPr>
          <p:cNvSpPr/>
          <p:nvPr/>
        </p:nvSpPr>
        <p:spPr>
          <a:xfrm>
            <a:off x="9841892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8B19ED6B-9406-40EB-B907-76AB9D87D410}"/>
              </a:ext>
            </a:extLst>
          </p:cNvPr>
          <p:cNvSpPr/>
          <p:nvPr/>
        </p:nvSpPr>
        <p:spPr>
          <a:xfrm>
            <a:off x="1011191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954C7CA-AEF1-5114-6B0F-4E675318FF43}"/>
              </a:ext>
            </a:extLst>
          </p:cNvPr>
          <p:cNvSpPr/>
          <p:nvPr/>
        </p:nvSpPr>
        <p:spPr>
          <a:xfrm>
            <a:off x="10381930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25C68D4C-D34F-7F6F-5416-451C2B3E2E9C}"/>
              </a:ext>
            </a:extLst>
          </p:cNvPr>
          <p:cNvSpPr/>
          <p:nvPr/>
        </p:nvSpPr>
        <p:spPr>
          <a:xfrm>
            <a:off x="10651951" y="835568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/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5D2B493-96AE-7682-6B7E-6242BF119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832" y="907592"/>
                <a:ext cx="337663" cy="338554"/>
              </a:xfrm>
              <a:prstGeom prst="rect">
                <a:avLst/>
              </a:prstGeom>
              <a:blipFill>
                <a:blip r:embed="rId14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/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C3430A-8A93-86A0-BD90-5C0AF545D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743" y="907592"/>
                <a:ext cx="337663" cy="338554"/>
              </a:xfrm>
              <a:prstGeom prst="rect">
                <a:avLst/>
              </a:prstGeom>
              <a:blipFill>
                <a:blip r:embed="rId15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/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7F048A9-B6F5-A5A8-DEC2-03324FFD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351" y="907592"/>
                <a:ext cx="337663" cy="338554"/>
              </a:xfrm>
              <a:prstGeom prst="rect">
                <a:avLst/>
              </a:prstGeom>
              <a:blipFill>
                <a:blip r:embed="rId16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/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7B54D47C-A6EA-C42E-7F01-E2EB135CF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66" y="907592"/>
                <a:ext cx="337663" cy="338554"/>
              </a:xfrm>
              <a:prstGeom prst="rect">
                <a:avLst/>
              </a:prstGeom>
              <a:blipFill>
                <a:blip r:embed="rId17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/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0A3E73DA-995E-C285-E9A3-5854CB9BA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568" y="907592"/>
                <a:ext cx="337663" cy="338554"/>
              </a:xfrm>
              <a:prstGeom prst="rect">
                <a:avLst/>
              </a:prstGeom>
              <a:blipFill>
                <a:blip r:embed="rId18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579D0537-7AFD-937A-6F0C-D75B88D8F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9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/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79E05D53-B17D-BD4A-F331-E6154C72B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440" y="1458568"/>
                <a:ext cx="518222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/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82EDE4D9-5B56-91C2-F176-8456C7F66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72" y="1493992"/>
                <a:ext cx="518222" cy="518222"/>
              </a:xfrm>
              <a:prstGeom prst="rect">
                <a:avLst/>
              </a:prstGeom>
              <a:blipFill>
                <a:blip r:embed="rId21"/>
                <a:stretch>
                  <a:fillRect l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Rectangle 314">
            <a:extLst>
              <a:ext uri="{FF2B5EF4-FFF2-40B4-BE49-F238E27FC236}">
                <a16:creationId xmlns:a16="http://schemas.microsoft.com/office/drawing/2014/main" id="{21B8BF03-2CB1-2FFA-6A05-A4A3E3F41B19}"/>
              </a:ext>
            </a:extLst>
          </p:cNvPr>
          <p:cNvSpPr/>
          <p:nvPr/>
        </p:nvSpPr>
        <p:spPr>
          <a:xfrm>
            <a:off x="9576432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4341006-CEC8-A7E9-8E11-92D584959E5B}"/>
              </a:ext>
            </a:extLst>
          </p:cNvPr>
          <p:cNvSpPr/>
          <p:nvPr/>
        </p:nvSpPr>
        <p:spPr>
          <a:xfrm>
            <a:off x="9846451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68DE11C-4D7D-F536-F2DF-97C4ED986E64}"/>
              </a:ext>
            </a:extLst>
          </p:cNvPr>
          <p:cNvSpPr/>
          <p:nvPr/>
        </p:nvSpPr>
        <p:spPr>
          <a:xfrm>
            <a:off x="1011647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CC7420B6-9C92-CBA8-E6F3-19ED76DEA261}"/>
              </a:ext>
            </a:extLst>
          </p:cNvPr>
          <p:cNvSpPr/>
          <p:nvPr/>
        </p:nvSpPr>
        <p:spPr>
          <a:xfrm>
            <a:off x="10386489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DB69A978-5E4D-4251-6CE8-F764C33ADE3C}"/>
              </a:ext>
            </a:extLst>
          </p:cNvPr>
          <p:cNvSpPr/>
          <p:nvPr/>
        </p:nvSpPr>
        <p:spPr>
          <a:xfrm>
            <a:off x="10656510" y="1490113"/>
            <a:ext cx="191722" cy="5182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/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EEE9843-87E6-A257-5093-34DAD125C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91" y="1562137"/>
                <a:ext cx="337663" cy="338554"/>
              </a:xfrm>
              <a:prstGeom prst="rect">
                <a:avLst/>
              </a:prstGeom>
              <a:blipFill>
                <a:blip r:embed="rId22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/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A3FDB41-FED8-55AF-4D9E-7DE9E2182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302" y="1562137"/>
                <a:ext cx="337663" cy="338554"/>
              </a:xfrm>
              <a:prstGeom prst="rect">
                <a:avLst/>
              </a:prstGeom>
              <a:blipFill>
                <a:blip r:embed="rId23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/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C707513-DEE9-7EEE-C3E5-4B926DFBF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10" y="1562137"/>
                <a:ext cx="337663" cy="338554"/>
              </a:xfrm>
              <a:prstGeom prst="rect">
                <a:avLst/>
              </a:prstGeom>
              <a:blipFill>
                <a:blip r:embed="rId24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/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77C9EA4A-CACD-A948-DFB3-BAC130DC1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525" y="1562137"/>
                <a:ext cx="337663" cy="338554"/>
              </a:xfrm>
              <a:prstGeom prst="rect">
                <a:avLst/>
              </a:prstGeom>
              <a:blipFill>
                <a:blip r:embed="rId25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/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A096E3AE-0070-DC83-E88B-6A683A1C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127" y="1562137"/>
                <a:ext cx="337663" cy="338554"/>
              </a:xfrm>
              <a:prstGeom prst="rect">
                <a:avLst/>
              </a:prstGeom>
              <a:blipFill>
                <a:blip r:embed="rId26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/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12EF046-1111-C042-A8D3-361022544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92" y="761518"/>
                <a:ext cx="5846384" cy="98770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/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DA48BA6F-150B-FE2A-8EB0-96E99C077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2401339"/>
                <a:ext cx="518222" cy="518222"/>
              </a:xfrm>
              <a:prstGeom prst="rect">
                <a:avLst/>
              </a:prstGeom>
              <a:blipFill>
                <a:blip r:embed="rId28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/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5F013A34-2901-DEED-7171-A1AF4ACE5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244" y="2401339"/>
                <a:ext cx="518222" cy="51822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/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BB45E4C-9B5A-B53F-C217-CC7DF78B8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349" y="2401339"/>
                <a:ext cx="518222" cy="51822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/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E1EE12D-7D64-9212-E25B-6F064DF91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2401339"/>
                <a:ext cx="518222" cy="518222"/>
              </a:xfrm>
              <a:prstGeom prst="rect">
                <a:avLst/>
              </a:prstGeom>
              <a:blipFill>
                <a:blip r:embed="rId31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/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ACB4AED-125A-74F0-47F7-5BBAFE081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135" y="2401339"/>
                <a:ext cx="518222" cy="51822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/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89D1858-042A-DA73-ECCA-E908EC97D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240" y="2401339"/>
                <a:ext cx="518222" cy="51822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0729EC5-9C98-5666-07DE-723EC1213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52C2825-D3DD-6403-ED68-7BFC05BD1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4C199546-8F74-7510-D285-F268D06292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6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/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EFCAAF0-03E3-CE17-6FAC-8609BAFC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452" y="2484838"/>
                <a:ext cx="856856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53D7CF7-4589-C29B-3665-333EA78E7F68}"/>
              </a:ext>
            </a:extLst>
          </p:cNvPr>
          <p:cNvGrpSpPr/>
          <p:nvPr/>
        </p:nvGrpSpPr>
        <p:grpSpPr>
          <a:xfrm>
            <a:off x="239144" y="3251237"/>
            <a:ext cx="2117107" cy="493626"/>
            <a:chOff x="239144" y="3830482"/>
            <a:chExt cx="2117107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/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E8763B3-3812-6A8D-F446-E3299D61F9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69" y="3843193"/>
                  <a:ext cx="1858182" cy="46820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ADA6AC-C8C3-47C8-02E3-7D52D8635C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39"/>
                  <a:stretch>
                    <a:fillRect l="-26829" r="-243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0EC34F-351F-09E7-1805-220C66B7C3D6}"/>
              </a:ext>
            </a:extLst>
          </p:cNvPr>
          <p:cNvGrpSpPr/>
          <p:nvPr/>
        </p:nvGrpSpPr>
        <p:grpSpPr>
          <a:xfrm>
            <a:off x="239660" y="3991163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F60151-D8C9-E2E2-B618-A6C827140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482466-7933-B3F9-F286-0EB15B23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1"/>
                  <a:stretch>
                    <a:fillRect l="-26829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7E672E-2EA2-83F7-9A62-1C0C75A51EA5}"/>
              </a:ext>
            </a:extLst>
          </p:cNvPr>
          <p:cNvGrpSpPr/>
          <p:nvPr/>
        </p:nvGrpSpPr>
        <p:grpSpPr>
          <a:xfrm>
            <a:off x="237714" y="4769220"/>
            <a:ext cx="2138978" cy="493626"/>
            <a:chOff x="239660" y="4570408"/>
            <a:chExt cx="2138978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/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D6C7400-C1F1-4939-9735-12523932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56" y="4595829"/>
                  <a:ext cx="1858182" cy="46820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/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C6558A-5F1D-8A86-21E5-B245C5CC1C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0" y="4570408"/>
                  <a:ext cx="493626" cy="493626"/>
                </a:xfrm>
                <a:prstGeom prst="rect">
                  <a:avLst/>
                </a:prstGeom>
                <a:blipFill>
                  <a:blip r:embed="rId43"/>
                  <a:stretch>
                    <a:fillRect l="-24390"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/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C340A5-9731-C105-1194-72DF8C997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279" y="55658"/>
                <a:ext cx="536105" cy="707886"/>
              </a:xfrm>
              <a:prstGeom prst="rect">
                <a:avLst/>
              </a:prstGeom>
              <a:blipFill>
                <a:blip r:embed="rId4"/>
                <a:stretch>
                  <a:fillRect l="-34884" r="-1162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/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84010C-04CA-1A09-E380-7040852BD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144" y="702519"/>
                <a:ext cx="536105" cy="707886"/>
              </a:xfrm>
              <a:prstGeom prst="rect">
                <a:avLst/>
              </a:prstGeom>
              <a:blipFill>
                <a:blip r:embed="rId12"/>
                <a:stretch>
                  <a:fillRect l="-27907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/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5FB7E-AFF1-E7AD-E3C8-24E22F764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03" y="1357064"/>
                <a:ext cx="536105" cy="707886"/>
              </a:xfrm>
              <a:prstGeom prst="rect">
                <a:avLst/>
              </a:prstGeom>
              <a:blipFill>
                <a:blip r:embed="rId19"/>
                <a:stretch>
                  <a:fillRect l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/>
              <p:nvPr/>
            </p:nvSpPr>
            <p:spPr>
              <a:xfrm>
                <a:off x="3238388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B89E3-BE81-CCCB-B208-A8B0A676E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388" y="3284200"/>
                <a:ext cx="536105" cy="369332"/>
              </a:xfrm>
              <a:prstGeom prst="rect">
                <a:avLst/>
              </a:prstGeom>
              <a:blipFill>
                <a:blip r:embed="rId4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/>
              <p:nvPr/>
            </p:nvSpPr>
            <p:spPr>
              <a:xfrm>
                <a:off x="4313304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1281-702F-5490-F044-60BB3E795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304" y="3284200"/>
                <a:ext cx="536105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/>
              <p:nvPr/>
            </p:nvSpPr>
            <p:spPr>
              <a:xfrm>
                <a:off x="5355667" y="3284200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689515-6800-6B87-5825-6FC16690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667" y="3284200"/>
                <a:ext cx="536105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/>
              <p:nvPr/>
            </p:nvSpPr>
            <p:spPr>
              <a:xfrm>
                <a:off x="2842139" y="3209755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8F2CA71-C3C2-1F54-2046-29806A48B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9" y="3209755"/>
                <a:ext cx="518222" cy="518222"/>
              </a:xfrm>
              <a:prstGeom prst="rect">
                <a:avLst/>
              </a:prstGeom>
              <a:blipFill>
                <a:blip r:embed="rId47"/>
                <a:stretch>
                  <a:fillRect l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/>
              <p:nvPr/>
            </p:nvSpPr>
            <p:spPr>
              <a:xfrm>
                <a:off x="3899172" y="3209755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9BB8C6E-B723-DB36-7C95-31B4F57AD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72" y="3209755"/>
                <a:ext cx="518222" cy="51822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/>
              <p:nvPr/>
            </p:nvSpPr>
            <p:spPr>
              <a:xfrm>
                <a:off x="4950992" y="3209755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11B81DA-E83A-B2B7-4737-416AE7E777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992" y="3209755"/>
                <a:ext cx="518222" cy="51822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/>
              <p:nvPr/>
            </p:nvSpPr>
            <p:spPr>
              <a:xfrm>
                <a:off x="5996030" y="3209288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FDF3D66-9C90-E203-D01F-6FC3F61AF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30" y="3209288"/>
                <a:ext cx="518222" cy="518222"/>
              </a:xfrm>
              <a:prstGeom prst="rect">
                <a:avLst/>
              </a:prstGeom>
              <a:blipFill>
                <a:blip r:embed="rId50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/>
              <p:nvPr/>
            </p:nvSpPr>
            <p:spPr>
              <a:xfrm>
                <a:off x="7052658" y="3209288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F64E147-5251-8BC0-8BCD-ADBE809E6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658" y="3209288"/>
                <a:ext cx="518222" cy="51822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/>
              <p:nvPr/>
            </p:nvSpPr>
            <p:spPr>
              <a:xfrm>
                <a:off x="8068156" y="3209288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D23452-6759-B4D7-2C95-1CC7B0134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156" y="3209288"/>
                <a:ext cx="518222" cy="51822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/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971DF2-6B40-E57F-54A6-C42C04670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29" y="2401339"/>
                <a:ext cx="518222" cy="518222"/>
              </a:xfrm>
              <a:prstGeom prst="rect">
                <a:avLst/>
              </a:prstGeom>
              <a:blipFill>
                <a:blip r:embed="rId34"/>
                <a:stretch>
                  <a:fillRect l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/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C70E29-E4EE-139E-4C47-AFE3B83C5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434" y="2401339"/>
                <a:ext cx="518222" cy="518222"/>
              </a:xfrm>
              <a:prstGeom prst="rect">
                <a:avLst/>
              </a:prstGeom>
              <a:blipFill>
                <a:blip r:embed="rId35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/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7396717-3BA6-4A44-41F1-8887C5D98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539" y="2401339"/>
                <a:ext cx="518222" cy="518222"/>
              </a:xfrm>
              <a:prstGeom prst="rect">
                <a:avLst/>
              </a:prstGeom>
              <a:blipFill>
                <a:blip r:embed="rId36"/>
                <a:stretch>
                  <a:fillRect l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52" descr="A close-up of words&#10;&#10;Description automatically generated">
            <a:extLst>
              <a:ext uri="{FF2B5EF4-FFF2-40B4-BE49-F238E27FC236}">
                <a16:creationId xmlns:a16="http://schemas.microsoft.com/office/drawing/2014/main" id="{9065375E-DD3D-82A2-3A11-8C8D1EC87F47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599330" y="-1022162"/>
            <a:ext cx="6159500" cy="10160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F2C0CF-D3A1-9CFE-3F91-0CBDC1E6A9B5}"/>
              </a:ext>
            </a:extLst>
          </p:cNvPr>
          <p:cNvSpPr/>
          <p:nvPr/>
        </p:nvSpPr>
        <p:spPr>
          <a:xfrm>
            <a:off x="2842139" y="4109773"/>
            <a:ext cx="2786668" cy="39626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8FC299-3101-FA58-96C2-FD98FE7297D1}"/>
                  </a:ext>
                </a:extLst>
              </p:cNvPr>
              <p:cNvSpPr txBox="1"/>
              <p:nvPr/>
            </p:nvSpPr>
            <p:spPr>
              <a:xfrm>
                <a:off x="3595613" y="4109773"/>
                <a:ext cx="12797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8FC299-3101-FA58-96C2-FD98FE729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613" y="4109773"/>
                <a:ext cx="1279767" cy="40011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4D31F08-2A54-1665-5263-8A47EBB5BB26}"/>
              </a:ext>
            </a:extLst>
          </p:cNvPr>
          <p:cNvGrpSpPr/>
          <p:nvPr/>
        </p:nvGrpSpPr>
        <p:grpSpPr>
          <a:xfrm>
            <a:off x="2842139" y="3803708"/>
            <a:ext cx="664301" cy="302216"/>
            <a:chOff x="2842139" y="4092315"/>
            <a:chExt cx="664301" cy="30221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65A97A0-B0D6-E178-5BE4-D6DC2EF7660C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895857-2BBA-0544-E000-1A557812455C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D2F4349-34AF-C2F6-0D28-3B275EB6D129}"/>
              </a:ext>
            </a:extLst>
          </p:cNvPr>
          <p:cNvGrpSpPr/>
          <p:nvPr/>
        </p:nvGrpSpPr>
        <p:grpSpPr>
          <a:xfrm>
            <a:off x="3896565" y="3805633"/>
            <a:ext cx="664301" cy="302216"/>
            <a:chOff x="2842139" y="4092315"/>
            <a:chExt cx="664301" cy="302216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3A5002D-E93D-9F6D-186F-619116CE734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A6526B9-9EC5-D6A8-4A23-41C30A8D9473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662435-0159-92DC-8B4B-D50D5F22FE9C}"/>
              </a:ext>
            </a:extLst>
          </p:cNvPr>
          <p:cNvGrpSpPr/>
          <p:nvPr/>
        </p:nvGrpSpPr>
        <p:grpSpPr>
          <a:xfrm>
            <a:off x="4950992" y="3805633"/>
            <a:ext cx="664301" cy="302216"/>
            <a:chOff x="2842139" y="4092315"/>
            <a:chExt cx="664301" cy="30221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780928-0EB3-9D06-3FED-D41ED939300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B746D9E-E634-EE79-847E-5EC86C7A936C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518243C-95D2-76C3-A22A-1871A1B6F242}"/>
              </a:ext>
            </a:extLst>
          </p:cNvPr>
          <p:cNvCxnSpPr>
            <a:cxnSpLocks/>
          </p:cNvCxnSpPr>
          <p:nvPr/>
        </p:nvCxnSpPr>
        <p:spPr>
          <a:xfrm>
            <a:off x="4229725" y="4506034"/>
            <a:ext cx="0" cy="30221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D8D3C2-A70B-0D1D-35EB-BAD27672E0C3}"/>
                  </a:ext>
                </a:extLst>
              </p:cNvPr>
              <p:cNvSpPr txBox="1"/>
              <p:nvPr/>
            </p:nvSpPr>
            <p:spPr>
              <a:xfrm>
                <a:off x="3841227" y="4739445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D8D3C2-A70B-0D1D-35EB-BAD27672E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227" y="4739445"/>
                <a:ext cx="774976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411B0E-9598-B1E6-8363-58CD6A13F7D7}"/>
                  </a:ext>
                </a:extLst>
              </p:cNvPr>
              <p:cNvSpPr txBox="1"/>
              <p:nvPr/>
            </p:nvSpPr>
            <p:spPr>
              <a:xfrm>
                <a:off x="4515102" y="4718040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411B0E-9598-B1E6-8363-58CD6A13F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102" y="4718040"/>
                <a:ext cx="855694" cy="379656"/>
              </a:xfrm>
              <a:prstGeom prst="rect">
                <a:avLst/>
              </a:prstGeom>
              <a:blipFill>
                <a:blip r:embed="rId56"/>
                <a:stretch>
                  <a:fillRect r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C55716-395B-B42C-30E6-95D76EC807FB}"/>
                  </a:ext>
                </a:extLst>
              </p:cNvPr>
              <p:cNvSpPr txBox="1"/>
              <p:nvPr/>
            </p:nvSpPr>
            <p:spPr>
              <a:xfrm>
                <a:off x="6392629" y="3287582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C55716-395B-B42C-30E6-95D76EC80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629" y="3287582"/>
                <a:ext cx="536105" cy="369332"/>
              </a:xfrm>
              <a:prstGeom prst="rect">
                <a:avLst/>
              </a:prstGeom>
              <a:blipFill>
                <a:blip r:embed="rId5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FC938-A3F2-FC7C-2E25-6BC83BF884B2}"/>
                  </a:ext>
                </a:extLst>
              </p:cNvPr>
              <p:cNvSpPr txBox="1"/>
              <p:nvPr/>
            </p:nvSpPr>
            <p:spPr>
              <a:xfrm>
                <a:off x="7467545" y="3287582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FC938-A3F2-FC7C-2E25-6BC83BF88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45" y="3287582"/>
                <a:ext cx="536105" cy="369332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6CB2-273D-019C-8A7A-321D38E8BF8D}"/>
                  </a:ext>
                </a:extLst>
              </p:cNvPr>
              <p:cNvSpPr txBox="1"/>
              <p:nvPr/>
            </p:nvSpPr>
            <p:spPr>
              <a:xfrm>
                <a:off x="8509908" y="3287582"/>
                <a:ext cx="5361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6CB2-273D-019C-8A7A-321D38E8B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908" y="3287582"/>
                <a:ext cx="536105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EE2CD0A-39D7-8E4F-135F-E45EE96DFBF8}"/>
              </a:ext>
            </a:extLst>
          </p:cNvPr>
          <p:cNvSpPr/>
          <p:nvPr/>
        </p:nvSpPr>
        <p:spPr>
          <a:xfrm>
            <a:off x="5996380" y="4113155"/>
            <a:ext cx="2786668" cy="39626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249AD1-F7EF-EFFB-994A-4D8683AF9CCE}"/>
                  </a:ext>
                </a:extLst>
              </p:cNvPr>
              <p:cNvSpPr txBox="1"/>
              <p:nvPr/>
            </p:nvSpPr>
            <p:spPr>
              <a:xfrm>
                <a:off x="6749854" y="4113155"/>
                <a:ext cx="12797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249AD1-F7EF-EFFB-994A-4D8683AF9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854" y="4113155"/>
                <a:ext cx="1279767" cy="400110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5797FE63-D904-1B80-6F63-0E28DCC7A4F6}"/>
              </a:ext>
            </a:extLst>
          </p:cNvPr>
          <p:cNvGrpSpPr/>
          <p:nvPr/>
        </p:nvGrpSpPr>
        <p:grpSpPr>
          <a:xfrm>
            <a:off x="5996380" y="3807090"/>
            <a:ext cx="664301" cy="302216"/>
            <a:chOff x="2842139" y="4092315"/>
            <a:chExt cx="664301" cy="3022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41FDC93-82A9-5F2B-BD94-A668F6F579FA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1E6D5C-9ABC-3D2E-3EF3-52C5921D1B19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728561-5CA1-08F6-6C0E-326EBF968F12}"/>
              </a:ext>
            </a:extLst>
          </p:cNvPr>
          <p:cNvGrpSpPr/>
          <p:nvPr/>
        </p:nvGrpSpPr>
        <p:grpSpPr>
          <a:xfrm>
            <a:off x="7050806" y="3809015"/>
            <a:ext cx="664301" cy="302216"/>
            <a:chOff x="2842139" y="4092315"/>
            <a:chExt cx="664301" cy="30221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9F43D1B-0BA5-7EBE-894B-0B8983ACE319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DED277B-4CC6-625D-8DEE-7DD9F9090F7F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56036F7-5C47-CDD4-8394-3501DF38445E}"/>
              </a:ext>
            </a:extLst>
          </p:cNvPr>
          <p:cNvGrpSpPr/>
          <p:nvPr/>
        </p:nvGrpSpPr>
        <p:grpSpPr>
          <a:xfrm>
            <a:off x="8105233" y="3809015"/>
            <a:ext cx="664301" cy="302216"/>
            <a:chOff x="2842139" y="4092315"/>
            <a:chExt cx="664301" cy="302216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79E8CEC-1085-0976-4D6E-E0A0A18F71BF}"/>
                </a:ext>
              </a:extLst>
            </p:cNvPr>
            <p:cNvCxnSpPr>
              <a:cxnSpLocks/>
            </p:cNvCxnSpPr>
            <p:nvPr/>
          </p:nvCxnSpPr>
          <p:spPr>
            <a:xfrm>
              <a:off x="2842139" y="4092315"/>
              <a:ext cx="6643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1E7FDCA-6FA4-D622-8E77-6F9D0740B9EB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89" y="4092315"/>
              <a:ext cx="0" cy="3022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811ABC1-7B55-6EB9-4E06-FE98940993CA}"/>
              </a:ext>
            </a:extLst>
          </p:cNvPr>
          <p:cNvCxnSpPr>
            <a:cxnSpLocks/>
          </p:cNvCxnSpPr>
          <p:nvPr/>
        </p:nvCxnSpPr>
        <p:spPr>
          <a:xfrm>
            <a:off x="7383966" y="4509416"/>
            <a:ext cx="0" cy="30221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4EBF5C6-B96E-82EF-CFAC-B2FC5158CE57}"/>
                  </a:ext>
                </a:extLst>
              </p:cNvPr>
              <p:cNvSpPr txBox="1"/>
              <p:nvPr/>
            </p:nvSpPr>
            <p:spPr>
              <a:xfrm>
                <a:off x="6995468" y="4742827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4EBF5C6-B96E-82EF-CFAC-B2FC5158C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468" y="4742827"/>
                <a:ext cx="774976" cy="369332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1D50949-FB96-A174-F0FD-8607C465E0E1}"/>
                  </a:ext>
                </a:extLst>
              </p:cNvPr>
              <p:cNvSpPr txBox="1"/>
              <p:nvPr/>
            </p:nvSpPr>
            <p:spPr>
              <a:xfrm>
                <a:off x="7669343" y="4721422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1D50949-FB96-A174-F0FD-8607C465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343" y="4721422"/>
                <a:ext cx="855694" cy="379656"/>
              </a:xfrm>
              <a:prstGeom prst="rect">
                <a:avLst/>
              </a:prstGeom>
              <a:blipFill>
                <a:blip r:embed="rId62"/>
                <a:stretch>
                  <a:fillRect r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7E51A72-49E7-1905-EA13-21825FCFAC99}"/>
                  </a:ext>
                </a:extLst>
              </p:cNvPr>
              <p:cNvSpPr txBox="1"/>
              <p:nvPr/>
            </p:nvSpPr>
            <p:spPr>
              <a:xfrm>
                <a:off x="9835878" y="4739175"/>
                <a:ext cx="1004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7E51A72-49E7-1905-EA13-21825FCFA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78" y="4739175"/>
                <a:ext cx="1004778" cy="369332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9EE4C77C-6FD0-C278-0058-D55D90554916}"/>
                  </a:ext>
                </a:extLst>
              </p:cNvPr>
              <p:cNvSpPr txBox="1"/>
              <p:nvPr/>
            </p:nvSpPr>
            <p:spPr>
              <a:xfrm>
                <a:off x="10698764" y="4717770"/>
                <a:ext cx="855694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9EE4C77C-6FD0-C278-0058-D55D90554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764" y="4717770"/>
                <a:ext cx="855694" cy="379656"/>
              </a:xfrm>
              <a:prstGeom prst="rect">
                <a:avLst/>
              </a:prstGeom>
              <a:blipFill>
                <a:blip r:embed="rId64"/>
                <a:stretch>
                  <a:fillRect r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5DE533F0-FAFC-2535-F577-C3E82CA1B713}"/>
                  </a:ext>
                </a:extLst>
              </p:cNvPr>
              <p:cNvSpPr txBox="1"/>
              <p:nvPr/>
            </p:nvSpPr>
            <p:spPr>
              <a:xfrm>
                <a:off x="8949448" y="4657142"/>
                <a:ext cx="856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5DE533F0-FAFC-2535-F577-C3E82CA1B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448" y="4657142"/>
                <a:ext cx="856856" cy="369332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10602C-4DD2-7B5C-0563-D266BFE59DE0}"/>
                  </a:ext>
                </a:extLst>
              </p:cNvPr>
              <p:cNvSpPr txBox="1"/>
              <p:nvPr/>
            </p:nvSpPr>
            <p:spPr>
              <a:xfrm>
                <a:off x="6718761" y="5147050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10602C-4DD2-7B5C-0563-D266BFE59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761" y="5147050"/>
                <a:ext cx="774976" cy="369332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33B50E-38CD-CD8E-D1DB-0D5873B2D1AA}"/>
                  </a:ext>
                </a:extLst>
              </p:cNvPr>
              <p:cNvSpPr txBox="1"/>
              <p:nvPr/>
            </p:nvSpPr>
            <p:spPr>
              <a:xfrm>
                <a:off x="6718761" y="5493668"/>
                <a:ext cx="774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33B50E-38CD-CD8E-D1DB-0D5873B2D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761" y="5493668"/>
                <a:ext cx="774976" cy="369332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1F2137-4F03-3F48-F6C5-03FA43913926}"/>
                  </a:ext>
                </a:extLst>
              </p:cNvPr>
              <p:cNvSpPr txBox="1"/>
              <p:nvPr/>
            </p:nvSpPr>
            <p:spPr>
              <a:xfrm>
                <a:off x="6732435" y="6289297"/>
                <a:ext cx="1004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1F2137-4F03-3F48-F6C5-03FA43913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435" y="6289297"/>
                <a:ext cx="1004778" cy="369332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C0D4558-21C4-867F-23BA-FD0D8D8F2400}"/>
                  </a:ext>
                </a:extLst>
              </p:cNvPr>
              <p:cNvSpPr txBox="1"/>
              <p:nvPr/>
            </p:nvSpPr>
            <p:spPr>
              <a:xfrm>
                <a:off x="6873716" y="5860971"/>
                <a:ext cx="4721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C0D4558-21C4-867F-23BA-FD0D8D8F2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716" y="5860971"/>
                <a:ext cx="472161" cy="369332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ED7341A-813D-9566-F7DA-11BFF941A8EF}"/>
              </a:ext>
            </a:extLst>
          </p:cNvPr>
          <p:cNvGrpSpPr/>
          <p:nvPr/>
        </p:nvGrpSpPr>
        <p:grpSpPr>
          <a:xfrm>
            <a:off x="224664" y="2485537"/>
            <a:ext cx="2191016" cy="493626"/>
            <a:chOff x="239144" y="3830482"/>
            <a:chExt cx="2191016" cy="493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75A4F8D3-FBD4-157D-7424-A8067BEE775B}"/>
                    </a:ext>
                  </a:extLst>
                </p:cNvPr>
                <p:cNvSpPr txBox="1"/>
                <p:nvPr/>
              </p:nvSpPr>
              <p:spPr>
                <a:xfrm>
                  <a:off x="571978" y="3843193"/>
                  <a:ext cx="1858182" cy="468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75A4F8D3-FBD4-157D-7424-A8067BEE7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78" y="3843193"/>
                  <a:ext cx="1858182" cy="468205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3DE1CC73-6AC4-8A61-0831-AA8E9E406A67}"/>
                    </a:ext>
                  </a:extLst>
                </p:cNvPr>
                <p:cNvSpPr/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p>
                        </m:s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3DE1CC73-6AC4-8A61-0831-AA8E9E406A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44" y="3830482"/>
                  <a:ext cx="493626" cy="493626"/>
                </a:xfrm>
                <a:prstGeom prst="rect">
                  <a:avLst/>
                </a:prstGeom>
                <a:blipFill>
                  <a:blip r:embed="rId71"/>
                  <a:stretch>
                    <a:fillRect l="-26829" b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13A6A55A-D51B-B66C-DDAE-8B4CAC97E2BB}"/>
                  </a:ext>
                </a:extLst>
              </p:cNvPr>
              <p:cNvSpPr/>
              <p:nvPr/>
            </p:nvSpPr>
            <p:spPr>
              <a:xfrm>
                <a:off x="5574439" y="5453348"/>
                <a:ext cx="967138" cy="96713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13A6A55A-D51B-B66C-DDAE-8B4CAC97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439" y="5453348"/>
                <a:ext cx="967138" cy="967138"/>
              </a:xfrm>
              <a:prstGeom prst="rect">
                <a:avLst/>
              </a:prstGeom>
              <a:blipFill>
                <a:blip r:embed="rId72"/>
                <a:stretch>
                  <a:fillRect l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684DB6F3-3BF3-CC76-3609-A104BE51B73C}"/>
                  </a:ext>
                </a:extLst>
              </p:cNvPr>
              <p:cNvSpPr txBox="1"/>
              <p:nvPr/>
            </p:nvSpPr>
            <p:spPr>
              <a:xfrm>
                <a:off x="4957410" y="5599361"/>
                <a:ext cx="518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684DB6F3-3BF3-CC76-3609-A104BE51B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410" y="5599361"/>
                <a:ext cx="518222" cy="523220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98F0DBD6-AF80-73DD-BD22-64EFBDFA9F27}"/>
                  </a:ext>
                </a:extLst>
              </p:cNvPr>
              <p:cNvSpPr txBox="1"/>
              <p:nvPr/>
            </p:nvSpPr>
            <p:spPr>
              <a:xfrm>
                <a:off x="859214" y="5649884"/>
                <a:ext cx="42231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MultiHeadedAttention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98F0DBD6-AF80-73DD-BD22-64EFBDFA9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14" y="5649884"/>
                <a:ext cx="4223149" cy="461665"/>
              </a:xfrm>
              <a:prstGeom prst="rect">
                <a:avLst/>
              </a:prstGeom>
              <a:blipFill>
                <a:blip r:embed="rId74"/>
                <a:stretch>
                  <a:fillRect l="-299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8" name="TextBox 267">
            <a:extLst>
              <a:ext uri="{FF2B5EF4-FFF2-40B4-BE49-F238E27FC236}">
                <a16:creationId xmlns:a16="http://schemas.microsoft.com/office/drawing/2014/main" id="{79023907-FB91-91DD-ADF7-A141BC86E809}"/>
              </a:ext>
            </a:extLst>
          </p:cNvPr>
          <p:cNvSpPr txBox="1"/>
          <p:nvPr/>
        </p:nvSpPr>
        <p:spPr>
          <a:xfrm>
            <a:off x="691573" y="1578203"/>
            <a:ext cx="3413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Multi-head</a:t>
            </a:r>
            <a:r>
              <a:rPr lang="en-US" sz="28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 attention</a:t>
            </a:r>
            <a:endParaRPr lang="en-US" sz="2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B5CD55-B0E2-9D21-C9D8-BC05AE1C6C70}"/>
              </a:ext>
            </a:extLst>
          </p:cNvPr>
          <p:cNvSpPr txBox="1"/>
          <p:nvPr/>
        </p:nvSpPr>
        <p:spPr>
          <a:xfrm>
            <a:off x="691573" y="297992"/>
            <a:ext cx="3413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Single-head</a:t>
            </a:r>
            <a:r>
              <a:rPr lang="en-US" sz="28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 attention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65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2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2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6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2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2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68" grpId="0"/>
        </p:bldLst>
      </p:timing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B019ECA-1C06-F1C6-63D6-54D4191CB4BA}"/>
              </a:ext>
            </a:extLst>
          </p:cNvPr>
          <p:cNvSpPr/>
          <p:nvPr/>
        </p:nvSpPr>
        <p:spPr>
          <a:xfrm>
            <a:off x="2732570" y="3019646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DA03C55-4E83-3CEA-977F-EB298627D6CB}"/>
              </a:ext>
            </a:extLst>
          </p:cNvPr>
          <p:cNvSpPr/>
          <p:nvPr/>
        </p:nvSpPr>
        <p:spPr>
          <a:xfrm>
            <a:off x="2867126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E3ED5BF-B66D-8367-8DF6-18068014C9B8}"/>
              </a:ext>
            </a:extLst>
          </p:cNvPr>
          <p:cNvSpPr/>
          <p:nvPr/>
        </p:nvSpPr>
        <p:spPr>
          <a:xfrm>
            <a:off x="4341510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A82503B-04D4-4B09-E85F-4079645754AD}"/>
              </a:ext>
            </a:extLst>
          </p:cNvPr>
          <p:cNvSpPr/>
          <p:nvPr/>
        </p:nvSpPr>
        <p:spPr>
          <a:xfrm>
            <a:off x="5825295" y="321725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34BE7D8-AB99-A704-95D4-810EEF2C9AC4}"/>
              </a:ext>
            </a:extLst>
          </p:cNvPr>
          <p:cNvSpPr/>
          <p:nvPr/>
        </p:nvSpPr>
        <p:spPr>
          <a:xfrm>
            <a:off x="7302668" y="321725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4D3DD4D-8329-EDA3-3CF3-FE861F8BBBCF}"/>
              </a:ext>
            </a:extLst>
          </p:cNvPr>
          <p:cNvSpPr/>
          <p:nvPr/>
        </p:nvSpPr>
        <p:spPr>
          <a:xfrm>
            <a:off x="8779228" y="3224102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7C4518D-2609-7D47-2A04-A753EB898F3D}"/>
              </a:ext>
            </a:extLst>
          </p:cNvPr>
          <p:cNvSpPr/>
          <p:nvPr/>
        </p:nvSpPr>
        <p:spPr>
          <a:xfrm>
            <a:off x="2867126" y="4229949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2FDA0C-0DDE-9B61-DADF-81F18E5E33DB}"/>
              </a:ext>
            </a:extLst>
          </p:cNvPr>
          <p:cNvSpPr txBox="1"/>
          <p:nvPr/>
        </p:nvSpPr>
        <p:spPr>
          <a:xfrm>
            <a:off x="4831251" y="4283817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F67A3B-36D4-0887-2D49-720AE689EF8F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E97DAB6-EB25-CA39-2207-483F772F1047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2EB1E81-EC9A-76C7-1D01-9E33A4008FB3}"/>
              </a:ext>
            </a:extLst>
          </p:cNvPr>
          <p:cNvCxnSpPr>
            <a:cxnSpLocks/>
          </p:cNvCxnSpPr>
          <p:nvPr/>
        </p:nvCxnSpPr>
        <p:spPr>
          <a:xfrm flipV="1">
            <a:off x="6382644" y="473924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CDF935-8D59-5523-1501-1FC956487D71}"/>
              </a:ext>
            </a:extLst>
          </p:cNvPr>
          <p:cNvCxnSpPr>
            <a:cxnSpLocks/>
          </p:cNvCxnSpPr>
          <p:nvPr/>
        </p:nvCxnSpPr>
        <p:spPr>
          <a:xfrm flipV="1">
            <a:off x="7862201" y="473924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742051F-86A0-BE99-45FC-FB9830779F33}"/>
              </a:ext>
            </a:extLst>
          </p:cNvPr>
          <p:cNvCxnSpPr>
            <a:cxnSpLocks/>
          </p:cNvCxnSpPr>
          <p:nvPr/>
        </p:nvCxnSpPr>
        <p:spPr>
          <a:xfrm flipV="1">
            <a:off x="9341757" y="475013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CC7EA13-8872-6583-6FB2-5CA1700E422A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38637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C45C0A-6A63-E815-F020-CE7D3EA9A2EF}"/>
              </a:ext>
            </a:extLst>
          </p:cNvPr>
          <p:cNvCxnSpPr>
            <a:cxnSpLocks/>
          </p:cNvCxnSpPr>
          <p:nvPr/>
        </p:nvCxnSpPr>
        <p:spPr>
          <a:xfrm flipV="1">
            <a:off x="4903087" y="3870606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4E6600B-486B-B48D-F615-DB3A248AD4E8}"/>
              </a:ext>
            </a:extLst>
          </p:cNvPr>
          <p:cNvCxnSpPr>
            <a:cxnSpLocks/>
          </p:cNvCxnSpPr>
          <p:nvPr/>
        </p:nvCxnSpPr>
        <p:spPr>
          <a:xfrm flipV="1">
            <a:off x="6382644" y="3863758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670C66E-D64F-823D-3C76-9E01B831E908}"/>
              </a:ext>
            </a:extLst>
          </p:cNvPr>
          <p:cNvCxnSpPr>
            <a:cxnSpLocks/>
          </p:cNvCxnSpPr>
          <p:nvPr/>
        </p:nvCxnSpPr>
        <p:spPr>
          <a:xfrm flipV="1">
            <a:off x="7865816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D548976-ECF7-AA6F-8BE9-40B763AEEA18}"/>
              </a:ext>
            </a:extLst>
          </p:cNvPr>
          <p:cNvCxnSpPr>
            <a:cxnSpLocks/>
          </p:cNvCxnSpPr>
          <p:nvPr/>
        </p:nvCxnSpPr>
        <p:spPr>
          <a:xfrm flipV="1">
            <a:off x="9352442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2C83A28-782E-927C-F031-FF7EB1F5EB69}"/>
              </a:ext>
            </a:extLst>
          </p:cNvPr>
          <p:cNvCxnSpPr>
            <a:cxnSpLocks/>
          </p:cNvCxnSpPr>
          <p:nvPr/>
        </p:nvCxnSpPr>
        <p:spPr>
          <a:xfrm flipV="1">
            <a:off x="3424474" y="2857913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D85616F-3061-B2F6-9133-8C6AA0C7D60F}"/>
              </a:ext>
            </a:extLst>
          </p:cNvPr>
          <p:cNvCxnSpPr>
            <a:cxnSpLocks/>
          </p:cNvCxnSpPr>
          <p:nvPr/>
        </p:nvCxnSpPr>
        <p:spPr>
          <a:xfrm flipV="1">
            <a:off x="4903087" y="286475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4FDC4EB-0C2B-AFDC-7BD8-AA07A3D291C8}"/>
              </a:ext>
            </a:extLst>
          </p:cNvPr>
          <p:cNvCxnSpPr>
            <a:cxnSpLocks/>
          </p:cNvCxnSpPr>
          <p:nvPr/>
        </p:nvCxnSpPr>
        <p:spPr>
          <a:xfrm flipV="1">
            <a:off x="6382644" y="285791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688C822-C828-8ED2-E73F-3F5AC468A5C1}"/>
              </a:ext>
            </a:extLst>
          </p:cNvPr>
          <p:cNvCxnSpPr>
            <a:cxnSpLocks/>
          </p:cNvCxnSpPr>
          <p:nvPr/>
        </p:nvCxnSpPr>
        <p:spPr>
          <a:xfrm flipV="1">
            <a:off x="7865816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E9F1FEF-C8D6-1710-B833-E121A10B007D}"/>
              </a:ext>
            </a:extLst>
          </p:cNvPr>
          <p:cNvCxnSpPr>
            <a:cxnSpLocks/>
          </p:cNvCxnSpPr>
          <p:nvPr/>
        </p:nvCxnSpPr>
        <p:spPr>
          <a:xfrm flipV="1">
            <a:off x="9352442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A9F2A1D7-72E2-DFC4-2352-47168D498898}"/>
              </a:ext>
            </a:extLst>
          </p:cNvPr>
          <p:cNvSpPr/>
          <p:nvPr/>
        </p:nvSpPr>
        <p:spPr>
          <a:xfrm>
            <a:off x="3301878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0375FC0-6740-0CD4-52D1-E457779DEDBA}"/>
              </a:ext>
            </a:extLst>
          </p:cNvPr>
          <p:cNvSpPr/>
          <p:nvPr/>
        </p:nvSpPr>
        <p:spPr>
          <a:xfrm>
            <a:off x="4781435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45F4200-8D7E-574C-AFF1-0654322C80E2}"/>
              </a:ext>
            </a:extLst>
          </p:cNvPr>
          <p:cNvSpPr/>
          <p:nvPr/>
        </p:nvSpPr>
        <p:spPr>
          <a:xfrm>
            <a:off x="6260992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2230310-E20F-82CA-DF58-B6EFE4B7460E}"/>
              </a:ext>
            </a:extLst>
          </p:cNvPr>
          <p:cNvSpPr/>
          <p:nvPr/>
        </p:nvSpPr>
        <p:spPr>
          <a:xfrm>
            <a:off x="9220106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22E472C-E5E8-FEF0-EA0E-2DFAD7C36897}"/>
              </a:ext>
            </a:extLst>
          </p:cNvPr>
          <p:cNvSpPr/>
          <p:nvPr/>
        </p:nvSpPr>
        <p:spPr>
          <a:xfrm>
            <a:off x="7740549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7E058C-0D3A-D083-A8A0-3B1A16A68111}"/>
              </a:ext>
            </a:extLst>
          </p:cNvPr>
          <p:cNvSpPr txBox="1"/>
          <p:nvPr/>
        </p:nvSpPr>
        <p:spPr>
          <a:xfrm>
            <a:off x="1398354" y="384069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4EABB6F-6B6E-A2A0-053D-6A52484BBF3C}"/>
              </a:ext>
            </a:extLst>
          </p:cNvPr>
          <p:cNvSpPr txBox="1"/>
          <p:nvPr/>
        </p:nvSpPr>
        <p:spPr>
          <a:xfrm>
            <a:off x="719373" y="292983"/>
            <a:ext cx="4506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Feed Forward Network (FFN)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6A4D51E-FDF6-16F0-4682-D5D3DEBAA56D}"/>
                  </a:ext>
                </a:extLst>
              </p:cNvPr>
              <p:cNvSpPr txBox="1"/>
              <p:nvPr/>
            </p:nvSpPr>
            <p:spPr>
              <a:xfrm>
                <a:off x="2219044" y="866310"/>
                <a:ext cx="5795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𝐹𝐹𝑁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6A4D51E-FDF6-16F0-4682-D5D3DEBAA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044" y="866310"/>
                <a:ext cx="5795500" cy="523220"/>
              </a:xfrm>
              <a:prstGeom prst="rect">
                <a:avLst/>
              </a:prstGeom>
              <a:blipFill>
                <a:blip r:embed="rId7"/>
                <a:stretch>
                  <a:fillRect l="-218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85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84" grpId="0" animBg="1"/>
      <p:bldP spid="85" grpId="0" animBg="1"/>
      <p:bldP spid="86" grpId="0" animBg="1"/>
      <p:bldP spid="87" grpId="0" animBg="1"/>
      <p:bldP spid="88" grpId="0" animBg="1"/>
      <p:bldP spid="91" grpId="0"/>
      <p:bldP spid="93" grpId="0"/>
      <p:bldP spid="9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2752-0CF2-5297-2951-1669B35F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611E76-0BB6-020E-FBCC-C4D0AB185E95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96884F-AF04-A019-C736-88CA4DF5BFC1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7AC87-6494-8A9B-DE61-BC1764BD5549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17833F-3B74-8553-F84B-3742FF396EE8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887529-1E25-E0D8-58D8-417646F7890C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5CB4E2-B951-2CE9-2BEC-ED6B4C1C809B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170A3D-5DCF-D59E-680C-F792ED657AF2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AF6B11-1BE9-BFEA-0CA7-F3CEABD46B2A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AB188B-427E-50CE-F2EF-19E9C60313F0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8CD440-5D77-69F1-B90F-86407F8774B4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28CB8F-1525-20FC-8A43-81A7A7EFCF56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5F91B0-6A42-140C-BE42-3E1DCB73F74F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BCA207-7005-D196-A4E6-D6820DD14EFE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BEAAB6B-6526-E83D-5BE3-83BE579A5D2E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24B0DF-2712-7009-FAB8-300E5E1E5C48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CB79F2-BF60-E572-01EB-2DDA767691A1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80BF711-4DC6-EB91-4E8D-7BAF9A6F431B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146E3DF-65F1-C275-BF10-3EBA262C552D}"/>
              </a:ext>
            </a:extLst>
          </p:cNvPr>
          <p:cNvSpPr/>
          <p:nvPr/>
        </p:nvSpPr>
        <p:spPr>
          <a:xfrm>
            <a:off x="2732570" y="3019646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B8290B3-D95F-B079-12D1-EC37815691BD}"/>
              </a:ext>
            </a:extLst>
          </p:cNvPr>
          <p:cNvSpPr/>
          <p:nvPr/>
        </p:nvSpPr>
        <p:spPr>
          <a:xfrm>
            <a:off x="2867126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11DCCC0-B372-73C1-818D-0223F4A46D58}"/>
              </a:ext>
            </a:extLst>
          </p:cNvPr>
          <p:cNvSpPr/>
          <p:nvPr/>
        </p:nvSpPr>
        <p:spPr>
          <a:xfrm>
            <a:off x="4341510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C26DA3F-1E8D-F892-65C8-B7C48D02EEB5}"/>
              </a:ext>
            </a:extLst>
          </p:cNvPr>
          <p:cNvSpPr/>
          <p:nvPr/>
        </p:nvSpPr>
        <p:spPr>
          <a:xfrm>
            <a:off x="5825295" y="321725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5BDA407-36FF-B165-C3C8-0677447B524E}"/>
              </a:ext>
            </a:extLst>
          </p:cNvPr>
          <p:cNvSpPr/>
          <p:nvPr/>
        </p:nvSpPr>
        <p:spPr>
          <a:xfrm>
            <a:off x="7302668" y="321725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A9FE2AC-1E84-525D-947F-2F8E61AF7989}"/>
              </a:ext>
            </a:extLst>
          </p:cNvPr>
          <p:cNvSpPr/>
          <p:nvPr/>
        </p:nvSpPr>
        <p:spPr>
          <a:xfrm>
            <a:off x="8779228" y="3224102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A3CB03B-AC11-D966-745C-F37620063686}"/>
              </a:ext>
            </a:extLst>
          </p:cNvPr>
          <p:cNvSpPr/>
          <p:nvPr/>
        </p:nvSpPr>
        <p:spPr>
          <a:xfrm>
            <a:off x="2867126" y="4229949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454389-E443-347B-848B-A302D48248CA}"/>
              </a:ext>
            </a:extLst>
          </p:cNvPr>
          <p:cNvSpPr txBox="1"/>
          <p:nvPr/>
        </p:nvSpPr>
        <p:spPr>
          <a:xfrm>
            <a:off x="4831251" y="4283817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FC1908F-6600-5BC2-01C9-C89D377D869C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5702972-F052-0B7B-F48E-922708F6567B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699DBC4-BBDB-DCE2-ED2B-5F2A9027EE91}"/>
              </a:ext>
            </a:extLst>
          </p:cNvPr>
          <p:cNvCxnSpPr>
            <a:cxnSpLocks/>
          </p:cNvCxnSpPr>
          <p:nvPr/>
        </p:nvCxnSpPr>
        <p:spPr>
          <a:xfrm flipV="1">
            <a:off x="6382644" y="473924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4938D38-9E8A-56F6-58FD-18173C3A37D4}"/>
              </a:ext>
            </a:extLst>
          </p:cNvPr>
          <p:cNvCxnSpPr>
            <a:cxnSpLocks/>
          </p:cNvCxnSpPr>
          <p:nvPr/>
        </p:nvCxnSpPr>
        <p:spPr>
          <a:xfrm flipV="1">
            <a:off x="7862201" y="473924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47ECF8A-A566-C8E0-30AA-320B7FCE6CDA}"/>
              </a:ext>
            </a:extLst>
          </p:cNvPr>
          <p:cNvCxnSpPr>
            <a:cxnSpLocks/>
          </p:cNvCxnSpPr>
          <p:nvPr/>
        </p:nvCxnSpPr>
        <p:spPr>
          <a:xfrm flipV="1">
            <a:off x="9341757" y="475013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49A9F43-23C0-7D12-E0DE-532B0D9A8868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38637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656E21E-0AF9-15D0-B01F-0826F35AC86F}"/>
              </a:ext>
            </a:extLst>
          </p:cNvPr>
          <p:cNvCxnSpPr>
            <a:cxnSpLocks/>
          </p:cNvCxnSpPr>
          <p:nvPr/>
        </p:nvCxnSpPr>
        <p:spPr>
          <a:xfrm flipV="1">
            <a:off x="4903087" y="3870606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0786FE1-D89E-3D88-94AA-FCB40EB20D4C}"/>
              </a:ext>
            </a:extLst>
          </p:cNvPr>
          <p:cNvCxnSpPr>
            <a:cxnSpLocks/>
          </p:cNvCxnSpPr>
          <p:nvPr/>
        </p:nvCxnSpPr>
        <p:spPr>
          <a:xfrm flipV="1">
            <a:off x="6382644" y="3863758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AAEE28B-D6D1-0C76-1985-6C671902D5B6}"/>
              </a:ext>
            </a:extLst>
          </p:cNvPr>
          <p:cNvCxnSpPr>
            <a:cxnSpLocks/>
          </p:cNvCxnSpPr>
          <p:nvPr/>
        </p:nvCxnSpPr>
        <p:spPr>
          <a:xfrm flipV="1">
            <a:off x="7865816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73F2D24-F5CD-844F-DBB1-96F9F19BF5B3}"/>
              </a:ext>
            </a:extLst>
          </p:cNvPr>
          <p:cNvCxnSpPr>
            <a:cxnSpLocks/>
          </p:cNvCxnSpPr>
          <p:nvPr/>
        </p:nvCxnSpPr>
        <p:spPr>
          <a:xfrm flipV="1">
            <a:off x="9352442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99265D3-3EE7-EB1E-4C1F-FFE8CFA89467}"/>
              </a:ext>
            </a:extLst>
          </p:cNvPr>
          <p:cNvCxnSpPr>
            <a:cxnSpLocks/>
          </p:cNvCxnSpPr>
          <p:nvPr/>
        </p:nvCxnSpPr>
        <p:spPr>
          <a:xfrm flipV="1">
            <a:off x="3424474" y="2857913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93D3E05-731C-AEA9-F85F-A01DE54282E5}"/>
              </a:ext>
            </a:extLst>
          </p:cNvPr>
          <p:cNvCxnSpPr>
            <a:cxnSpLocks/>
          </p:cNvCxnSpPr>
          <p:nvPr/>
        </p:nvCxnSpPr>
        <p:spPr>
          <a:xfrm flipV="1">
            <a:off x="4903087" y="286475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02E32B8-B977-B621-8525-6B197CD22104}"/>
              </a:ext>
            </a:extLst>
          </p:cNvPr>
          <p:cNvCxnSpPr>
            <a:cxnSpLocks/>
          </p:cNvCxnSpPr>
          <p:nvPr/>
        </p:nvCxnSpPr>
        <p:spPr>
          <a:xfrm flipV="1">
            <a:off x="6382644" y="285791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A91422D-ADA5-45EA-A65B-5EE06153C44E}"/>
              </a:ext>
            </a:extLst>
          </p:cNvPr>
          <p:cNvCxnSpPr>
            <a:cxnSpLocks/>
          </p:cNvCxnSpPr>
          <p:nvPr/>
        </p:nvCxnSpPr>
        <p:spPr>
          <a:xfrm flipV="1">
            <a:off x="7865816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70B9BB9-5619-BB19-2658-99B07D1A136A}"/>
              </a:ext>
            </a:extLst>
          </p:cNvPr>
          <p:cNvCxnSpPr>
            <a:cxnSpLocks/>
          </p:cNvCxnSpPr>
          <p:nvPr/>
        </p:nvCxnSpPr>
        <p:spPr>
          <a:xfrm flipV="1">
            <a:off x="9352442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9B403EC6-ECE3-14E1-371A-48EAA144F96A}"/>
              </a:ext>
            </a:extLst>
          </p:cNvPr>
          <p:cNvSpPr/>
          <p:nvPr/>
        </p:nvSpPr>
        <p:spPr>
          <a:xfrm>
            <a:off x="3301878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9AFF94C-ED1A-D4EB-7604-2F2239982B30}"/>
              </a:ext>
            </a:extLst>
          </p:cNvPr>
          <p:cNvSpPr/>
          <p:nvPr/>
        </p:nvSpPr>
        <p:spPr>
          <a:xfrm>
            <a:off x="4781435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23390EE-ED18-F5BA-8879-5D7CF27CC423}"/>
              </a:ext>
            </a:extLst>
          </p:cNvPr>
          <p:cNvSpPr/>
          <p:nvPr/>
        </p:nvSpPr>
        <p:spPr>
          <a:xfrm>
            <a:off x="6260992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ED034AC-938B-21D2-E20D-609B324FB9FE}"/>
              </a:ext>
            </a:extLst>
          </p:cNvPr>
          <p:cNvSpPr/>
          <p:nvPr/>
        </p:nvSpPr>
        <p:spPr>
          <a:xfrm>
            <a:off x="9220106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15B8D8C-3F4C-67A0-28C2-53FF25705111}"/>
              </a:ext>
            </a:extLst>
          </p:cNvPr>
          <p:cNvSpPr/>
          <p:nvPr/>
        </p:nvSpPr>
        <p:spPr>
          <a:xfrm>
            <a:off x="7740549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4C029AB-7D1A-67F7-06B6-4E3413FC97C2}"/>
              </a:ext>
            </a:extLst>
          </p:cNvPr>
          <p:cNvSpPr txBox="1"/>
          <p:nvPr/>
        </p:nvSpPr>
        <p:spPr>
          <a:xfrm>
            <a:off x="1398354" y="384069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1B89787-7AFC-1189-5F37-1D676AFEAB1F}"/>
              </a:ext>
            </a:extLst>
          </p:cNvPr>
          <p:cNvSpPr txBox="1"/>
          <p:nvPr/>
        </p:nvSpPr>
        <p:spPr>
          <a:xfrm>
            <a:off x="0" y="292983"/>
            <a:ext cx="4506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Feed Forward Network (FFN)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22D0BBB-9265-EAF3-8CDF-8D96E8C666E6}"/>
                  </a:ext>
                </a:extLst>
              </p:cNvPr>
              <p:cNvSpPr txBox="1"/>
              <p:nvPr/>
            </p:nvSpPr>
            <p:spPr>
              <a:xfrm>
                <a:off x="86513" y="866310"/>
                <a:ext cx="5795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𝐹𝐹𝑁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22D0BBB-9265-EAF3-8CDF-8D96E8C66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3" y="866310"/>
                <a:ext cx="5795500" cy="523220"/>
              </a:xfrm>
              <a:prstGeom prst="rect">
                <a:avLst/>
              </a:prstGeom>
              <a:blipFill>
                <a:blip r:embed="rId7"/>
                <a:stretch>
                  <a:fillRect l="-218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B2F09B-D1E5-3DAC-06AC-9A2D16094B98}"/>
                  </a:ext>
                </a:extLst>
              </p:cNvPr>
              <p:cNvSpPr txBox="1"/>
              <p:nvPr/>
            </p:nvSpPr>
            <p:spPr>
              <a:xfrm>
                <a:off x="8595437" y="180161"/>
                <a:ext cx="1984011" cy="1658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</m:e>
                          </m:eqAr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B2F09B-D1E5-3DAC-06AC-9A2D16094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437" y="180161"/>
                <a:ext cx="1984011" cy="1658916"/>
              </a:xfrm>
              <a:prstGeom prst="rect">
                <a:avLst/>
              </a:prstGeom>
              <a:blipFill>
                <a:blip r:embed="rId8"/>
                <a:stretch>
                  <a:fillRect b="-6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ABA9CB1-5C0F-5460-B99E-93841ED09D2C}"/>
              </a:ext>
            </a:extLst>
          </p:cNvPr>
          <p:cNvSpPr/>
          <p:nvPr/>
        </p:nvSpPr>
        <p:spPr>
          <a:xfrm rot="5400000">
            <a:off x="9526919" y="-153761"/>
            <a:ext cx="105580" cy="127752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28F6F-BDEB-A5C2-2501-363F732F3BD5}"/>
              </a:ext>
            </a:extLst>
          </p:cNvPr>
          <p:cNvSpPr/>
          <p:nvPr/>
        </p:nvSpPr>
        <p:spPr>
          <a:xfrm rot="5400000">
            <a:off x="9526919" y="18031"/>
            <a:ext cx="105580" cy="127752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0F4867-617E-95B6-E4AA-414BD969E6FA}"/>
              </a:ext>
            </a:extLst>
          </p:cNvPr>
          <p:cNvSpPr/>
          <p:nvPr/>
        </p:nvSpPr>
        <p:spPr>
          <a:xfrm rot="5400000">
            <a:off x="9526919" y="195371"/>
            <a:ext cx="105580" cy="127752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36DDE4-B7FA-DBA8-2C93-F2E20F9EF6AF}"/>
              </a:ext>
            </a:extLst>
          </p:cNvPr>
          <p:cNvSpPr/>
          <p:nvPr/>
        </p:nvSpPr>
        <p:spPr>
          <a:xfrm rot="5400000">
            <a:off x="9526919" y="842561"/>
            <a:ext cx="105580" cy="127752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D31E3F-8BF5-B016-3EEA-DCA32683579B}"/>
              </a:ext>
            </a:extLst>
          </p:cNvPr>
          <p:cNvSpPr/>
          <p:nvPr/>
        </p:nvSpPr>
        <p:spPr>
          <a:xfrm rot="5400000">
            <a:off x="9526919" y="997785"/>
            <a:ext cx="105580" cy="127752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2E075E-1FB6-F8B2-F0AB-9359DD9AF5E5}"/>
                  </a:ext>
                </a:extLst>
              </p:cNvPr>
              <p:cNvSpPr txBox="1"/>
              <p:nvPr/>
            </p:nvSpPr>
            <p:spPr>
              <a:xfrm>
                <a:off x="9402668" y="1620056"/>
                <a:ext cx="5205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2E075E-1FB6-F8B2-F0AB-9359DD9AF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668" y="1620056"/>
                <a:ext cx="52052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BE0A9-138C-559A-7F85-E39CC7A2D4FE}"/>
                  </a:ext>
                </a:extLst>
              </p:cNvPr>
              <p:cNvSpPr txBox="1"/>
              <p:nvPr/>
            </p:nvSpPr>
            <p:spPr>
              <a:xfrm>
                <a:off x="9767932" y="206312"/>
                <a:ext cx="1984011" cy="1658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BE0A9-138C-559A-7F85-E39CC7A2D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932" y="206312"/>
                <a:ext cx="1984011" cy="16589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EAFCF-A435-0748-4BDD-7FCC408D3D29}"/>
                  </a:ext>
                </a:extLst>
              </p:cNvPr>
              <p:cNvSpPr txBox="1"/>
              <p:nvPr/>
            </p:nvSpPr>
            <p:spPr>
              <a:xfrm>
                <a:off x="9451637" y="978055"/>
                <a:ext cx="2561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EAFCF-A435-0748-4BDD-7FCC408D3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637" y="978055"/>
                <a:ext cx="25614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42CAAFEF-1CEC-5F87-8AF1-5D8A5A77D9E0}"/>
              </a:ext>
            </a:extLst>
          </p:cNvPr>
          <p:cNvSpPr/>
          <p:nvPr/>
        </p:nvSpPr>
        <p:spPr>
          <a:xfrm>
            <a:off x="10689203" y="419794"/>
            <a:ext cx="132336" cy="12695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EC53AC-81F3-AEA9-A333-F98E003BA2DE}"/>
                  </a:ext>
                </a:extLst>
              </p:cNvPr>
              <p:cNvSpPr txBox="1"/>
              <p:nvPr/>
            </p:nvSpPr>
            <p:spPr>
              <a:xfrm>
                <a:off x="10605890" y="1620056"/>
                <a:ext cx="3190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EC53AC-81F3-AEA9-A333-F98E003BA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890" y="1620056"/>
                <a:ext cx="3190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C63AAE-A115-973E-0669-5BCCA5039543}"/>
                  </a:ext>
                </a:extLst>
              </p:cNvPr>
              <p:cNvSpPr txBox="1"/>
              <p:nvPr/>
            </p:nvSpPr>
            <p:spPr>
              <a:xfrm>
                <a:off x="8033233" y="851104"/>
                <a:ext cx="6886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ReLU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C63AAE-A115-973E-0669-5BCCA5039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233" y="851104"/>
                <a:ext cx="68861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F250D2-0905-8E75-8257-AA9A33286DA0}"/>
                  </a:ext>
                </a:extLst>
              </p:cNvPr>
              <p:cNvSpPr txBox="1"/>
              <p:nvPr/>
            </p:nvSpPr>
            <p:spPr>
              <a:xfrm>
                <a:off x="6096000" y="450200"/>
                <a:ext cx="1984011" cy="1208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/>
                            <m:e/>
                            <m:e/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F250D2-0905-8E75-8257-AA9A33286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0200"/>
                <a:ext cx="1984011" cy="1208729"/>
              </a:xfrm>
              <a:prstGeom prst="rect">
                <a:avLst/>
              </a:prstGeom>
              <a:blipFill>
                <a:blip r:embed="rId14"/>
                <a:stretch>
                  <a:fillRect t="-12500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BA7CB687-4784-4382-EE01-769F7970EC59}"/>
              </a:ext>
            </a:extLst>
          </p:cNvPr>
          <p:cNvSpPr/>
          <p:nvPr/>
        </p:nvSpPr>
        <p:spPr>
          <a:xfrm>
            <a:off x="6413982" y="586566"/>
            <a:ext cx="111681" cy="94754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C67469-A26F-15F4-66D8-D0419AE63B1B}"/>
              </a:ext>
            </a:extLst>
          </p:cNvPr>
          <p:cNvSpPr/>
          <p:nvPr/>
        </p:nvSpPr>
        <p:spPr>
          <a:xfrm>
            <a:off x="6585815" y="586566"/>
            <a:ext cx="111681" cy="94754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19C0F3-13DD-82AA-819C-77C029F8F496}"/>
              </a:ext>
            </a:extLst>
          </p:cNvPr>
          <p:cNvSpPr/>
          <p:nvPr/>
        </p:nvSpPr>
        <p:spPr>
          <a:xfrm>
            <a:off x="6757648" y="586566"/>
            <a:ext cx="111681" cy="94754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6C9D4C-40E3-02EB-26E3-55F12CA7390A}"/>
              </a:ext>
            </a:extLst>
          </p:cNvPr>
          <p:cNvSpPr/>
          <p:nvPr/>
        </p:nvSpPr>
        <p:spPr>
          <a:xfrm>
            <a:off x="7529456" y="590374"/>
            <a:ext cx="111681" cy="94754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005C2F-642B-585D-6521-8936CD564427}"/>
              </a:ext>
            </a:extLst>
          </p:cNvPr>
          <p:cNvSpPr/>
          <p:nvPr/>
        </p:nvSpPr>
        <p:spPr>
          <a:xfrm>
            <a:off x="7701289" y="590374"/>
            <a:ext cx="111681" cy="94754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0CCA84-3DB8-915C-B2CE-C3513BB3206F}"/>
                  </a:ext>
                </a:extLst>
              </p:cNvPr>
              <p:cNvSpPr txBox="1"/>
              <p:nvPr/>
            </p:nvSpPr>
            <p:spPr>
              <a:xfrm rot="16200000">
                <a:off x="7071116" y="879480"/>
                <a:ext cx="2561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0CCA84-3DB8-915C-B2CE-C3513BB32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071116" y="879480"/>
                <a:ext cx="25614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300AABE-E3DE-6DE2-C485-F6D5302C9718}"/>
                  </a:ext>
                </a:extLst>
              </p:cNvPr>
              <p:cNvSpPr txBox="1"/>
              <p:nvPr/>
            </p:nvSpPr>
            <p:spPr>
              <a:xfrm>
                <a:off x="6948098" y="1660417"/>
                <a:ext cx="5205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300AABE-E3DE-6DE2-C485-F6D5302C9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098" y="1660417"/>
                <a:ext cx="52052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120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10" grpId="0"/>
      <p:bldP spid="11" grpId="0"/>
      <p:bldP spid="14" grpId="0"/>
      <p:bldP spid="17" grpId="0" animBg="1"/>
      <p:bldP spid="19" grpId="0"/>
      <p:bldP spid="39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B019ECA-1C06-F1C6-63D6-54D4191CB4BA}"/>
              </a:ext>
            </a:extLst>
          </p:cNvPr>
          <p:cNvSpPr/>
          <p:nvPr/>
        </p:nvSpPr>
        <p:spPr>
          <a:xfrm>
            <a:off x="2732570" y="3019646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DA03C55-4E83-3CEA-977F-EB298627D6CB}"/>
              </a:ext>
            </a:extLst>
          </p:cNvPr>
          <p:cNvSpPr/>
          <p:nvPr/>
        </p:nvSpPr>
        <p:spPr>
          <a:xfrm>
            <a:off x="2867126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E3ED5BF-B66D-8367-8DF6-18068014C9B8}"/>
              </a:ext>
            </a:extLst>
          </p:cNvPr>
          <p:cNvSpPr/>
          <p:nvPr/>
        </p:nvSpPr>
        <p:spPr>
          <a:xfrm>
            <a:off x="4341510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A82503B-04D4-4B09-E85F-4079645754AD}"/>
              </a:ext>
            </a:extLst>
          </p:cNvPr>
          <p:cNvSpPr/>
          <p:nvPr/>
        </p:nvSpPr>
        <p:spPr>
          <a:xfrm>
            <a:off x="5825295" y="321725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34BE7D8-AB99-A704-95D4-810EEF2C9AC4}"/>
              </a:ext>
            </a:extLst>
          </p:cNvPr>
          <p:cNvSpPr/>
          <p:nvPr/>
        </p:nvSpPr>
        <p:spPr>
          <a:xfrm>
            <a:off x="7302668" y="321725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4D3DD4D-8329-EDA3-3CF3-FE861F8BBBCF}"/>
              </a:ext>
            </a:extLst>
          </p:cNvPr>
          <p:cNvSpPr/>
          <p:nvPr/>
        </p:nvSpPr>
        <p:spPr>
          <a:xfrm>
            <a:off x="8779228" y="3224102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7C4518D-2609-7D47-2A04-A753EB898F3D}"/>
              </a:ext>
            </a:extLst>
          </p:cNvPr>
          <p:cNvSpPr/>
          <p:nvPr/>
        </p:nvSpPr>
        <p:spPr>
          <a:xfrm>
            <a:off x="2867126" y="4229949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F67A3B-36D4-0887-2D49-720AE689EF8F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E97DAB6-EB25-CA39-2207-483F772F1047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2EB1E81-EC9A-76C7-1D01-9E33A4008FB3}"/>
              </a:ext>
            </a:extLst>
          </p:cNvPr>
          <p:cNvCxnSpPr>
            <a:cxnSpLocks/>
          </p:cNvCxnSpPr>
          <p:nvPr/>
        </p:nvCxnSpPr>
        <p:spPr>
          <a:xfrm flipV="1">
            <a:off x="6382644" y="473924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CDF935-8D59-5523-1501-1FC956487D71}"/>
              </a:ext>
            </a:extLst>
          </p:cNvPr>
          <p:cNvCxnSpPr>
            <a:cxnSpLocks/>
          </p:cNvCxnSpPr>
          <p:nvPr/>
        </p:nvCxnSpPr>
        <p:spPr>
          <a:xfrm flipV="1">
            <a:off x="7862201" y="473924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742051F-86A0-BE99-45FC-FB9830779F33}"/>
              </a:ext>
            </a:extLst>
          </p:cNvPr>
          <p:cNvCxnSpPr>
            <a:cxnSpLocks/>
          </p:cNvCxnSpPr>
          <p:nvPr/>
        </p:nvCxnSpPr>
        <p:spPr>
          <a:xfrm flipV="1">
            <a:off x="9341757" y="475013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CC7EA13-8872-6583-6FB2-5CA1700E422A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38637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C45C0A-6A63-E815-F020-CE7D3EA9A2EF}"/>
              </a:ext>
            </a:extLst>
          </p:cNvPr>
          <p:cNvCxnSpPr>
            <a:cxnSpLocks/>
          </p:cNvCxnSpPr>
          <p:nvPr/>
        </p:nvCxnSpPr>
        <p:spPr>
          <a:xfrm flipV="1">
            <a:off x="4903087" y="3870606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4E6600B-486B-B48D-F615-DB3A248AD4E8}"/>
              </a:ext>
            </a:extLst>
          </p:cNvPr>
          <p:cNvCxnSpPr>
            <a:cxnSpLocks/>
          </p:cNvCxnSpPr>
          <p:nvPr/>
        </p:nvCxnSpPr>
        <p:spPr>
          <a:xfrm flipV="1">
            <a:off x="6382644" y="3863758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670C66E-D64F-823D-3C76-9E01B831E908}"/>
              </a:ext>
            </a:extLst>
          </p:cNvPr>
          <p:cNvCxnSpPr>
            <a:cxnSpLocks/>
          </p:cNvCxnSpPr>
          <p:nvPr/>
        </p:nvCxnSpPr>
        <p:spPr>
          <a:xfrm flipV="1">
            <a:off x="7865816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D548976-ECF7-AA6F-8BE9-40B763AEEA18}"/>
              </a:ext>
            </a:extLst>
          </p:cNvPr>
          <p:cNvCxnSpPr>
            <a:cxnSpLocks/>
          </p:cNvCxnSpPr>
          <p:nvPr/>
        </p:nvCxnSpPr>
        <p:spPr>
          <a:xfrm flipV="1">
            <a:off x="9352442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2C83A28-782E-927C-F031-FF7EB1F5EB69}"/>
              </a:ext>
            </a:extLst>
          </p:cNvPr>
          <p:cNvCxnSpPr>
            <a:cxnSpLocks/>
          </p:cNvCxnSpPr>
          <p:nvPr/>
        </p:nvCxnSpPr>
        <p:spPr>
          <a:xfrm flipV="1">
            <a:off x="3424474" y="2857913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D85616F-3061-B2F6-9133-8C6AA0C7D60F}"/>
              </a:ext>
            </a:extLst>
          </p:cNvPr>
          <p:cNvCxnSpPr>
            <a:cxnSpLocks/>
          </p:cNvCxnSpPr>
          <p:nvPr/>
        </p:nvCxnSpPr>
        <p:spPr>
          <a:xfrm flipV="1">
            <a:off x="4903087" y="286475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4FDC4EB-0C2B-AFDC-7BD8-AA07A3D291C8}"/>
              </a:ext>
            </a:extLst>
          </p:cNvPr>
          <p:cNvCxnSpPr>
            <a:cxnSpLocks/>
          </p:cNvCxnSpPr>
          <p:nvPr/>
        </p:nvCxnSpPr>
        <p:spPr>
          <a:xfrm flipV="1">
            <a:off x="6382644" y="285791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688C822-C828-8ED2-E73F-3F5AC468A5C1}"/>
              </a:ext>
            </a:extLst>
          </p:cNvPr>
          <p:cNvCxnSpPr>
            <a:cxnSpLocks/>
          </p:cNvCxnSpPr>
          <p:nvPr/>
        </p:nvCxnSpPr>
        <p:spPr>
          <a:xfrm flipV="1">
            <a:off x="7865816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E9F1FEF-C8D6-1710-B833-E121A10B007D}"/>
              </a:ext>
            </a:extLst>
          </p:cNvPr>
          <p:cNvCxnSpPr>
            <a:cxnSpLocks/>
          </p:cNvCxnSpPr>
          <p:nvPr/>
        </p:nvCxnSpPr>
        <p:spPr>
          <a:xfrm flipV="1">
            <a:off x="9352442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A9F2A1D7-72E2-DFC4-2352-47168D498898}"/>
              </a:ext>
            </a:extLst>
          </p:cNvPr>
          <p:cNvSpPr/>
          <p:nvPr/>
        </p:nvSpPr>
        <p:spPr>
          <a:xfrm>
            <a:off x="3301878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0375FC0-6740-0CD4-52D1-E457779DEDBA}"/>
              </a:ext>
            </a:extLst>
          </p:cNvPr>
          <p:cNvSpPr/>
          <p:nvPr/>
        </p:nvSpPr>
        <p:spPr>
          <a:xfrm>
            <a:off x="4781435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45F4200-8D7E-574C-AFF1-0654322C80E2}"/>
              </a:ext>
            </a:extLst>
          </p:cNvPr>
          <p:cNvSpPr/>
          <p:nvPr/>
        </p:nvSpPr>
        <p:spPr>
          <a:xfrm>
            <a:off x="6260992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2230310-E20F-82CA-DF58-B6EFE4B7460E}"/>
              </a:ext>
            </a:extLst>
          </p:cNvPr>
          <p:cNvSpPr/>
          <p:nvPr/>
        </p:nvSpPr>
        <p:spPr>
          <a:xfrm>
            <a:off x="9220106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22E472C-E5E8-FEF0-EA0E-2DFAD7C36897}"/>
              </a:ext>
            </a:extLst>
          </p:cNvPr>
          <p:cNvSpPr/>
          <p:nvPr/>
        </p:nvSpPr>
        <p:spPr>
          <a:xfrm>
            <a:off x="7740549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7E058C-0D3A-D083-A8A0-3B1A16A68111}"/>
              </a:ext>
            </a:extLst>
          </p:cNvPr>
          <p:cNvSpPr txBox="1"/>
          <p:nvPr/>
        </p:nvSpPr>
        <p:spPr>
          <a:xfrm>
            <a:off x="1398354" y="384069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5043F8-712D-89CF-519D-F623F27B4DA5}"/>
              </a:ext>
            </a:extLst>
          </p:cNvPr>
          <p:cNvSpPr txBox="1"/>
          <p:nvPr/>
        </p:nvSpPr>
        <p:spPr>
          <a:xfrm>
            <a:off x="4831251" y="4283817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171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7682497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8732645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4371033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5853768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2841830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B019ECA-1C06-F1C6-63D6-54D4191CB4BA}"/>
              </a:ext>
            </a:extLst>
          </p:cNvPr>
          <p:cNvSpPr/>
          <p:nvPr/>
        </p:nvSpPr>
        <p:spPr>
          <a:xfrm>
            <a:off x="2732570" y="3019646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DA03C55-4E83-3CEA-977F-EB298627D6CB}"/>
              </a:ext>
            </a:extLst>
          </p:cNvPr>
          <p:cNvSpPr/>
          <p:nvPr/>
        </p:nvSpPr>
        <p:spPr>
          <a:xfrm>
            <a:off x="2867126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E3ED5BF-B66D-8367-8DF6-18068014C9B8}"/>
              </a:ext>
            </a:extLst>
          </p:cNvPr>
          <p:cNvSpPr/>
          <p:nvPr/>
        </p:nvSpPr>
        <p:spPr>
          <a:xfrm>
            <a:off x="4341510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A82503B-04D4-4B09-E85F-4079645754AD}"/>
              </a:ext>
            </a:extLst>
          </p:cNvPr>
          <p:cNvSpPr/>
          <p:nvPr/>
        </p:nvSpPr>
        <p:spPr>
          <a:xfrm>
            <a:off x="5825295" y="321725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34BE7D8-AB99-A704-95D4-810EEF2C9AC4}"/>
              </a:ext>
            </a:extLst>
          </p:cNvPr>
          <p:cNvSpPr/>
          <p:nvPr/>
        </p:nvSpPr>
        <p:spPr>
          <a:xfrm>
            <a:off x="7302668" y="321725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4D3DD4D-8329-EDA3-3CF3-FE861F8BBBCF}"/>
              </a:ext>
            </a:extLst>
          </p:cNvPr>
          <p:cNvSpPr/>
          <p:nvPr/>
        </p:nvSpPr>
        <p:spPr>
          <a:xfrm>
            <a:off x="8779228" y="3224102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7C4518D-2609-7D47-2A04-A753EB898F3D}"/>
              </a:ext>
            </a:extLst>
          </p:cNvPr>
          <p:cNvSpPr/>
          <p:nvPr/>
        </p:nvSpPr>
        <p:spPr>
          <a:xfrm>
            <a:off x="2867126" y="4229949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F67A3B-36D4-0887-2D49-720AE689EF8F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E97DAB6-EB25-CA39-2207-483F772F1047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2EB1E81-EC9A-76C7-1D01-9E33A4008FB3}"/>
              </a:ext>
            </a:extLst>
          </p:cNvPr>
          <p:cNvCxnSpPr>
            <a:cxnSpLocks/>
          </p:cNvCxnSpPr>
          <p:nvPr/>
        </p:nvCxnSpPr>
        <p:spPr>
          <a:xfrm flipV="1">
            <a:off x="6382644" y="473924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CDF935-8D59-5523-1501-1FC956487D71}"/>
              </a:ext>
            </a:extLst>
          </p:cNvPr>
          <p:cNvCxnSpPr>
            <a:cxnSpLocks/>
          </p:cNvCxnSpPr>
          <p:nvPr/>
        </p:nvCxnSpPr>
        <p:spPr>
          <a:xfrm flipV="1">
            <a:off x="7862201" y="473924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742051F-86A0-BE99-45FC-FB9830779F33}"/>
              </a:ext>
            </a:extLst>
          </p:cNvPr>
          <p:cNvCxnSpPr>
            <a:cxnSpLocks/>
          </p:cNvCxnSpPr>
          <p:nvPr/>
        </p:nvCxnSpPr>
        <p:spPr>
          <a:xfrm flipV="1">
            <a:off x="9341757" y="475013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CC7EA13-8872-6583-6FB2-5CA1700E422A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38637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C45C0A-6A63-E815-F020-CE7D3EA9A2EF}"/>
              </a:ext>
            </a:extLst>
          </p:cNvPr>
          <p:cNvCxnSpPr>
            <a:cxnSpLocks/>
          </p:cNvCxnSpPr>
          <p:nvPr/>
        </p:nvCxnSpPr>
        <p:spPr>
          <a:xfrm flipV="1">
            <a:off x="4903087" y="3870606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4E6600B-486B-B48D-F615-DB3A248AD4E8}"/>
              </a:ext>
            </a:extLst>
          </p:cNvPr>
          <p:cNvCxnSpPr>
            <a:cxnSpLocks/>
          </p:cNvCxnSpPr>
          <p:nvPr/>
        </p:nvCxnSpPr>
        <p:spPr>
          <a:xfrm flipV="1">
            <a:off x="6382644" y="3863758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670C66E-D64F-823D-3C76-9E01B831E908}"/>
              </a:ext>
            </a:extLst>
          </p:cNvPr>
          <p:cNvCxnSpPr>
            <a:cxnSpLocks/>
          </p:cNvCxnSpPr>
          <p:nvPr/>
        </p:nvCxnSpPr>
        <p:spPr>
          <a:xfrm flipV="1">
            <a:off x="7865816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D548976-ECF7-AA6F-8BE9-40B763AEEA18}"/>
              </a:ext>
            </a:extLst>
          </p:cNvPr>
          <p:cNvCxnSpPr>
            <a:cxnSpLocks/>
          </p:cNvCxnSpPr>
          <p:nvPr/>
        </p:nvCxnSpPr>
        <p:spPr>
          <a:xfrm flipV="1">
            <a:off x="9352442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2C83A28-782E-927C-F031-FF7EB1F5EB69}"/>
              </a:ext>
            </a:extLst>
          </p:cNvPr>
          <p:cNvCxnSpPr>
            <a:cxnSpLocks/>
          </p:cNvCxnSpPr>
          <p:nvPr/>
        </p:nvCxnSpPr>
        <p:spPr>
          <a:xfrm flipV="1">
            <a:off x="3424474" y="2857913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D85616F-3061-B2F6-9133-8C6AA0C7D60F}"/>
              </a:ext>
            </a:extLst>
          </p:cNvPr>
          <p:cNvCxnSpPr>
            <a:cxnSpLocks/>
          </p:cNvCxnSpPr>
          <p:nvPr/>
        </p:nvCxnSpPr>
        <p:spPr>
          <a:xfrm flipV="1">
            <a:off x="4903087" y="286475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4FDC4EB-0C2B-AFDC-7BD8-AA07A3D291C8}"/>
              </a:ext>
            </a:extLst>
          </p:cNvPr>
          <p:cNvCxnSpPr>
            <a:cxnSpLocks/>
          </p:cNvCxnSpPr>
          <p:nvPr/>
        </p:nvCxnSpPr>
        <p:spPr>
          <a:xfrm flipV="1">
            <a:off x="6382644" y="285791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688C822-C828-8ED2-E73F-3F5AC468A5C1}"/>
              </a:ext>
            </a:extLst>
          </p:cNvPr>
          <p:cNvCxnSpPr>
            <a:cxnSpLocks/>
          </p:cNvCxnSpPr>
          <p:nvPr/>
        </p:nvCxnSpPr>
        <p:spPr>
          <a:xfrm flipV="1">
            <a:off x="7865816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E9F1FEF-C8D6-1710-B833-E121A10B007D}"/>
              </a:ext>
            </a:extLst>
          </p:cNvPr>
          <p:cNvCxnSpPr>
            <a:cxnSpLocks/>
          </p:cNvCxnSpPr>
          <p:nvPr/>
        </p:nvCxnSpPr>
        <p:spPr>
          <a:xfrm flipV="1">
            <a:off x="9352442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A9F2A1D7-72E2-DFC4-2352-47168D498898}"/>
              </a:ext>
            </a:extLst>
          </p:cNvPr>
          <p:cNvSpPr/>
          <p:nvPr/>
        </p:nvSpPr>
        <p:spPr>
          <a:xfrm>
            <a:off x="3301878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0375FC0-6740-0CD4-52D1-E457779DEDBA}"/>
              </a:ext>
            </a:extLst>
          </p:cNvPr>
          <p:cNvSpPr/>
          <p:nvPr/>
        </p:nvSpPr>
        <p:spPr>
          <a:xfrm>
            <a:off x="4781435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45F4200-8D7E-574C-AFF1-0654322C80E2}"/>
              </a:ext>
            </a:extLst>
          </p:cNvPr>
          <p:cNvSpPr/>
          <p:nvPr/>
        </p:nvSpPr>
        <p:spPr>
          <a:xfrm>
            <a:off x="6260992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2230310-E20F-82CA-DF58-B6EFE4B7460E}"/>
              </a:ext>
            </a:extLst>
          </p:cNvPr>
          <p:cNvSpPr/>
          <p:nvPr/>
        </p:nvSpPr>
        <p:spPr>
          <a:xfrm>
            <a:off x="9220106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22E472C-E5E8-FEF0-EA0E-2DFAD7C36897}"/>
              </a:ext>
            </a:extLst>
          </p:cNvPr>
          <p:cNvSpPr/>
          <p:nvPr/>
        </p:nvSpPr>
        <p:spPr>
          <a:xfrm>
            <a:off x="7740549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7E058C-0D3A-D083-A8A0-3B1A16A68111}"/>
              </a:ext>
            </a:extLst>
          </p:cNvPr>
          <p:cNvSpPr txBox="1"/>
          <p:nvPr/>
        </p:nvSpPr>
        <p:spPr>
          <a:xfrm>
            <a:off x="1398354" y="384069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25C18-29E4-ED3A-CAC9-06BF9B193C42}"/>
              </a:ext>
            </a:extLst>
          </p:cNvPr>
          <p:cNvSpPr txBox="1"/>
          <p:nvPr/>
        </p:nvSpPr>
        <p:spPr>
          <a:xfrm>
            <a:off x="4831251" y="4283817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786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B019ECA-1C06-F1C6-63D6-54D4191CB4BA}"/>
              </a:ext>
            </a:extLst>
          </p:cNvPr>
          <p:cNvSpPr/>
          <p:nvPr/>
        </p:nvSpPr>
        <p:spPr>
          <a:xfrm>
            <a:off x="2732570" y="3019646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DA03C55-4E83-3CEA-977F-EB298627D6CB}"/>
              </a:ext>
            </a:extLst>
          </p:cNvPr>
          <p:cNvSpPr/>
          <p:nvPr/>
        </p:nvSpPr>
        <p:spPr>
          <a:xfrm>
            <a:off x="2867126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E3ED5BF-B66D-8367-8DF6-18068014C9B8}"/>
              </a:ext>
            </a:extLst>
          </p:cNvPr>
          <p:cNvSpPr/>
          <p:nvPr/>
        </p:nvSpPr>
        <p:spPr>
          <a:xfrm>
            <a:off x="4341510" y="321725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A82503B-04D4-4B09-E85F-4079645754AD}"/>
              </a:ext>
            </a:extLst>
          </p:cNvPr>
          <p:cNvSpPr/>
          <p:nvPr/>
        </p:nvSpPr>
        <p:spPr>
          <a:xfrm>
            <a:off x="5825295" y="321725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34BE7D8-AB99-A704-95D4-810EEF2C9AC4}"/>
              </a:ext>
            </a:extLst>
          </p:cNvPr>
          <p:cNvSpPr/>
          <p:nvPr/>
        </p:nvSpPr>
        <p:spPr>
          <a:xfrm>
            <a:off x="7302668" y="321725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4D3DD4D-8329-EDA3-3CF3-FE861F8BBBCF}"/>
              </a:ext>
            </a:extLst>
          </p:cNvPr>
          <p:cNvSpPr/>
          <p:nvPr/>
        </p:nvSpPr>
        <p:spPr>
          <a:xfrm>
            <a:off x="8779228" y="3224102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7C4518D-2609-7D47-2A04-A753EB898F3D}"/>
              </a:ext>
            </a:extLst>
          </p:cNvPr>
          <p:cNvSpPr/>
          <p:nvPr/>
        </p:nvSpPr>
        <p:spPr>
          <a:xfrm>
            <a:off x="2867126" y="4229949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F67A3B-36D4-0887-2D49-720AE689EF8F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E97DAB6-EB25-CA39-2207-483F772F1047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473924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2EB1E81-EC9A-76C7-1D01-9E33A4008FB3}"/>
              </a:ext>
            </a:extLst>
          </p:cNvPr>
          <p:cNvCxnSpPr>
            <a:cxnSpLocks/>
          </p:cNvCxnSpPr>
          <p:nvPr/>
        </p:nvCxnSpPr>
        <p:spPr>
          <a:xfrm flipV="1">
            <a:off x="6382644" y="473924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CDF935-8D59-5523-1501-1FC956487D71}"/>
              </a:ext>
            </a:extLst>
          </p:cNvPr>
          <p:cNvCxnSpPr>
            <a:cxnSpLocks/>
          </p:cNvCxnSpPr>
          <p:nvPr/>
        </p:nvCxnSpPr>
        <p:spPr>
          <a:xfrm flipV="1">
            <a:off x="7862201" y="473924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742051F-86A0-BE99-45FC-FB9830779F33}"/>
              </a:ext>
            </a:extLst>
          </p:cNvPr>
          <p:cNvCxnSpPr>
            <a:cxnSpLocks/>
          </p:cNvCxnSpPr>
          <p:nvPr/>
        </p:nvCxnSpPr>
        <p:spPr>
          <a:xfrm flipV="1">
            <a:off x="9341757" y="475013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CC7EA13-8872-6583-6FB2-5CA1700E422A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38637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C45C0A-6A63-E815-F020-CE7D3EA9A2EF}"/>
              </a:ext>
            </a:extLst>
          </p:cNvPr>
          <p:cNvCxnSpPr>
            <a:cxnSpLocks/>
          </p:cNvCxnSpPr>
          <p:nvPr/>
        </p:nvCxnSpPr>
        <p:spPr>
          <a:xfrm flipV="1">
            <a:off x="4903087" y="3870606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4E6600B-486B-B48D-F615-DB3A248AD4E8}"/>
              </a:ext>
            </a:extLst>
          </p:cNvPr>
          <p:cNvCxnSpPr>
            <a:cxnSpLocks/>
          </p:cNvCxnSpPr>
          <p:nvPr/>
        </p:nvCxnSpPr>
        <p:spPr>
          <a:xfrm flipV="1">
            <a:off x="6382644" y="3863758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670C66E-D64F-823D-3C76-9E01B831E908}"/>
              </a:ext>
            </a:extLst>
          </p:cNvPr>
          <p:cNvCxnSpPr>
            <a:cxnSpLocks/>
          </p:cNvCxnSpPr>
          <p:nvPr/>
        </p:nvCxnSpPr>
        <p:spPr>
          <a:xfrm flipV="1">
            <a:off x="7865816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D548976-ECF7-AA6F-8BE9-40B763AEEA18}"/>
              </a:ext>
            </a:extLst>
          </p:cNvPr>
          <p:cNvCxnSpPr>
            <a:cxnSpLocks/>
          </p:cNvCxnSpPr>
          <p:nvPr/>
        </p:nvCxnSpPr>
        <p:spPr>
          <a:xfrm flipV="1">
            <a:off x="9352442" y="3870607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2C83A28-782E-927C-F031-FF7EB1F5EB69}"/>
              </a:ext>
            </a:extLst>
          </p:cNvPr>
          <p:cNvCxnSpPr>
            <a:cxnSpLocks/>
          </p:cNvCxnSpPr>
          <p:nvPr/>
        </p:nvCxnSpPr>
        <p:spPr>
          <a:xfrm flipV="1">
            <a:off x="3424474" y="2857913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D85616F-3061-B2F6-9133-8C6AA0C7D60F}"/>
              </a:ext>
            </a:extLst>
          </p:cNvPr>
          <p:cNvCxnSpPr>
            <a:cxnSpLocks/>
          </p:cNvCxnSpPr>
          <p:nvPr/>
        </p:nvCxnSpPr>
        <p:spPr>
          <a:xfrm flipV="1">
            <a:off x="4903087" y="286475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4FDC4EB-0C2B-AFDC-7BD8-AA07A3D291C8}"/>
              </a:ext>
            </a:extLst>
          </p:cNvPr>
          <p:cNvCxnSpPr>
            <a:cxnSpLocks/>
          </p:cNvCxnSpPr>
          <p:nvPr/>
        </p:nvCxnSpPr>
        <p:spPr>
          <a:xfrm flipV="1">
            <a:off x="6382644" y="285791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688C822-C828-8ED2-E73F-3F5AC468A5C1}"/>
              </a:ext>
            </a:extLst>
          </p:cNvPr>
          <p:cNvCxnSpPr>
            <a:cxnSpLocks/>
          </p:cNvCxnSpPr>
          <p:nvPr/>
        </p:nvCxnSpPr>
        <p:spPr>
          <a:xfrm flipV="1">
            <a:off x="7865816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E9F1FEF-C8D6-1710-B833-E121A10B007D}"/>
              </a:ext>
            </a:extLst>
          </p:cNvPr>
          <p:cNvCxnSpPr>
            <a:cxnSpLocks/>
          </p:cNvCxnSpPr>
          <p:nvPr/>
        </p:nvCxnSpPr>
        <p:spPr>
          <a:xfrm flipV="1">
            <a:off x="9352442" y="28647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A9F2A1D7-72E2-DFC4-2352-47168D498898}"/>
              </a:ext>
            </a:extLst>
          </p:cNvPr>
          <p:cNvSpPr/>
          <p:nvPr/>
        </p:nvSpPr>
        <p:spPr>
          <a:xfrm>
            <a:off x="3301878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0375FC0-6740-0CD4-52D1-E457779DEDBA}"/>
              </a:ext>
            </a:extLst>
          </p:cNvPr>
          <p:cNvSpPr/>
          <p:nvPr/>
        </p:nvSpPr>
        <p:spPr>
          <a:xfrm>
            <a:off x="4781435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45F4200-8D7E-574C-AFF1-0654322C80E2}"/>
              </a:ext>
            </a:extLst>
          </p:cNvPr>
          <p:cNvSpPr/>
          <p:nvPr/>
        </p:nvSpPr>
        <p:spPr>
          <a:xfrm>
            <a:off x="6260992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2230310-E20F-82CA-DF58-B6EFE4B7460E}"/>
              </a:ext>
            </a:extLst>
          </p:cNvPr>
          <p:cNvSpPr/>
          <p:nvPr/>
        </p:nvSpPr>
        <p:spPr>
          <a:xfrm>
            <a:off x="9220106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22E472C-E5E8-FEF0-EA0E-2DFAD7C36897}"/>
              </a:ext>
            </a:extLst>
          </p:cNvPr>
          <p:cNvSpPr/>
          <p:nvPr/>
        </p:nvSpPr>
        <p:spPr>
          <a:xfrm>
            <a:off x="7740549" y="203608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7E058C-0D3A-D083-A8A0-3B1A16A68111}"/>
              </a:ext>
            </a:extLst>
          </p:cNvPr>
          <p:cNvSpPr txBox="1"/>
          <p:nvPr/>
        </p:nvSpPr>
        <p:spPr>
          <a:xfrm>
            <a:off x="1398354" y="384069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CF358-1CD5-96DB-6510-E35953AFB350}"/>
              </a:ext>
            </a:extLst>
          </p:cNvPr>
          <p:cNvSpPr txBox="1"/>
          <p:nvPr/>
        </p:nvSpPr>
        <p:spPr>
          <a:xfrm>
            <a:off x="699498" y="297992"/>
            <a:ext cx="35860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Positional encoding</a:t>
            </a:r>
            <a:endParaRPr lang="en-US" sz="3200" b="1" dirty="0">
              <a:highlight>
                <a:srgbClr val="FFFFFF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B72146-00BC-0E28-CB7B-E59E033304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86" y="260731"/>
            <a:ext cx="606778" cy="6067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0105F5-024B-6D28-BF78-AE33ACD32587}"/>
              </a:ext>
            </a:extLst>
          </p:cNvPr>
          <p:cNvSpPr txBox="1"/>
          <p:nvPr/>
        </p:nvSpPr>
        <p:spPr>
          <a:xfrm>
            <a:off x="4831251" y="4283817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110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</p:bldLst>
      </p:timing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5F73-B3E9-A454-95F3-3D661A3B2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55D69D37-51FD-5773-7573-BC03A09DC775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FCB418-8F4F-602F-3881-225FA35BC705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B2D40D8-78D9-A94F-B2A7-282852C4B180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56EFE76-6D43-3C63-CB26-5D3F2CFA670D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A840A3BA-91E2-3CD0-0851-42A6F5CE0A80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A840A3BA-91E2-3CD0-0851-42A6F5CE0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TextBox 177">
            <a:extLst>
              <a:ext uri="{FF2B5EF4-FFF2-40B4-BE49-F238E27FC236}">
                <a16:creationId xmlns:a16="http://schemas.microsoft.com/office/drawing/2014/main" id="{440A95F6-5D1E-01E3-5437-F19889557525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13C88D-AB0C-B5B4-F975-37FF096353AB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9E08B89A-1A5F-B64C-0480-43B7B09F8F78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9E08B89A-1A5F-B64C-0480-43B7B09F8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3" name="Rectangle 192">
            <a:extLst>
              <a:ext uri="{FF2B5EF4-FFF2-40B4-BE49-F238E27FC236}">
                <a16:creationId xmlns:a16="http://schemas.microsoft.com/office/drawing/2014/main" id="{BFA95B22-1AE2-900B-CEDA-719303E601A6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BB95BCC5-872F-85F1-D40A-07F26B9887E2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EC9704A-F203-EBC6-B829-D9A402976060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EC9704A-F203-EBC6-B829-D9A402976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Rectangle 207">
            <a:extLst>
              <a:ext uri="{FF2B5EF4-FFF2-40B4-BE49-F238E27FC236}">
                <a16:creationId xmlns:a16="http://schemas.microsoft.com/office/drawing/2014/main" id="{524D04B3-A733-D17B-2E83-266AC0313575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D13C902-B095-D074-6303-9F93112B4022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6FC12C9E-0B7A-F634-FA68-598A88290FEA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6FC12C9E-0B7A-F634-FA68-598A88290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TextBox 222">
            <a:extLst>
              <a:ext uri="{FF2B5EF4-FFF2-40B4-BE49-F238E27FC236}">
                <a16:creationId xmlns:a16="http://schemas.microsoft.com/office/drawing/2014/main" id="{867A32D0-EC15-7AB4-00D0-C532F6266643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D87D5EB-1EA5-FDB1-F11F-86DF748D5F9C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94919B3-1567-FE4B-4582-AE8C8DB91566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94919B3-1567-FE4B-4582-AE8C8DB91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88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3E77-E627-366C-5FEA-7B91B3231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4210C5A-BA5D-6743-64AF-BA1A645CC57A}"/>
              </a:ext>
            </a:extLst>
          </p:cNvPr>
          <p:cNvSpPr/>
          <p:nvPr/>
        </p:nvSpPr>
        <p:spPr>
          <a:xfrm>
            <a:off x="3291194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04F9A2-1B8F-A7B4-8738-497296D872BF}"/>
              </a:ext>
            </a:extLst>
          </p:cNvPr>
          <p:cNvSpPr/>
          <p:nvPr/>
        </p:nvSpPr>
        <p:spPr>
          <a:xfrm>
            <a:off x="4770751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CA1BF0-38D7-12C1-F893-A57193F6FFDA}"/>
              </a:ext>
            </a:extLst>
          </p:cNvPr>
          <p:cNvSpPr/>
          <p:nvPr/>
        </p:nvSpPr>
        <p:spPr>
          <a:xfrm>
            <a:off x="6250308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7F570F-2935-594C-2D5F-4E3A7E89F952}"/>
              </a:ext>
            </a:extLst>
          </p:cNvPr>
          <p:cNvSpPr/>
          <p:nvPr/>
        </p:nvSpPr>
        <p:spPr>
          <a:xfrm>
            <a:off x="9209422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DC44F9-47D6-7E27-71A3-C4E913CA0638}"/>
              </a:ext>
            </a:extLst>
          </p:cNvPr>
          <p:cNvSpPr txBox="1"/>
          <p:nvPr/>
        </p:nvSpPr>
        <p:spPr>
          <a:xfrm>
            <a:off x="1397610" y="52384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7A3C10-BE60-0B9F-2790-7AF6228752E4}"/>
              </a:ext>
            </a:extLst>
          </p:cNvPr>
          <p:cNvSpPr txBox="1"/>
          <p:nvPr/>
        </p:nvSpPr>
        <p:spPr>
          <a:xfrm>
            <a:off x="1406468" y="134870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A9A4BF-AF3B-E404-F163-7B76EC34A4DF}"/>
              </a:ext>
            </a:extLst>
          </p:cNvPr>
          <p:cNvSpPr txBox="1"/>
          <p:nvPr/>
        </p:nvSpPr>
        <p:spPr>
          <a:xfrm>
            <a:off x="3238756" y="133129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E3F8BD-B0C9-BB8C-47B4-14B7D21F9DDE}"/>
              </a:ext>
            </a:extLst>
          </p:cNvPr>
          <p:cNvSpPr txBox="1"/>
          <p:nvPr/>
        </p:nvSpPr>
        <p:spPr>
          <a:xfrm>
            <a:off x="4285562" y="133129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63271A-13A6-C8D4-54D9-FF21AA375ACA}"/>
              </a:ext>
            </a:extLst>
          </p:cNvPr>
          <p:cNvSpPr txBox="1"/>
          <p:nvPr/>
        </p:nvSpPr>
        <p:spPr>
          <a:xfrm>
            <a:off x="5862192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9585E9-0CB6-6547-BDDC-0766879A6585}"/>
              </a:ext>
            </a:extLst>
          </p:cNvPr>
          <p:cNvSpPr txBox="1"/>
          <p:nvPr/>
        </p:nvSpPr>
        <p:spPr>
          <a:xfrm>
            <a:off x="7367685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5C39A9-AB4E-55F0-BCC5-D4F552833544}"/>
              </a:ext>
            </a:extLst>
          </p:cNvPr>
          <p:cNvSpPr txBox="1"/>
          <p:nvPr/>
        </p:nvSpPr>
        <p:spPr>
          <a:xfrm>
            <a:off x="8749374" y="135462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3BEA60-32E4-2AEA-84E3-CA167731C1B0}"/>
              </a:ext>
            </a:extLst>
          </p:cNvPr>
          <p:cNvSpPr/>
          <p:nvPr/>
        </p:nvSpPr>
        <p:spPr>
          <a:xfrm>
            <a:off x="7729865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0553FF-D7FD-5205-70F0-4051388C1231}"/>
                  </a:ext>
                </a:extLst>
              </p:cNvPr>
              <p:cNvSpPr txBox="1"/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0553FF-D7FD-5205-70F0-4051388C1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503B2B3-7F72-909A-2D01-0B51993C2C43}"/>
                  </a:ext>
                </a:extLst>
              </p:cNvPr>
              <p:cNvSpPr txBox="1"/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503B2B3-7F72-909A-2D01-0B51993C2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B795B3-138F-1F9E-DFE6-4CDC81F53268}"/>
                  </a:ext>
                </a:extLst>
              </p:cNvPr>
              <p:cNvSpPr txBox="1"/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B795B3-138F-1F9E-DFE6-4CDC81F53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BF0C9E0-2990-FF29-3817-5B4D5C3C24E1}"/>
                  </a:ext>
                </a:extLst>
              </p:cNvPr>
              <p:cNvSpPr txBox="1"/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BF0C9E0-2990-FF29-3817-5B4D5C3C2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4E68F4F-1A6A-8A16-0E4E-4BA270B86FCC}"/>
                  </a:ext>
                </a:extLst>
              </p:cNvPr>
              <p:cNvSpPr txBox="1"/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4E68F4F-1A6A-8A16-0E4E-4BA270B86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5A44244-8D61-3DEC-901B-43C32D56040D}"/>
              </a:ext>
            </a:extLst>
          </p:cNvPr>
          <p:cNvSpPr/>
          <p:nvPr/>
        </p:nvSpPr>
        <p:spPr>
          <a:xfrm>
            <a:off x="2732570" y="-1826674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B68DDCD-5C80-3F76-D616-19DE04A44608}"/>
              </a:ext>
            </a:extLst>
          </p:cNvPr>
          <p:cNvSpPr/>
          <p:nvPr/>
        </p:nvSpPr>
        <p:spPr>
          <a:xfrm>
            <a:off x="2867126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2EB6772-FD87-D6BB-36A5-05E27EF4409B}"/>
              </a:ext>
            </a:extLst>
          </p:cNvPr>
          <p:cNvSpPr/>
          <p:nvPr/>
        </p:nvSpPr>
        <p:spPr>
          <a:xfrm>
            <a:off x="4341510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42E7A16-CE71-77FB-F293-75AEB1471FC1}"/>
              </a:ext>
            </a:extLst>
          </p:cNvPr>
          <p:cNvSpPr/>
          <p:nvPr/>
        </p:nvSpPr>
        <p:spPr>
          <a:xfrm>
            <a:off x="5825295" y="-162906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3D72EFE-22BF-162B-A610-23C8A186C9ED}"/>
              </a:ext>
            </a:extLst>
          </p:cNvPr>
          <p:cNvSpPr/>
          <p:nvPr/>
        </p:nvSpPr>
        <p:spPr>
          <a:xfrm>
            <a:off x="7302668" y="-162906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214428A-1965-8253-242A-2AC7DEC931FE}"/>
              </a:ext>
            </a:extLst>
          </p:cNvPr>
          <p:cNvSpPr/>
          <p:nvPr/>
        </p:nvSpPr>
        <p:spPr>
          <a:xfrm>
            <a:off x="8779228" y="-1622218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C7F3ADD-FC03-ABD5-3260-E22658B145ED}"/>
              </a:ext>
            </a:extLst>
          </p:cNvPr>
          <p:cNvSpPr/>
          <p:nvPr/>
        </p:nvSpPr>
        <p:spPr>
          <a:xfrm>
            <a:off x="2867126" y="-616371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5E395A1-8637-08D6-50C4-3F72066E0A4C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5164033-215C-EC13-E56F-73431B9655F7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BC8674A-0A33-5D5F-5B62-9A8B3347F10D}"/>
              </a:ext>
            </a:extLst>
          </p:cNvPr>
          <p:cNvCxnSpPr>
            <a:cxnSpLocks/>
          </p:cNvCxnSpPr>
          <p:nvPr/>
        </p:nvCxnSpPr>
        <p:spPr>
          <a:xfrm flipV="1">
            <a:off x="6382644" y="-10708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1BCF07E-1C6C-32EF-EA7C-CA71EF51F4E1}"/>
              </a:ext>
            </a:extLst>
          </p:cNvPr>
          <p:cNvCxnSpPr>
            <a:cxnSpLocks/>
          </p:cNvCxnSpPr>
          <p:nvPr/>
        </p:nvCxnSpPr>
        <p:spPr>
          <a:xfrm flipV="1">
            <a:off x="7862201" y="-10708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4D44293-EA15-A30B-1E2C-05420FA438EB}"/>
              </a:ext>
            </a:extLst>
          </p:cNvPr>
          <p:cNvCxnSpPr>
            <a:cxnSpLocks/>
          </p:cNvCxnSpPr>
          <p:nvPr/>
        </p:nvCxnSpPr>
        <p:spPr>
          <a:xfrm flipV="1">
            <a:off x="9341757" y="-9619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15B34B0-02CB-759A-655A-8FB6755D9210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-9825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611A073-1B56-5A55-1567-BD0A8863545B}"/>
              </a:ext>
            </a:extLst>
          </p:cNvPr>
          <p:cNvCxnSpPr>
            <a:cxnSpLocks/>
          </p:cNvCxnSpPr>
          <p:nvPr/>
        </p:nvCxnSpPr>
        <p:spPr>
          <a:xfrm flipV="1">
            <a:off x="4903087" y="-975714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44BEE23-8D98-7DC0-D0F7-510B1086BDD3}"/>
              </a:ext>
            </a:extLst>
          </p:cNvPr>
          <p:cNvCxnSpPr>
            <a:cxnSpLocks/>
          </p:cNvCxnSpPr>
          <p:nvPr/>
        </p:nvCxnSpPr>
        <p:spPr>
          <a:xfrm flipV="1">
            <a:off x="6382644" y="-982562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DBC98B9-AB0A-9760-2C7A-9BB2FC89831B}"/>
              </a:ext>
            </a:extLst>
          </p:cNvPr>
          <p:cNvCxnSpPr>
            <a:cxnSpLocks/>
          </p:cNvCxnSpPr>
          <p:nvPr/>
        </p:nvCxnSpPr>
        <p:spPr>
          <a:xfrm flipV="1">
            <a:off x="7865816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0B218C8-D16D-8F73-B0AD-B5456454A4C1}"/>
              </a:ext>
            </a:extLst>
          </p:cNvPr>
          <p:cNvCxnSpPr>
            <a:cxnSpLocks/>
          </p:cNvCxnSpPr>
          <p:nvPr/>
        </p:nvCxnSpPr>
        <p:spPr>
          <a:xfrm flipV="1">
            <a:off x="9352442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B62ADDC-C57B-4E9B-3092-E410D49330CD}"/>
              </a:ext>
            </a:extLst>
          </p:cNvPr>
          <p:cNvCxnSpPr>
            <a:cxnSpLocks/>
          </p:cNvCxnSpPr>
          <p:nvPr/>
        </p:nvCxnSpPr>
        <p:spPr>
          <a:xfrm flipV="1">
            <a:off x="3424474" y="-1988407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95ADD7-4658-B1B6-4DF0-F7C72E9CA305}"/>
              </a:ext>
            </a:extLst>
          </p:cNvPr>
          <p:cNvCxnSpPr>
            <a:cxnSpLocks/>
          </p:cNvCxnSpPr>
          <p:nvPr/>
        </p:nvCxnSpPr>
        <p:spPr>
          <a:xfrm flipV="1">
            <a:off x="4903087" y="-198156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7D546AE-08DC-6005-A59B-F77352C5F26F}"/>
              </a:ext>
            </a:extLst>
          </p:cNvPr>
          <p:cNvCxnSpPr>
            <a:cxnSpLocks/>
          </p:cNvCxnSpPr>
          <p:nvPr/>
        </p:nvCxnSpPr>
        <p:spPr>
          <a:xfrm flipV="1">
            <a:off x="6382644" y="-198840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302EB74-81E4-B6A1-C9BE-9AE50C11F0BE}"/>
              </a:ext>
            </a:extLst>
          </p:cNvPr>
          <p:cNvCxnSpPr>
            <a:cxnSpLocks/>
          </p:cNvCxnSpPr>
          <p:nvPr/>
        </p:nvCxnSpPr>
        <p:spPr>
          <a:xfrm flipV="1">
            <a:off x="7865816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E312008-6D14-6704-23C2-7B26B8C80BD9}"/>
              </a:ext>
            </a:extLst>
          </p:cNvPr>
          <p:cNvCxnSpPr>
            <a:cxnSpLocks/>
          </p:cNvCxnSpPr>
          <p:nvPr/>
        </p:nvCxnSpPr>
        <p:spPr>
          <a:xfrm flipV="1">
            <a:off x="9352442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40667139-DBB5-3D14-8A51-E5FCF7BE284C}"/>
              </a:ext>
            </a:extLst>
          </p:cNvPr>
          <p:cNvSpPr/>
          <p:nvPr/>
        </p:nvSpPr>
        <p:spPr>
          <a:xfrm>
            <a:off x="3301878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B074ECF-C97D-8773-3D22-12847F819D98}"/>
              </a:ext>
            </a:extLst>
          </p:cNvPr>
          <p:cNvSpPr/>
          <p:nvPr/>
        </p:nvSpPr>
        <p:spPr>
          <a:xfrm>
            <a:off x="4781435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E8C2ADE-5500-2549-F6B4-204335D72000}"/>
              </a:ext>
            </a:extLst>
          </p:cNvPr>
          <p:cNvSpPr/>
          <p:nvPr/>
        </p:nvSpPr>
        <p:spPr>
          <a:xfrm>
            <a:off x="6260992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86F51E3-A110-EF23-BE4A-14CD2DD57B8C}"/>
              </a:ext>
            </a:extLst>
          </p:cNvPr>
          <p:cNvSpPr/>
          <p:nvPr/>
        </p:nvSpPr>
        <p:spPr>
          <a:xfrm>
            <a:off x="9220106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BB597A7-B814-4938-105E-72F6F51DC882}"/>
              </a:ext>
            </a:extLst>
          </p:cNvPr>
          <p:cNvSpPr/>
          <p:nvPr/>
        </p:nvSpPr>
        <p:spPr>
          <a:xfrm>
            <a:off x="7740549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C19912-95B2-A6B8-E92C-A4D3EA22CD2C}"/>
              </a:ext>
            </a:extLst>
          </p:cNvPr>
          <p:cNvSpPr txBox="1"/>
          <p:nvPr/>
        </p:nvSpPr>
        <p:spPr>
          <a:xfrm>
            <a:off x="1398354" y="-100563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E23D1-D9C5-9574-05A6-6E5E2AD217E6}"/>
              </a:ext>
            </a:extLst>
          </p:cNvPr>
          <p:cNvSpPr txBox="1"/>
          <p:nvPr/>
        </p:nvSpPr>
        <p:spPr>
          <a:xfrm>
            <a:off x="4831251" y="-562503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099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85AD-CD9A-2B42-C308-AF9B3337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245357A-9F53-627E-2B94-6073FE401072}"/>
              </a:ext>
            </a:extLst>
          </p:cNvPr>
          <p:cNvSpPr/>
          <p:nvPr/>
        </p:nvSpPr>
        <p:spPr>
          <a:xfrm>
            <a:off x="3291194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70433B-58B4-4097-A142-ED91A684C86A}"/>
              </a:ext>
            </a:extLst>
          </p:cNvPr>
          <p:cNvSpPr/>
          <p:nvPr/>
        </p:nvSpPr>
        <p:spPr>
          <a:xfrm>
            <a:off x="4770751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2D64C0-8678-CB22-448B-F1F3E3CE6DE1}"/>
              </a:ext>
            </a:extLst>
          </p:cNvPr>
          <p:cNvSpPr/>
          <p:nvPr/>
        </p:nvSpPr>
        <p:spPr>
          <a:xfrm>
            <a:off x="6250308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0D0DC6-C85B-C39C-7A23-034D2F8D1823}"/>
              </a:ext>
            </a:extLst>
          </p:cNvPr>
          <p:cNvSpPr/>
          <p:nvPr/>
        </p:nvSpPr>
        <p:spPr>
          <a:xfrm>
            <a:off x="9209422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18A5A9-C539-1063-2008-C5790AC5A131}"/>
              </a:ext>
            </a:extLst>
          </p:cNvPr>
          <p:cNvSpPr txBox="1"/>
          <p:nvPr/>
        </p:nvSpPr>
        <p:spPr>
          <a:xfrm>
            <a:off x="1397610" y="52384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D190FA-0B67-9AD3-5421-F44836D0BB41}"/>
              </a:ext>
            </a:extLst>
          </p:cNvPr>
          <p:cNvSpPr txBox="1"/>
          <p:nvPr/>
        </p:nvSpPr>
        <p:spPr>
          <a:xfrm>
            <a:off x="1406468" y="134870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A25FAB-5066-1AD5-1073-5949AF326FEC}"/>
              </a:ext>
            </a:extLst>
          </p:cNvPr>
          <p:cNvSpPr txBox="1"/>
          <p:nvPr/>
        </p:nvSpPr>
        <p:spPr>
          <a:xfrm>
            <a:off x="3238756" y="133129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9EF8D6-E506-EEAC-73B0-6BD8A0B186B9}"/>
              </a:ext>
            </a:extLst>
          </p:cNvPr>
          <p:cNvSpPr txBox="1"/>
          <p:nvPr/>
        </p:nvSpPr>
        <p:spPr>
          <a:xfrm>
            <a:off x="4285562" y="133129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8AFE2A-60A2-EA70-0391-1B114F8E1756}"/>
              </a:ext>
            </a:extLst>
          </p:cNvPr>
          <p:cNvSpPr txBox="1"/>
          <p:nvPr/>
        </p:nvSpPr>
        <p:spPr>
          <a:xfrm>
            <a:off x="5862192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666882-2FBB-09B0-94A4-F10C7FBBE23B}"/>
              </a:ext>
            </a:extLst>
          </p:cNvPr>
          <p:cNvSpPr txBox="1"/>
          <p:nvPr/>
        </p:nvSpPr>
        <p:spPr>
          <a:xfrm>
            <a:off x="7367685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A8848-73F4-60AD-8B58-B7316BC0706E}"/>
              </a:ext>
            </a:extLst>
          </p:cNvPr>
          <p:cNvSpPr txBox="1"/>
          <p:nvPr/>
        </p:nvSpPr>
        <p:spPr>
          <a:xfrm>
            <a:off x="8749374" y="135462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F1538B-F723-7FB2-0365-ECDAAEA3A250}"/>
              </a:ext>
            </a:extLst>
          </p:cNvPr>
          <p:cNvSpPr/>
          <p:nvPr/>
        </p:nvSpPr>
        <p:spPr>
          <a:xfrm>
            <a:off x="7729865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0078EF-DEE9-DEA9-C699-321F4B547D2F}"/>
                  </a:ext>
                </a:extLst>
              </p:cNvPr>
              <p:cNvSpPr txBox="1"/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0078EF-DEE9-DEA9-C699-321F4B547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00EDFF-BF5C-2818-1FEA-7F3C8C47C641}"/>
                  </a:ext>
                </a:extLst>
              </p:cNvPr>
              <p:cNvSpPr txBox="1"/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00EDFF-BF5C-2818-1FEA-7F3C8C47C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4DA87B6-9375-FFD4-465E-39EB88EE45CB}"/>
                  </a:ext>
                </a:extLst>
              </p:cNvPr>
              <p:cNvSpPr txBox="1"/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4DA87B6-9375-FFD4-465E-39EB88EE4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F0F9E8D-F92B-9B99-DFA5-9ADFA5DC3E22}"/>
                  </a:ext>
                </a:extLst>
              </p:cNvPr>
              <p:cNvSpPr txBox="1"/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F0F9E8D-F92B-9B99-DFA5-9ADFA5DC3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AF15BE2-B39E-77C0-55CD-B0AF70A60083}"/>
                  </a:ext>
                </a:extLst>
              </p:cNvPr>
              <p:cNvSpPr txBox="1"/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AF15BE2-B39E-77C0-55CD-B0AF70A60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E83AC21-5DA2-64A7-CC39-6F4784F0FD67}"/>
              </a:ext>
            </a:extLst>
          </p:cNvPr>
          <p:cNvSpPr/>
          <p:nvPr/>
        </p:nvSpPr>
        <p:spPr>
          <a:xfrm>
            <a:off x="2732570" y="-1826674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7590C4F-46B8-63FB-08A6-CD18E6E81F57}"/>
              </a:ext>
            </a:extLst>
          </p:cNvPr>
          <p:cNvSpPr/>
          <p:nvPr/>
        </p:nvSpPr>
        <p:spPr>
          <a:xfrm>
            <a:off x="2867126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92373A1-2F8E-EBF0-BA11-B5D1DA8C13D6}"/>
              </a:ext>
            </a:extLst>
          </p:cNvPr>
          <p:cNvSpPr/>
          <p:nvPr/>
        </p:nvSpPr>
        <p:spPr>
          <a:xfrm>
            <a:off x="4341510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DB4B93F-FD87-F08F-E983-B0B9777AA294}"/>
              </a:ext>
            </a:extLst>
          </p:cNvPr>
          <p:cNvSpPr/>
          <p:nvPr/>
        </p:nvSpPr>
        <p:spPr>
          <a:xfrm>
            <a:off x="5825295" y="-162906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AF238C4D-571A-F3AE-98AA-99F3BCA77820}"/>
              </a:ext>
            </a:extLst>
          </p:cNvPr>
          <p:cNvSpPr/>
          <p:nvPr/>
        </p:nvSpPr>
        <p:spPr>
          <a:xfrm>
            <a:off x="7302668" y="-162906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ADF7DE0-913C-19FC-D06E-21D3E8C07F81}"/>
              </a:ext>
            </a:extLst>
          </p:cNvPr>
          <p:cNvSpPr/>
          <p:nvPr/>
        </p:nvSpPr>
        <p:spPr>
          <a:xfrm>
            <a:off x="8779228" y="-1622218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1F09BEA-9191-F073-6454-4CCA3010B237}"/>
              </a:ext>
            </a:extLst>
          </p:cNvPr>
          <p:cNvSpPr/>
          <p:nvPr/>
        </p:nvSpPr>
        <p:spPr>
          <a:xfrm>
            <a:off x="2867126" y="-616371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B7EE25C-5A67-9B28-12A7-D92186D5784B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82507FA-F6AB-77FC-19C0-ABA67710DE0B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72E9696-D71E-19DC-EEBF-8A40571DB4B9}"/>
              </a:ext>
            </a:extLst>
          </p:cNvPr>
          <p:cNvCxnSpPr>
            <a:cxnSpLocks/>
          </p:cNvCxnSpPr>
          <p:nvPr/>
        </p:nvCxnSpPr>
        <p:spPr>
          <a:xfrm flipV="1">
            <a:off x="6382644" y="-10708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E144349-55D3-034C-29F2-EF2D53FB0487}"/>
              </a:ext>
            </a:extLst>
          </p:cNvPr>
          <p:cNvCxnSpPr>
            <a:cxnSpLocks/>
          </p:cNvCxnSpPr>
          <p:nvPr/>
        </p:nvCxnSpPr>
        <p:spPr>
          <a:xfrm flipV="1">
            <a:off x="7862201" y="-10708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B00CF37-0391-BE98-8F20-73A24094170E}"/>
              </a:ext>
            </a:extLst>
          </p:cNvPr>
          <p:cNvCxnSpPr>
            <a:cxnSpLocks/>
          </p:cNvCxnSpPr>
          <p:nvPr/>
        </p:nvCxnSpPr>
        <p:spPr>
          <a:xfrm flipV="1">
            <a:off x="9341757" y="-9619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2F8566F-10C0-60E0-63CD-D8F044A9509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-9825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9EA63D1-1D05-8E39-A7B6-61A9E2E75871}"/>
              </a:ext>
            </a:extLst>
          </p:cNvPr>
          <p:cNvCxnSpPr>
            <a:cxnSpLocks/>
          </p:cNvCxnSpPr>
          <p:nvPr/>
        </p:nvCxnSpPr>
        <p:spPr>
          <a:xfrm flipV="1">
            <a:off x="4903087" y="-975714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7D3F180-880C-E5C5-2EA9-C9A1AA91D824}"/>
              </a:ext>
            </a:extLst>
          </p:cNvPr>
          <p:cNvCxnSpPr>
            <a:cxnSpLocks/>
          </p:cNvCxnSpPr>
          <p:nvPr/>
        </p:nvCxnSpPr>
        <p:spPr>
          <a:xfrm flipV="1">
            <a:off x="6382644" y="-982562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1643D08-048B-4FE7-3EDA-01103C35AB12}"/>
              </a:ext>
            </a:extLst>
          </p:cNvPr>
          <p:cNvCxnSpPr>
            <a:cxnSpLocks/>
          </p:cNvCxnSpPr>
          <p:nvPr/>
        </p:nvCxnSpPr>
        <p:spPr>
          <a:xfrm flipV="1">
            <a:off x="7865816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BF88F54-3561-2543-9484-A4C3E068E3E4}"/>
              </a:ext>
            </a:extLst>
          </p:cNvPr>
          <p:cNvCxnSpPr>
            <a:cxnSpLocks/>
          </p:cNvCxnSpPr>
          <p:nvPr/>
        </p:nvCxnSpPr>
        <p:spPr>
          <a:xfrm flipV="1">
            <a:off x="9352442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ED98316-86EC-5ABA-6487-E40CF4299375}"/>
              </a:ext>
            </a:extLst>
          </p:cNvPr>
          <p:cNvCxnSpPr>
            <a:cxnSpLocks/>
          </p:cNvCxnSpPr>
          <p:nvPr/>
        </p:nvCxnSpPr>
        <p:spPr>
          <a:xfrm flipV="1">
            <a:off x="3424474" y="-1988407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834EA8B-B624-7B01-CD6D-4324F5DB95F8}"/>
              </a:ext>
            </a:extLst>
          </p:cNvPr>
          <p:cNvCxnSpPr>
            <a:cxnSpLocks/>
          </p:cNvCxnSpPr>
          <p:nvPr/>
        </p:nvCxnSpPr>
        <p:spPr>
          <a:xfrm flipV="1">
            <a:off x="4903087" y="-198156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281105D-F1D4-913F-62D1-A2A9CF1EFC11}"/>
              </a:ext>
            </a:extLst>
          </p:cNvPr>
          <p:cNvCxnSpPr>
            <a:cxnSpLocks/>
          </p:cNvCxnSpPr>
          <p:nvPr/>
        </p:nvCxnSpPr>
        <p:spPr>
          <a:xfrm flipV="1">
            <a:off x="6382644" y="-198840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4DB8BAD-6643-6EC7-8850-83B2A133AE43}"/>
              </a:ext>
            </a:extLst>
          </p:cNvPr>
          <p:cNvCxnSpPr>
            <a:cxnSpLocks/>
          </p:cNvCxnSpPr>
          <p:nvPr/>
        </p:nvCxnSpPr>
        <p:spPr>
          <a:xfrm flipV="1">
            <a:off x="7865816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DB98A85-C86B-EA3D-AB7F-C97EE78FCA19}"/>
              </a:ext>
            </a:extLst>
          </p:cNvPr>
          <p:cNvCxnSpPr>
            <a:cxnSpLocks/>
          </p:cNvCxnSpPr>
          <p:nvPr/>
        </p:nvCxnSpPr>
        <p:spPr>
          <a:xfrm flipV="1">
            <a:off x="9352442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367D26CF-FBD4-6EA0-EACD-15B1E934FAFB}"/>
              </a:ext>
            </a:extLst>
          </p:cNvPr>
          <p:cNvSpPr/>
          <p:nvPr/>
        </p:nvSpPr>
        <p:spPr>
          <a:xfrm>
            <a:off x="3301878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2E1369F-912A-DB3A-5DD7-CFFBAE580E86}"/>
              </a:ext>
            </a:extLst>
          </p:cNvPr>
          <p:cNvSpPr/>
          <p:nvPr/>
        </p:nvSpPr>
        <p:spPr>
          <a:xfrm>
            <a:off x="4781435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4A72D77-49F7-C2E2-F2AF-415F3CCBAF31}"/>
              </a:ext>
            </a:extLst>
          </p:cNvPr>
          <p:cNvSpPr/>
          <p:nvPr/>
        </p:nvSpPr>
        <p:spPr>
          <a:xfrm>
            <a:off x="6260992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79316C-1162-10B6-4D02-3A45D514F45D}"/>
              </a:ext>
            </a:extLst>
          </p:cNvPr>
          <p:cNvSpPr/>
          <p:nvPr/>
        </p:nvSpPr>
        <p:spPr>
          <a:xfrm>
            <a:off x="9220106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BB46E2A-6791-9CEF-53A4-B115D51C288F}"/>
              </a:ext>
            </a:extLst>
          </p:cNvPr>
          <p:cNvSpPr/>
          <p:nvPr/>
        </p:nvSpPr>
        <p:spPr>
          <a:xfrm>
            <a:off x="7740549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C99F1FE-ADF9-E5C6-20A9-EA8EFA190D32}"/>
              </a:ext>
            </a:extLst>
          </p:cNvPr>
          <p:cNvSpPr txBox="1"/>
          <p:nvPr/>
        </p:nvSpPr>
        <p:spPr>
          <a:xfrm>
            <a:off x="1398354" y="-100563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E9850A-B743-B477-B729-C92B5B112D50}"/>
              </a:ext>
            </a:extLst>
          </p:cNvPr>
          <p:cNvSpPr txBox="1"/>
          <p:nvPr/>
        </p:nvSpPr>
        <p:spPr>
          <a:xfrm>
            <a:off x="4831251" y="-562503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E65FD4-CD62-88F2-A367-417AF9072C35}"/>
                  </a:ext>
                </a:extLst>
              </p:cNvPr>
              <p:cNvSpPr txBox="1"/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E65FD4-CD62-88F2-A367-417AF9072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blipFill>
                <a:blip r:embed="rId7"/>
                <a:stretch>
                  <a:fillRect l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0F07EC-CA15-81D7-D582-D85C6D796C04}"/>
                  </a:ext>
                </a:extLst>
              </p:cNvPr>
              <p:cNvSpPr txBox="1"/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0F07EC-CA15-81D7-D582-D85C6D796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5FDF64-42B0-60EB-79A0-563C040BC0DB}"/>
                  </a:ext>
                </a:extLst>
              </p:cNvPr>
              <p:cNvSpPr txBox="1"/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5FDF64-42B0-60EB-79A0-563C040BC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blipFill>
                <a:blip r:embed="rId9"/>
                <a:stretch>
                  <a:fillRect l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446D77-D9DC-7CAE-4851-33B03486A51A}"/>
                  </a:ext>
                </a:extLst>
              </p:cNvPr>
              <p:cNvSpPr txBox="1"/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446D77-D9DC-7CAE-4851-33B03486A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FD82EE-2923-B7D5-96AE-B8CC620FFC41}"/>
                  </a:ext>
                </a:extLst>
              </p:cNvPr>
              <p:cNvSpPr txBox="1"/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FD82EE-2923-B7D5-96AE-B8CC620FF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637C02B-B596-9B1B-3DDE-C15CCD9AA49F}"/>
              </a:ext>
            </a:extLst>
          </p:cNvPr>
          <p:cNvSpPr txBox="1"/>
          <p:nvPr/>
        </p:nvSpPr>
        <p:spPr>
          <a:xfrm>
            <a:off x="1406468" y="2087828"/>
            <a:ext cx="1276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Position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43858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EC860-08BB-340F-B3F1-6B39D5B80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65B2E0-790A-1851-039F-94618B1B1C23}"/>
              </a:ext>
            </a:extLst>
          </p:cNvPr>
          <p:cNvSpPr/>
          <p:nvPr/>
        </p:nvSpPr>
        <p:spPr>
          <a:xfrm>
            <a:off x="3291194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6911D7-49E8-AA8B-7245-BD30CB9E94EF}"/>
              </a:ext>
            </a:extLst>
          </p:cNvPr>
          <p:cNvSpPr/>
          <p:nvPr/>
        </p:nvSpPr>
        <p:spPr>
          <a:xfrm>
            <a:off x="4770751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C893C3-8963-00FF-B4F3-D4B1C809B897}"/>
              </a:ext>
            </a:extLst>
          </p:cNvPr>
          <p:cNvSpPr/>
          <p:nvPr/>
        </p:nvSpPr>
        <p:spPr>
          <a:xfrm>
            <a:off x="6250308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6C35FD-6BD1-3CEB-2C72-5341153788E8}"/>
              </a:ext>
            </a:extLst>
          </p:cNvPr>
          <p:cNvSpPr/>
          <p:nvPr/>
        </p:nvSpPr>
        <p:spPr>
          <a:xfrm>
            <a:off x="9209422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E87A-1E6C-35BC-0C11-785CB26433DE}"/>
              </a:ext>
            </a:extLst>
          </p:cNvPr>
          <p:cNvSpPr txBox="1"/>
          <p:nvPr/>
        </p:nvSpPr>
        <p:spPr>
          <a:xfrm>
            <a:off x="1397610" y="52384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D450EC-B019-F75C-4F92-A043A9858C96}"/>
              </a:ext>
            </a:extLst>
          </p:cNvPr>
          <p:cNvSpPr txBox="1"/>
          <p:nvPr/>
        </p:nvSpPr>
        <p:spPr>
          <a:xfrm>
            <a:off x="1406468" y="134870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065B7A-08EC-DA60-D342-9DE3BB213D09}"/>
              </a:ext>
            </a:extLst>
          </p:cNvPr>
          <p:cNvSpPr txBox="1"/>
          <p:nvPr/>
        </p:nvSpPr>
        <p:spPr>
          <a:xfrm>
            <a:off x="3238756" y="133129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28D71B-C78F-8F0A-1A6B-1E66C47A39C3}"/>
              </a:ext>
            </a:extLst>
          </p:cNvPr>
          <p:cNvSpPr txBox="1"/>
          <p:nvPr/>
        </p:nvSpPr>
        <p:spPr>
          <a:xfrm>
            <a:off x="4285562" y="133129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908654-6E21-0BF0-3F7A-081DDB798FE4}"/>
              </a:ext>
            </a:extLst>
          </p:cNvPr>
          <p:cNvSpPr txBox="1"/>
          <p:nvPr/>
        </p:nvSpPr>
        <p:spPr>
          <a:xfrm>
            <a:off x="5862192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CBE3B5-C7A2-8F3A-2004-0C956DE3E75A}"/>
              </a:ext>
            </a:extLst>
          </p:cNvPr>
          <p:cNvSpPr txBox="1"/>
          <p:nvPr/>
        </p:nvSpPr>
        <p:spPr>
          <a:xfrm>
            <a:off x="7367685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25142D-612A-F307-D4C2-EC79EB89A7C3}"/>
              </a:ext>
            </a:extLst>
          </p:cNvPr>
          <p:cNvSpPr txBox="1"/>
          <p:nvPr/>
        </p:nvSpPr>
        <p:spPr>
          <a:xfrm>
            <a:off x="8749374" y="135462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6E13BA-B521-8F11-0CFC-79E875748913}"/>
              </a:ext>
            </a:extLst>
          </p:cNvPr>
          <p:cNvSpPr/>
          <p:nvPr/>
        </p:nvSpPr>
        <p:spPr>
          <a:xfrm>
            <a:off x="7729865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7E2FEE-6717-EA9B-6796-925E30EBC75A}"/>
                  </a:ext>
                </a:extLst>
              </p:cNvPr>
              <p:cNvSpPr txBox="1"/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7E2FEE-6717-EA9B-6796-925E30EBC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0CF7B6D-7C6B-552B-A185-0F3B26AF6264}"/>
                  </a:ext>
                </a:extLst>
              </p:cNvPr>
              <p:cNvSpPr txBox="1"/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0CF7B6D-7C6B-552B-A185-0F3B26AF6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842EA0-4B33-CD80-6F7B-4FC579594AF3}"/>
                  </a:ext>
                </a:extLst>
              </p:cNvPr>
              <p:cNvSpPr txBox="1"/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842EA0-4B33-CD80-6F7B-4FC579594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91A5A4-0819-5CDE-41B2-9CE8A698E28C}"/>
                  </a:ext>
                </a:extLst>
              </p:cNvPr>
              <p:cNvSpPr txBox="1"/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91A5A4-0819-5CDE-41B2-9CE8A698E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6FFB63-09E8-2F62-DAF6-02224BC6FC48}"/>
                  </a:ext>
                </a:extLst>
              </p:cNvPr>
              <p:cNvSpPr txBox="1"/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6FFB63-09E8-2F62-DAF6-02224BC6F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48533D1-0639-F95B-170F-853C796F0D2F}"/>
              </a:ext>
            </a:extLst>
          </p:cNvPr>
          <p:cNvSpPr/>
          <p:nvPr/>
        </p:nvSpPr>
        <p:spPr>
          <a:xfrm>
            <a:off x="2732570" y="-1826674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445405A-5852-CDB9-8D35-6B3B529B28CA}"/>
              </a:ext>
            </a:extLst>
          </p:cNvPr>
          <p:cNvSpPr/>
          <p:nvPr/>
        </p:nvSpPr>
        <p:spPr>
          <a:xfrm>
            <a:off x="2867126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043AF2B-5649-9B87-23FC-807DAD45C555}"/>
              </a:ext>
            </a:extLst>
          </p:cNvPr>
          <p:cNvSpPr/>
          <p:nvPr/>
        </p:nvSpPr>
        <p:spPr>
          <a:xfrm>
            <a:off x="4341510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7F43A9B0-7F92-CE73-210B-C78DE9C518A9}"/>
              </a:ext>
            </a:extLst>
          </p:cNvPr>
          <p:cNvSpPr/>
          <p:nvPr/>
        </p:nvSpPr>
        <p:spPr>
          <a:xfrm>
            <a:off x="5825295" y="-162906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66195A5C-F508-7C8F-CA33-7BBD0C7DFC65}"/>
              </a:ext>
            </a:extLst>
          </p:cNvPr>
          <p:cNvSpPr/>
          <p:nvPr/>
        </p:nvSpPr>
        <p:spPr>
          <a:xfrm>
            <a:off x="7302668" y="-162906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8086460-5DC1-1D8F-A5CB-D7DE200E55B1}"/>
              </a:ext>
            </a:extLst>
          </p:cNvPr>
          <p:cNvSpPr/>
          <p:nvPr/>
        </p:nvSpPr>
        <p:spPr>
          <a:xfrm>
            <a:off x="8779228" y="-1622218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2B3ABD4-53C7-4B5C-A86A-3A639F4390FA}"/>
              </a:ext>
            </a:extLst>
          </p:cNvPr>
          <p:cNvSpPr/>
          <p:nvPr/>
        </p:nvSpPr>
        <p:spPr>
          <a:xfrm>
            <a:off x="2867126" y="-616371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9A00FD-6209-ADEB-BE69-14A1137EEBA6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F842E88-2C6F-7844-ED4B-355A0CBB10DE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50C9EF1-C0BB-CC3B-C1FC-D3AD6EA1ED14}"/>
              </a:ext>
            </a:extLst>
          </p:cNvPr>
          <p:cNvCxnSpPr>
            <a:cxnSpLocks/>
          </p:cNvCxnSpPr>
          <p:nvPr/>
        </p:nvCxnSpPr>
        <p:spPr>
          <a:xfrm flipV="1">
            <a:off x="6382644" y="-10708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68F2E82-5957-D9E4-F098-704DB1B7CC6D}"/>
              </a:ext>
            </a:extLst>
          </p:cNvPr>
          <p:cNvCxnSpPr>
            <a:cxnSpLocks/>
          </p:cNvCxnSpPr>
          <p:nvPr/>
        </p:nvCxnSpPr>
        <p:spPr>
          <a:xfrm flipV="1">
            <a:off x="7862201" y="-10708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DB0A33D-0FFA-19B7-EF84-F403B56144C6}"/>
              </a:ext>
            </a:extLst>
          </p:cNvPr>
          <p:cNvCxnSpPr>
            <a:cxnSpLocks/>
          </p:cNvCxnSpPr>
          <p:nvPr/>
        </p:nvCxnSpPr>
        <p:spPr>
          <a:xfrm flipV="1">
            <a:off x="9341757" y="-9619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609BD74-5241-EFF5-C217-D2BCC4F7C382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-9825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9BC1DCC-51C5-AA94-7E8C-2FF695D31F96}"/>
              </a:ext>
            </a:extLst>
          </p:cNvPr>
          <p:cNvCxnSpPr>
            <a:cxnSpLocks/>
          </p:cNvCxnSpPr>
          <p:nvPr/>
        </p:nvCxnSpPr>
        <p:spPr>
          <a:xfrm flipV="1">
            <a:off x="4903087" y="-975714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2471072-C580-12D8-970C-6110EC24153B}"/>
              </a:ext>
            </a:extLst>
          </p:cNvPr>
          <p:cNvCxnSpPr>
            <a:cxnSpLocks/>
          </p:cNvCxnSpPr>
          <p:nvPr/>
        </p:nvCxnSpPr>
        <p:spPr>
          <a:xfrm flipV="1">
            <a:off x="6382644" y="-982562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833167C-2B26-C9C0-D122-CED9322574DA}"/>
              </a:ext>
            </a:extLst>
          </p:cNvPr>
          <p:cNvCxnSpPr>
            <a:cxnSpLocks/>
          </p:cNvCxnSpPr>
          <p:nvPr/>
        </p:nvCxnSpPr>
        <p:spPr>
          <a:xfrm flipV="1">
            <a:off x="7865816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8A2E73D-22EF-49F2-0521-BDC71D9FE100}"/>
              </a:ext>
            </a:extLst>
          </p:cNvPr>
          <p:cNvCxnSpPr>
            <a:cxnSpLocks/>
          </p:cNvCxnSpPr>
          <p:nvPr/>
        </p:nvCxnSpPr>
        <p:spPr>
          <a:xfrm flipV="1">
            <a:off x="9352442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3B76C19-25FF-8027-372A-13AC79BA46DF}"/>
              </a:ext>
            </a:extLst>
          </p:cNvPr>
          <p:cNvCxnSpPr>
            <a:cxnSpLocks/>
          </p:cNvCxnSpPr>
          <p:nvPr/>
        </p:nvCxnSpPr>
        <p:spPr>
          <a:xfrm flipV="1">
            <a:off x="3424474" y="-1988407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B6E55C3-2178-6558-3DD5-56EC9EA446FC}"/>
              </a:ext>
            </a:extLst>
          </p:cNvPr>
          <p:cNvCxnSpPr>
            <a:cxnSpLocks/>
          </p:cNvCxnSpPr>
          <p:nvPr/>
        </p:nvCxnSpPr>
        <p:spPr>
          <a:xfrm flipV="1">
            <a:off x="4903087" y="-198156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2662DAF-8472-2809-461C-697CCE3203F4}"/>
              </a:ext>
            </a:extLst>
          </p:cNvPr>
          <p:cNvCxnSpPr>
            <a:cxnSpLocks/>
          </p:cNvCxnSpPr>
          <p:nvPr/>
        </p:nvCxnSpPr>
        <p:spPr>
          <a:xfrm flipV="1">
            <a:off x="6382644" y="-198840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1556D89-EB5D-E044-6AC6-82D6041066E0}"/>
              </a:ext>
            </a:extLst>
          </p:cNvPr>
          <p:cNvCxnSpPr>
            <a:cxnSpLocks/>
          </p:cNvCxnSpPr>
          <p:nvPr/>
        </p:nvCxnSpPr>
        <p:spPr>
          <a:xfrm flipV="1">
            <a:off x="7865816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27D62C0-580A-729A-DA50-055F3A97E8F1}"/>
              </a:ext>
            </a:extLst>
          </p:cNvPr>
          <p:cNvCxnSpPr>
            <a:cxnSpLocks/>
          </p:cNvCxnSpPr>
          <p:nvPr/>
        </p:nvCxnSpPr>
        <p:spPr>
          <a:xfrm flipV="1">
            <a:off x="9352442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6DD0A981-E98E-F5BF-834D-A0A68D9F423F}"/>
              </a:ext>
            </a:extLst>
          </p:cNvPr>
          <p:cNvSpPr/>
          <p:nvPr/>
        </p:nvSpPr>
        <p:spPr>
          <a:xfrm>
            <a:off x="3301878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391832-7173-6ACE-FDB7-BEA66F249E0C}"/>
              </a:ext>
            </a:extLst>
          </p:cNvPr>
          <p:cNvSpPr/>
          <p:nvPr/>
        </p:nvSpPr>
        <p:spPr>
          <a:xfrm>
            <a:off x="4781435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F24EA9C-66F6-FF79-9177-39D17FC8773B}"/>
              </a:ext>
            </a:extLst>
          </p:cNvPr>
          <p:cNvSpPr/>
          <p:nvPr/>
        </p:nvSpPr>
        <p:spPr>
          <a:xfrm>
            <a:off x="6260992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7C3930C-7DDC-F8DB-E481-7D371AEF3598}"/>
              </a:ext>
            </a:extLst>
          </p:cNvPr>
          <p:cNvSpPr/>
          <p:nvPr/>
        </p:nvSpPr>
        <p:spPr>
          <a:xfrm>
            <a:off x="9220106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8165731-A5D2-AE21-A040-471857705607}"/>
              </a:ext>
            </a:extLst>
          </p:cNvPr>
          <p:cNvSpPr/>
          <p:nvPr/>
        </p:nvSpPr>
        <p:spPr>
          <a:xfrm>
            <a:off x="7740549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2C121E1-F2A3-BF1A-2064-E5AFA60419A6}"/>
              </a:ext>
            </a:extLst>
          </p:cNvPr>
          <p:cNvSpPr txBox="1"/>
          <p:nvPr/>
        </p:nvSpPr>
        <p:spPr>
          <a:xfrm>
            <a:off x="1398354" y="-100563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1F2F80-580F-4AB3-A407-93529CC44294}"/>
              </a:ext>
            </a:extLst>
          </p:cNvPr>
          <p:cNvSpPr txBox="1"/>
          <p:nvPr/>
        </p:nvSpPr>
        <p:spPr>
          <a:xfrm>
            <a:off x="4831251" y="-562503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11E74E-ACD2-90E0-61C5-0EE4EC43F035}"/>
                  </a:ext>
                </a:extLst>
              </p:cNvPr>
              <p:cNvSpPr txBox="1"/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11E74E-ACD2-90E0-61C5-0EE4EC43F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blipFill>
                <a:blip r:embed="rId7"/>
                <a:stretch>
                  <a:fillRect l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21B681-F66D-1310-923B-88D6381CC9FA}"/>
                  </a:ext>
                </a:extLst>
              </p:cNvPr>
              <p:cNvSpPr txBox="1"/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21B681-F66D-1310-923B-88D6381CC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8AB464-88CC-059F-CF90-90F27C653A5B}"/>
                  </a:ext>
                </a:extLst>
              </p:cNvPr>
              <p:cNvSpPr txBox="1"/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8AB464-88CC-059F-CF90-90F27C653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blipFill>
                <a:blip r:embed="rId9"/>
                <a:stretch>
                  <a:fillRect l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9161BC-70B5-0794-09BB-F9E15C02C7FA}"/>
                  </a:ext>
                </a:extLst>
              </p:cNvPr>
              <p:cNvSpPr txBox="1"/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9161BC-70B5-0794-09BB-F9E15C02C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895072-C0D7-B471-38D9-EF7CFCC53E0B}"/>
                  </a:ext>
                </a:extLst>
              </p:cNvPr>
              <p:cNvSpPr txBox="1"/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895072-C0D7-B471-38D9-EF7CFCC53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0CE0D1C-204B-FA50-5259-B4F076D3E7E8}"/>
              </a:ext>
            </a:extLst>
          </p:cNvPr>
          <p:cNvSpPr txBox="1"/>
          <p:nvPr/>
        </p:nvSpPr>
        <p:spPr>
          <a:xfrm>
            <a:off x="1406468" y="2087828"/>
            <a:ext cx="1276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Position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B104DF-B5C2-5C8B-2BDC-477290A245E0}"/>
                  </a:ext>
                </a:extLst>
              </p:cNvPr>
              <p:cNvSpPr txBox="1"/>
              <p:nvPr/>
            </p:nvSpPr>
            <p:spPr>
              <a:xfrm>
                <a:off x="2483632" y="3429000"/>
                <a:ext cx="1651270" cy="2566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B104DF-B5C2-5C8B-2BDC-477290A24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632" y="3429000"/>
                <a:ext cx="1651270" cy="25661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D785CC-EB3C-7B32-99E3-4462A064AA65}"/>
                  </a:ext>
                </a:extLst>
              </p:cNvPr>
              <p:cNvSpPr txBox="1"/>
              <p:nvPr/>
            </p:nvSpPr>
            <p:spPr>
              <a:xfrm>
                <a:off x="434344" y="4554380"/>
                <a:ext cx="1621956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D785CC-EB3C-7B32-99E3-4462A064A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4" y="4554380"/>
                <a:ext cx="1621956" cy="4116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25F7563-E60B-94E9-BB0B-968C5825786F}"/>
              </a:ext>
            </a:extLst>
          </p:cNvPr>
          <p:cNvSpPr txBox="1"/>
          <p:nvPr/>
        </p:nvSpPr>
        <p:spPr>
          <a:xfrm>
            <a:off x="434344" y="4124654"/>
            <a:ext cx="200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1D35"/>
                </a:solidFill>
                <a:highlight>
                  <a:srgbClr val="FFFFFF"/>
                </a:highlight>
                <a:latin typeface="Google Sans"/>
              </a:rPr>
              <a:t>A</a:t>
            </a:r>
            <a:r>
              <a:rPr lang="en-US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ngular frequency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276118-8BB5-0CC9-9202-8BB8C81EBD01}"/>
                  </a:ext>
                </a:extLst>
              </p:cNvPr>
              <p:cNvSpPr txBox="1"/>
              <p:nvPr/>
            </p:nvSpPr>
            <p:spPr>
              <a:xfrm>
                <a:off x="486492" y="3530053"/>
                <a:ext cx="11392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Position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276118-8BB5-0CC9-9202-8BB8C81EB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92" y="3530053"/>
                <a:ext cx="1139299" cy="369332"/>
              </a:xfrm>
              <a:prstGeom prst="rect">
                <a:avLst/>
              </a:prstGeom>
              <a:blipFill>
                <a:blip r:embed="rId14"/>
                <a:stretch>
                  <a:fillRect l="-4396" t="-322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B29EF3C-3B9E-CC78-7C8B-D5FFF25DD161}"/>
              </a:ext>
            </a:extLst>
          </p:cNvPr>
          <p:cNvSpPr txBox="1"/>
          <p:nvPr/>
        </p:nvSpPr>
        <p:spPr>
          <a:xfrm>
            <a:off x="4670230" y="3542956"/>
            <a:ext cx="1756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Fast oscillating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1419A2-EBED-5975-1260-0642C67F1FE2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4069075" y="3743011"/>
            <a:ext cx="6011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B11841-DCAC-199C-52DD-E06796AD2F82}"/>
              </a:ext>
            </a:extLst>
          </p:cNvPr>
          <p:cNvCxnSpPr>
            <a:cxnSpLocks/>
          </p:cNvCxnSpPr>
          <p:nvPr/>
        </p:nvCxnSpPr>
        <p:spPr>
          <a:xfrm flipV="1">
            <a:off x="2493938" y="3530053"/>
            <a:ext cx="0" cy="2362052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9ABF6F-BBE5-8EB5-9B6C-27067390519F}"/>
                  </a:ext>
                </a:extLst>
              </p:cNvPr>
              <p:cNvSpPr txBox="1"/>
              <p:nvPr/>
            </p:nvSpPr>
            <p:spPr>
              <a:xfrm>
                <a:off x="2331525" y="4454724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9ABF6F-BBE5-8EB5-9B6C-270673905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525" y="4454724"/>
                <a:ext cx="264672" cy="369332"/>
              </a:xfrm>
              <a:prstGeom prst="rect">
                <a:avLst/>
              </a:prstGeom>
              <a:blipFill>
                <a:blip r:embed="rId1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A9B6F24-DB17-EB02-4468-BC374A0A4EBE}"/>
              </a:ext>
            </a:extLst>
          </p:cNvPr>
          <p:cNvSpPr txBox="1"/>
          <p:nvPr/>
        </p:nvSpPr>
        <p:spPr>
          <a:xfrm>
            <a:off x="4670229" y="5278694"/>
            <a:ext cx="1834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Slow oscillating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80935E-3906-90EF-F48F-5E34FD668393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069075" y="5478749"/>
            <a:ext cx="6011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94083C-6709-3FBD-ABEB-F40C5CDFB291}"/>
                  </a:ext>
                </a:extLst>
              </p:cNvPr>
              <p:cNvSpPr txBox="1"/>
              <p:nvPr/>
            </p:nvSpPr>
            <p:spPr>
              <a:xfrm>
                <a:off x="486492" y="5465846"/>
                <a:ext cx="16512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=100,000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94083C-6709-3FBD-ABEB-F40C5CDF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92" y="5465846"/>
                <a:ext cx="165125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Picture 8">
            <a:extLst>
              <a:ext uri="{FF2B5EF4-FFF2-40B4-BE49-F238E27FC236}">
                <a16:creationId xmlns:a16="http://schemas.microsoft.com/office/drawing/2014/main" id="{EC2F1CDA-159D-9303-7102-6BC0625EF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997" y="2743200"/>
            <a:ext cx="2497873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77E416A-1E2C-9BC4-F34F-9072A8C6C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997" y="4026276"/>
            <a:ext cx="2497873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8D4154F-FA42-E65F-0451-008C81670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997" y="5465846"/>
            <a:ext cx="2497873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288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2F85-4D94-10A2-1960-6857286C5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A10C3AA-CAC6-BA8A-589D-3DEC9B432056}"/>
              </a:ext>
            </a:extLst>
          </p:cNvPr>
          <p:cNvSpPr/>
          <p:nvPr/>
        </p:nvSpPr>
        <p:spPr>
          <a:xfrm>
            <a:off x="3291194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A652EF-305C-6486-A942-4C19E241BC47}"/>
              </a:ext>
            </a:extLst>
          </p:cNvPr>
          <p:cNvSpPr/>
          <p:nvPr/>
        </p:nvSpPr>
        <p:spPr>
          <a:xfrm>
            <a:off x="4770751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4AF701-2EFF-0533-4FFE-E80D12ECF054}"/>
              </a:ext>
            </a:extLst>
          </p:cNvPr>
          <p:cNvSpPr/>
          <p:nvPr/>
        </p:nvSpPr>
        <p:spPr>
          <a:xfrm>
            <a:off x="6250308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C05E60-9C11-FE2F-0B39-3548BD52865B}"/>
              </a:ext>
            </a:extLst>
          </p:cNvPr>
          <p:cNvSpPr/>
          <p:nvPr/>
        </p:nvSpPr>
        <p:spPr>
          <a:xfrm>
            <a:off x="9209422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9B8377-6522-DEFE-A83E-6425EFE7C717}"/>
              </a:ext>
            </a:extLst>
          </p:cNvPr>
          <p:cNvSpPr txBox="1"/>
          <p:nvPr/>
        </p:nvSpPr>
        <p:spPr>
          <a:xfrm>
            <a:off x="1397610" y="52384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C6D405-6D72-5934-3BAB-7442899D5296}"/>
              </a:ext>
            </a:extLst>
          </p:cNvPr>
          <p:cNvSpPr txBox="1"/>
          <p:nvPr/>
        </p:nvSpPr>
        <p:spPr>
          <a:xfrm>
            <a:off x="1406468" y="134870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9C813-9701-160E-D5D0-4112131E4683}"/>
              </a:ext>
            </a:extLst>
          </p:cNvPr>
          <p:cNvSpPr txBox="1"/>
          <p:nvPr/>
        </p:nvSpPr>
        <p:spPr>
          <a:xfrm>
            <a:off x="3238756" y="133129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3BFB6F-424C-0C10-FF4A-494EBA72918C}"/>
              </a:ext>
            </a:extLst>
          </p:cNvPr>
          <p:cNvSpPr txBox="1"/>
          <p:nvPr/>
        </p:nvSpPr>
        <p:spPr>
          <a:xfrm>
            <a:off x="4285562" y="133129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6EFB5C-B622-8629-460E-1616C582EF52}"/>
              </a:ext>
            </a:extLst>
          </p:cNvPr>
          <p:cNvSpPr txBox="1"/>
          <p:nvPr/>
        </p:nvSpPr>
        <p:spPr>
          <a:xfrm>
            <a:off x="5862192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2D4401-4DDF-2AB2-239B-FB229D684805}"/>
              </a:ext>
            </a:extLst>
          </p:cNvPr>
          <p:cNvSpPr txBox="1"/>
          <p:nvPr/>
        </p:nvSpPr>
        <p:spPr>
          <a:xfrm>
            <a:off x="7367685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2F89EA-57D1-5A17-567C-43F119D6DE26}"/>
              </a:ext>
            </a:extLst>
          </p:cNvPr>
          <p:cNvSpPr txBox="1"/>
          <p:nvPr/>
        </p:nvSpPr>
        <p:spPr>
          <a:xfrm>
            <a:off x="8749374" y="135462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D0289B-7756-C7ED-7374-8861B61A5382}"/>
              </a:ext>
            </a:extLst>
          </p:cNvPr>
          <p:cNvSpPr/>
          <p:nvPr/>
        </p:nvSpPr>
        <p:spPr>
          <a:xfrm>
            <a:off x="7729865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2176C8-1A75-E072-4775-8A45559B3F94}"/>
                  </a:ext>
                </a:extLst>
              </p:cNvPr>
              <p:cNvSpPr txBox="1"/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2176C8-1A75-E072-4775-8A45559B3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17BACC-7380-55C2-A965-34E076C24F98}"/>
                  </a:ext>
                </a:extLst>
              </p:cNvPr>
              <p:cNvSpPr txBox="1"/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17BACC-7380-55C2-A965-34E076C24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70CC61A-0EFD-09AD-5E73-71994C500C7A}"/>
                  </a:ext>
                </a:extLst>
              </p:cNvPr>
              <p:cNvSpPr txBox="1"/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70CC61A-0EFD-09AD-5E73-71994C500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F401386-E90B-B061-E3B5-4FAEE7698FB1}"/>
                  </a:ext>
                </a:extLst>
              </p:cNvPr>
              <p:cNvSpPr txBox="1"/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F401386-E90B-B061-E3B5-4FAEE7698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20C851-7F8B-63E3-DE50-FBEC7D788519}"/>
                  </a:ext>
                </a:extLst>
              </p:cNvPr>
              <p:cNvSpPr txBox="1"/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20C851-7F8B-63E3-DE50-FBEC7D788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7CBDBD7-CB8C-C4CF-7720-3889625DFA91}"/>
              </a:ext>
            </a:extLst>
          </p:cNvPr>
          <p:cNvSpPr/>
          <p:nvPr/>
        </p:nvSpPr>
        <p:spPr>
          <a:xfrm>
            <a:off x="2732570" y="-1826674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7E0BBB9-6D3A-B815-47C1-D1CC3874BF06}"/>
              </a:ext>
            </a:extLst>
          </p:cNvPr>
          <p:cNvSpPr/>
          <p:nvPr/>
        </p:nvSpPr>
        <p:spPr>
          <a:xfrm>
            <a:off x="2867126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C2ACAF4-A85A-3427-F7FB-83E89C5CA28C}"/>
              </a:ext>
            </a:extLst>
          </p:cNvPr>
          <p:cNvSpPr/>
          <p:nvPr/>
        </p:nvSpPr>
        <p:spPr>
          <a:xfrm>
            <a:off x="4341510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183EF19-5550-29CD-F42D-F27BC6563C47}"/>
              </a:ext>
            </a:extLst>
          </p:cNvPr>
          <p:cNvSpPr/>
          <p:nvPr/>
        </p:nvSpPr>
        <p:spPr>
          <a:xfrm>
            <a:off x="5825295" y="-162906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1BFE298-B58D-C8A2-FF5E-192FFB3EE1E0}"/>
              </a:ext>
            </a:extLst>
          </p:cNvPr>
          <p:cNvSpPr/>
          <p:nvPr/>
        </p:nvSpPr>
        <p:spPr>
          <a:xfrm>
            <a:off x="7302668" y="-162906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41638B7-E1CE-F7C3-5AF6-8F24DD2389DE}"/>
              </a:ext>
            </a:extLst>
          </p:cNvPr>
          <p:cNvSpPr/>
          <p:nvPr/>
        </p:nvSpPr>
        <p:spPr>
          <a:xfrm>
            <a:off x="8779228" y="-1622218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26BE05E-222A-57B7-79AF-8194798F3093}"/>
              </a:ext>
            </a:extLst>
          </p:cNvPr>
          <p:cNvSpPr/>
          <p:nvPr/>
        </p:nvSpPr>
        <p:spPr>
          <a:xfrm>
            <a:off x="2867126" y="-616371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2FDA36A-156C-BFD8-A095-73B889E188E2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1438A0A-1DF2-41FC-073E-A76BDC06B16E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320C35C-498B-66DF-6EA7-3C67520D7526}"/>
              </a:ext>
            </a:extLst>
          </p:cNvPr>
          <p:cNvCxnSpPr>
            <a:cxnSpLocks/>
          </p:cNvCxnSpPr>
          <p:nvPr/>
        </p:nvCxnSpPr>
        <p:spPr>
          <a:xfrm flipV="1">
            <a:off x="6382644" y="-10708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94FE2C3-6C99-B7C0-014C-63494F5572D3}"/>
              </a:ext>
            </a:extLst>
          </p:cNvPr>
          <p:cNvCxnSpPr>
            <a:cxnSpLocks/>
          </p:cNvCxnSpPr>
          <p:nvPr/>
        </p:nvCxnSpPr>
        <p:spPr>
          <a:xfrm flipV="1">
            <a:off x="7862201" y="-10708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2C61D91-5995-4841-D291-01045D851EA7}"/>
              </a:ext>
            </a:extLst>
          </p:cNvPr>
          <p:cNvCxnSpPr>
            <a:cxnSpLocks/>
          </p:cNvCxnSpPr>
          <p:nvPr/>
        </p:nvCxnSpPr>
        <p:spPr>
          <a:xfrm flipV="1">
            <a:off x="9341757" y="-9619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C1D93F7-9383-ED3C-4E77-22798D72BFC9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-9825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B7FCF71-A595-C8BB-A655-4164F22B3D44}"/>
              </a:ext>
            </a:extLst>
          </p:cNvPr>
          <p:cNvCxnSpPr>
            <a:cxnSpLocks/>
          </p:cNvCxnSpPr>
          <p:nvPr/>
        </p:nvCxnSpPr>
        <p:spPr>
          <a:xfrm flipV="1">
            <a:off x="4903087" y="-975714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26059EF-1A07-2B77-ADD3-3326A2E7365D}"/>
              </a:ext>
            </a:extLst>
          </p:cNvPr>
          <p:cNvCxnSpPr>
            <a:cxnSpLocks/>
          </p:cNvCxnSpPr>
          <p:nvPr/>
        </p:nvCxnSpPr>
        <p:spPr>
          <a:xfrm flipV="1">
            <a:off x="6382644" y="-982562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778E617-5F8B-D997-9A83-509272F0DF76}"/>
              </a:ext>
            </a:extLst>
          </p:cNvPr>
          <p:cNvCxnSpPr>
            <a:cxnSpLocks/>
          </p:cNvCxnSpPr>
          <p:nvPr/>
        </p:nvCxnSpPr>
        <p:spPr>
          <a:xfrm flipV="1">
            <a:off x="7865816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4342904-790E-1F0E-1931-7983EA46A1FB}"/>
              </a:ext>
            </a:extLst>
          </p:cNvPr>
          <p:cNvCxnSpPr>
            <a:cxnSpLocks/>
          </p:cNvCxnSpPr>
          <p:nvPr/>
        </p:nvCxnSpPr>
        <p:spPr>
          <a:xfrm flipV="1">
            <a:off x="9352442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8E459CD-94A9-A5C9-0DC2-D1AF91471A1F}"/>
              </a:ext>
            </a:extLst>
          </p:cNvPr>
          <p:cNvCxnSpPr>
            <a:cxnSpLocks/>
          </p:cNvCxnSpPr>
          <p:nvPr/>
        </p:nvCxnSpPr>
        <p:spPr>
          <a:xfrm flipV="1">
            <a:off x="3424474" y="-1988407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85FDD9E-77F5-1D0E-15BA-E59884B385D0}"/>
              </a:ext>
            </a:extLst>
          </p:cNvPr>
          <p:cNvCxnSpPr>
            <a:cxnSpLocks/>
          </p:cNvCxnSpPr>
          <p:nvPr/>
        </p:nvCxnSpPr>
        <p:spPr>
          <a:xfrm flipV="1">
            <a:off x="4903087" y="-198156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205FD22-A23F-48BB-C813-75D9BB191C19}"/>
              </a:ext>
            </a:extLst>
          </p:cNvPr>
          <p:cNvCxnSpPr>
            <a:cxnSpLocks/>
          </p:cNvCxnSpPr>
          <p:nvPr/>
        </p:nvCxnSpPr>
        <p:spPr>
          <a:xfrm flipV="1">
            <a:off x="6382644" y="-198840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A9AB66B-0CB1-BFFA-9E0C-34D555C60434}"/>
              </a:ext>
            </a:extLst>
          </p:cNvPr>
          <p:cNvCxnSpPr>
            <a:cxnSpLocks/>
          </p:cNvCxnSpPr>
          <p:nvPr/>
        </p:nvCxnSpPr>
        <p:spPr>
          <a:xfrm flipV="1">
            <a:off x="7865816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D47951F-8B49-D6DE-BC12-3D19FD61001B}"/>
              </a:ext>
            </a:extLst>
          </p:cNvPr>
          <p:cNvCxnSpPr>
            <a:cxnSpLocks/>
          </p:cNvCxnSpPr>
          <p:nvPr/>
        </p:nvCxnSpPr>
        <p:spPr>
          <a:xfrm flipV="1">
            <a:off x="9352442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3B8FEF7D-ADE7-C696-14A8-91F28A569374}"/>
              </a:ext>
            </a:extLst>
          </p:cNvPr>
          <p:cNvSpPr/>
          <p:nvPr/>
        </p:nvSpPr>
        <p:spPr>
          <a:xfrm>
            <a:off x="3301878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E421D8C-C00C-218B-CB4A-34EBDB2A56DF}"/>
              </a:ext>
            </a:extLst>
          </p:cNvPr>
          <p:cNvSpPr/>
          <p:nvPr/>
        </p:nvSpPr>
        <p:spPr>
          <a:xfrm>
            <a:off x="4781435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8B41050-927D-DC0B-A2E5-9C480D7C17CF}"/>
              </a:ext>
            </a:extLst>
          </p:cNvPr>
          <p:cNvSpPr/>
          <p:nvPr/>
        </p:nvSpPr>
        <p:spPr>
          <a:xfrm>
            <a:off x="6260992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12BD095-9F16-D017-B95C-4C813B1569C8}"/>
              </a:ext>
            </a:extLst>
          </p:cNvPr>
          <p:cNvSpPr/>
          <p:nvPr/>
        </p:nvSpPr>
        <p:spPr>
          <a:xfrm>
            <a:off x="9220106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725916A-130E-4B09-AE4B-F6B4F2D3B05A}"/>
              </a:ext>
            </a:extLst>
          </p:cNvPr>
          <p:cNvSpPr/>
          <p:nvPr/>
        </p:nvSpPr>
        <p:spPr>
          <a:xfrm>
            <a:off x="7740549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DBD707-8C32-491D-7E67-C6C2EACEDB9E}"/>
              </a:ext>
            </a:extLst>
          </p:cNvPr>
          <p:cNvSpPr txBox="1"/>
          <p:nvPr/>
        </p:nvSpPr>
        <p:spPr>
          <a:xfrm>
            <a:off x="1398354" y="-100563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06A06A-AA3A-8C5D-3043-58325A3EF8EF}"/>
              </a:ext>
            </a:extLst>
          </p:cNvPr>
          <p:cNvSpPr txBox="1"/>
          <p:nvPr/>
        </p:nvSpPr>
        <p:spPr>
          <a:xfrm>
            <a:off x="4831251" y="-562503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6ED950-F3B3-2B0A-C50E-899AF1E70E09}"/>
              </a:ext>
            </a:extLst>
          </p:cNvPr>
          <p:cNvSpPr txBox="1"/>
          <p:nvPr/>
        </p:nvSpPr>
        <p:spPr>
          <a:xfrm>
            <a:off x="1406468" y="2087828"/>
            <a:ext cx="1276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Position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A698E2-C2F4-43F5-B981-BD738B61CF85}"/>
                  </a:ext>
                </a:extLst>
              </p:cNvPr>
              <p:cNvSpPr txBox="1"/>
              <p:nvPr/>
            </p:nvSpPr>
            <p:spPr>
              <a:xfrm>
                <a:off x="827366" y="3429000"/>
                <a:ext cx="1651270" cy="2566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A698E2-C2F4-43F5-B981-BD738B61C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66" y="3429000"/>
                <a:ext cx="1651270" cy="25661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0A8EAA-0455-66DE-49E3-AF34E161D009}"/>
              </a:ext>
            </a:extLst>
          </p:cNvPr>
          <p:cNvCxnSpPr>
            <a:cxnSpLocks/>
          </p:cNvCxnSpPr>
          <p:nvPr/>
        </p:nvCxnSpPr>
        <p:spPr>
          <a:xfrm flipV="1">
            <a:off x="837672" y="3530053"/>
            <a:ext cx="0" cy="2362052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4A83CB-8678-8B1C-A4E0-9C0D9DB2D013}"/>
                  </a:ext>
                </a:extLst>
              </p:cNvPr>
              <p:cNvSpPr txBox="1"/>
              <p:nvPr/>
            </p:nvSpPr>
            <p:spPr>
              <a:xfrm>
                <a:off x="675259" y="4454724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4A83CB-8678-8B1C-A4E0-9C0D9DB2D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59" y="4454724"/>
                <a:ext cx="264672" cy="369332"/>
              </a:xfrm>
              <a:prstGeom prst="rect">
                <a:avLst/>
              </a:prstGeom>
              <a:blipFill>
                <a:blip r:embed="rId13"/>
                <a:stretch>
                  <a:fillRect r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Sinusoidal position encoding">
            <a:extLst>
              <a:ext uri="{FF2B5EF4-FFF2-40B4-BE49-F238E27FC236}">
                <a16:creationId xmlns:a16="http://schemas.microsoft.com/office/drawing/2014/main" id="{D7B58A95-31CD-6405-4789-D90F3B6B0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180" y="2558209"/>
            <a:ext cx="8910825" cy="430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8D6633-5434-193E-94E5-8706CAB6B4B4}"/>
                  </a:ext>
                </a:extLst>
              </p:cNvPr>
              <p:cNvSpPr txBox="1"/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8D6633-5434-193E-94E5-8706CAB6B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blipFill>
                <a:blip r:embed="rId15"/>
                <a:stretch>
                  <a:fillRect l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C1B70A-0E16-419F-6B3E-990FC5A3D202}"/>
                  </a:ext>
                </a:extLst>
              </p:cNvPr>
              <p:cNvSpPr txBox="1"/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C1B70A-0E16-419F-6B3E-990FC5A3D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77AF46-FAC5-EDE3-552B-BDC4A459C3C4}"/>
                  </a:ext>
                </a:extLst>
              </p:cNvPr>
              <p:cNvSpPr txBox="1"/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77AF46-FAC5-EDE3-552B-BDC4A459C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blipFill>
                <a:blip r:embed="rId17"/>
                <a:stretch>
                  <a:fillRect l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36AC73-1407-33A1-08DB-1BA57088423C}"/>
                  </a:ext>
                </a:extLst>
              </p:cNvPr>
              <p:cNvSpPr txBox="1"/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36AC73-1407-33A1-08DB-1BA570884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74DDB7-E223-4FB5-0FFC-A9ECD804A391}"/>
                  </a:ext>
                </a:extLst>
              </p:cNvPr>
              <p:cNvSpPr txBox="1"/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74DDB7-E223-4FB5-0FFC-A9ECD804A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9F6DB9D7-A5B7-2708-DB0F-0756C363EBB3}"/>
              </a:ext>
            </a:extLst>
          </p:cNvPr>
          <p:cNvSpPr/>
          <p:nvPr/>
        </p:nvSpPr>
        <p:spPr>
          <a:xfrm>
            <a:off x="3220468" y="2875437"/>
            <a:ext cx="7478012" cy="9144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88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39D4C-38D9-3A32-EAEE-8D7ACFD6F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2E7D996-A211-B61C-87F9-4B90ADD83F62}"/>
              </a:ext>
            </a:extLst>
          </p:cNvPr>
          <p:cNvSpPr/>
          <p:nvPr/>
        </p:nvSpPr>
        <p:spPr>
          <a:xfrm>
            <a:off x="3291194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E2AB5F-3899-906B-66C1-8FDC14E99EAE}"/>
              </a:ext>
            </a:extLst>
          </p:cNvPr>
          <p:cNvSpPr/>
          <p:nvPr/>
        </p:nvSpPr>
        <p:spPr>
          <a:xfrm>
            <a:off x="4770751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46D43A-F815-FCCB-A1C6-AD7F11DB80F4}"/>
              </a:ext>
            </a:extLst>
          </p:cNvPr>
          <p:cNvSpPr/>
          <p:nvPr/>
        </p:nvSpPr>
        <p:spPr>
          <a:xfrm>
            <a:off x="6250308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28FC28-0855-0751-8B2A-284361BCF613}"/>
              </a:ext>
            </a:extLst>
          </p:cNvPr>
          <p:cNvSpPr/>
          <p:nvPr/>
        </p:nvSpPr>
        <p:spPr>
          <a:xfrm>
            <a:off x="9209422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C20E9B-2882-865B-E91C-5571C6C3EC29}"/>
              </a:ext>
            </a:extLst>
          </p:cNvPr>
          <p:cNvSpPr txBox="1"/>
          <p:nvPr/>
        </p:nvSpPr>
        <p:spPr>
          <a:xfrm>
            <a:off x="1397610" y="52384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0A71A5-95DA-A496-6F24-AC7C86D5B116}"/>
              </a:ext>
            </a:extLst>
          </p:cNvPr>
          <p:cNvSpPr txBox="1"/>
          <p:nvPr/>
        </p:nvSpPr>
        <p:spPr>
          <a:xfrm>
            <a:off x="1406468" y="134870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EA05D9-F708-7729-ED43-94B28383EC3A}"/>
              </a:ext>
            </a:extLst>
          </p:cNvPr>
          <p:cNvSpPr txBox="1"/>
          <p:nvPr/>
        </p:nvSpPr>
        <p:spPr>
          <a:xfrm>
            <a:off x="3238756" y="133129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3B9CA2-4357-8E75-DDB8-6D9952B0C7C7}"/>
              </a:ext>
            </a:extLst>
          </p:cNvPr>
          <p:cNvSpPr txBox="1"/>
          <p:nvPr/>
        </p:nvSpPr>
        <p:spPr>
          <a:xfrm>
            <a:off x="4285562" y="133129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C6354E-43B2-6798-A303-BE156EF1F757}"/>
              </a:ext>
            </a:extLst>
          </p:cNvPr>
          <p:cNvSpPr txBox="1"/>
          <p:nvPr/>
        </p:nvSpPr>
        <p:spPr>
          <a:xfrm>
            <a:off x="5862192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187587-2BDF-AC38-D6CA-BAFF26ED917E}"/>
              </a:ext>
            </a:extLst>
          </p:cNvPr>
          <p:cNvSpPr txBox="1"/>
          <p:nvPr/>
        </p:nvSpPr>
        <p:spPr>
          <a:xfrm>
            <a:off x="7367685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D3CEBA-642A-349D-08D4-B0C1366EACAB}"/>
              </a:ext>
            </a:extLst>
          </p:cNvPr>
          <p:cNvSpPr txBox="1"/>
          <p:nvPr/>
        </p:nvSpPr>
        <p:spPr>
          <a:xfrm>
            <a:off x="8749374" y="135462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DA14BC-1C76-16AD-2FAA-5D01A4C2A954}"/>
              </a:ext>
            </a:extLst>
          </p:cNvPr>
          <p:cNvSpPr/>
          <p:nvPr/>
        </p:nvSpPr>
        <p:spPr>
          <a:xfrm>
            <a:off x="7729865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C71BD3F-F150-C2B4-3723-96B0E6183559}"/>
                  </a:ext>
                </a:extLst>
              </p:cNvPr>
              <p:cNvSpPr txBox="1"/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2176C8-1A75-E072-4775-8A45559B3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D55516B-2D75-99AE-BE8F-2D83818DDF06}"/>
                  </a:ext>
                </a:extLst>
              </p:cNvPr>
              <p:cNvSpPr txBox="1"/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17BACC-7380-55C2-A965-34E076C24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DE663D8-F243-7608-77C4-F658AACECDA3}"/>
                  </a:ext>
                </a:extLst>
              </p:cNvPr>
              <p:cNvSpPr txBox="1"/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70CC61A-0EFD-09AD-5E73-71994C500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D1A1191-923A-1B94-A39A-24C283FB80E1}"/>
                  </a:ext>
                </a:extLst>
              </p:cNvPr>
              <p:cNvSpPr txBox="1"/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F401386-E90B-B061-E3B5-4FAEE7698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7708C98-4374-E57B-6708-789B18B044F3}"/>
                  </a:ext>
                </a:extLst>
              </p:cNvPr>
              <p:cNvSpPr txBox="1"/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20C851-7F8B-63E3-DE50-FBEC7D788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2A932F8-0A9A-4E79-C40F-86EA7066B9D1}"/>
              </a:ext>
            </a:extLst>
          </p:cNvPr>
          <p:cNvSpPr/>
          <p:nvPr/>
        </p:nvSpPr>
        <p:spPr>
          <a:xfrm>
            <a:off x="2732570" y="-1826674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5E9FC11-ED2F-46F1-FEC2-7C37F3D211CF}"/>
              </a:ext>
            </a:extLst>
          </p:cNvPr>
          <p:cNvSpPr/>
          <p:nvPr/>
        </p:nvSpPr>
        <p:spPr>
          <a:xfrm>
            <a:off x="2867126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74ABE39-DF8E-353E-4966-1E32DF7DC760}"/>
              </a:ext>
            </a:extLst>
          </p:cNvPr>
          <p:cNvSpPr/>
          <p:nvPr/>
        </p:nvSpPr>
        <p:spPr>
          <a:xfrm>
            <a:off x="4341510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2B81A93-B9B3-1A7E-8CFD-1EF6731A293F}"/>
              </a:ext>
            </a:extLst>
          </p:cNvPr>
          <p:cNvSpPr/>
          <p:nvPr/>
        </p:nvSpPr>
        <p:spPr>
          <a:xfrm>
            <a:off x="5825295" y="-162906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77A04C45-975E-241A-5C85-B855569DCD4C}"/>
              </a:ext>
            </a:extLst>
          </p:cNvPr>
          <p:cNvSpPr/>
          <p:nvPr/>
        </p:nvSpPr>
        <p:spPr>
          <a:xfrm>
            <a:off x="7302668" y="-162906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595B48E-D3A7-2F18-131E-502A4A100813}"/>
              </a:ext>
            </a:extLst>
          </p:cNvPr>
          <p:cNvSpPr/>
          <p:nvPr/>
        </p:nvSpPr>
        <p:spPr>
          <a:xfrm>
            <a:off x="8779228" y="-1622218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96137D6-6CD1-3D3C-406A-0DCBF1584A89}"/>
              </a:ext>
            </a:extLst>
          </p:cNvPr>
          <p:cNvSpPr/>
          <p:nvPr/>
        </p:nvSpPr>
        <p:spPr>
          <a:xfrm>
            <a:off x="2867126" y="-616371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3960768-35DA-7563-FCE3-4B90DD9DDAE9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35CB157-1251-3523-416A-57BB29279579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5C9ED0F-6896-526F-D258-F78486CBCC49}"/>
              </a:ext>
            </a:extLst>
          </p:cNvPr>
          <p:cNvCxnSpPr>
            <a:cxnSpLocks/>
          </p:cNvCxnSpPr>
          <p:nvPr/>
        </p:nvCxnSpPr>
        <p:spPr>
          <a:xfrm flipV="1">
            <a:off x="6382644" y="-10708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ECF5057-36FA-B088-F829-4945D5E58F44}"/>
              </a:ext>
            </a:extLst>
          </p:cNvPr>
          <p:cNvCxnSpPr>
            <a:cxnSpLocks/>
          </p:cNvCxnSpPr>
          <p:nvPr/>
        </p:nvCxnSpPr>
        <p:spPr>
          <a:xfrm flipV="1">
            <a:off x="7862201" y="-10708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B28EEFC-5898-5422-4BFD-5375DC26C041}"/>
              </a:ext>
            </a:extLst>
          </p:cNvPr>
          <p:cNvCxnSpPr>
            <a:cxnSpLocks/>
          </p:cNvCxnSpPr>
          <p:nvPr/>
        </p:nvCxnSpPr>
        <p:spPr>
          <a:xfrm flipV="1">
            <a:off x="9341757" y="-9619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972000A-5680-AAEA-A945-501779027839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-9825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FA4B02A-C8D4-59A6-E350-C4B5387FEC31}"/>
              </a:ext>
            </a:extLst>
          </p:cNvPr>
          <p:cNvCxnSpPr>
            <a:cxnSpLocks/>
          </p:cNvCxnSpPr>
          <p:nvPr/>
        </p:nvCxnSpPr>
        <p:spPr>
          <a:xfrm flipV="1">
            <a:off x="4903087" y="-975714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B3B9C7B-3574-F5ED-3186-704ACE5BA20E}"/>
              </a:ext>
            </a:extLst>
          </p:cNvPr>
          <p:cNvCxnSpPr>
            <a:cxnSpLocks/>
          </p:cNvCxnSpPr>
          <p:nvPr/>
        </p:nvCxnSpPr>
        <p:spPr>
          <a:xfrm flipV="1">
            <a:off x="6382644" y="-982562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2BB92AF-2748-F315-C45B-98BFBB91FD47}"/>
              </a:ext>
            </a:extLst>
          </p:cNvPr>
          <p:cNvCxnSpPr>
            <a:cxnSpLocks/>
          </p:cNvCxnSpPr>
          <p:nvPr/>
        </p:nvCxnSpPr>
        <p:spPr>
          <a:xfrm flipV="1">
            <a:off x="7865816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44C1A8F-EAA6-135C-A8BD-F8D94C8CA180}"/>
              </a:ext>
            </a:extLst>
          </p:cNvPr>
          <p:cNvCxnSpPr>
            <a:cxnSpLocks/>
          </p:cNvCxnSpPr>
          <p:nvPr/>
        </p:nvCxnSpPr>
        <p:spPr>
          <a:xfrm flipV="1">
            <a:off x="9352442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B62F5DB-0815-EA44-2AF2-EF4EB2D3E3D9}"/>
              </a:ext>
            </a:extLst>
          </p:cNvPr>
          <p:cNvCxnSpPr>
            <a:cxnSpLocks/>
          </p:cNvCxnSpPr>
          <p:nvPr/>
        </p:nvCxnSpPr>
        <p:spPr>
          <a:xfrm flipV="1">
            <a:off x="3424474" y="-1988407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8D7BBDE-1C98-FD11-12FF-57EC744837CE}"/>
              </a:ext>
            </a:extLst>
          </p:cNvPr>
          <p:cNvCxnSpPr>
            <a:cxnSpLocks/>
          </p:cNvCxnSpPr>
          <p:nvPr/>
        </p:nvCxnSpPr>
        <p:spPr>
          <a:xfrm flipV="1">
            <a:off x="4903087" y="-198156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6E0F96B-4A30-677F-7F3E-D4D4FFB58492}"/>
              </a:ext>
            </a:extLst>
          </p:cNvPr>
          <p:cNvCxnSpPr>
            <a:cxnSpLocks/>
          </p:cNvCxnSpPr>
          <p:nvPr/>
        </p:nvCxnSpPr>
        <p:spPr>
          <a:xfrm flipV="1">
            <a:off x="6382644" y="-198840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B952374-9966-1981-76BB-0574ADB32FC8}"/>
              </a:ext>
            </a:extLst>
          </p:cNvPr>
          <p:cNvCxnSpPr>
            <a:cxnSpLocks/>
          </p:cNvCxnSpPr>
          <p:nvPr/>
        </p:nvCxnSpPr>
        <p:spPr>
          <a:xfrm flipV="1">
            <a:off x="7865816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ED0BB3A-50E4-F1FB-5395-FADB0AD79E80}"/>
              </a:ext>
            </a:extLst>
          </p:cNvPr>
          <p:cNvCxnSpPr>
            <a:cxnSpLocks/>
          </p:cNvCxnSpPr>
          <p:nvPr/>
        </p:nvCxnSpPr>
        <p:spPr>
          <a:xfrm flipV="1">
            <a:off x="9352442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BEE25951-CEED-A4DF-7CA0-D312C4CD053A}"/>
              </a:ext>
            </a:extLst>
          </p:cNvPr>
          <p:cNvSpPr/>
          <p:nvPr/>
        </p:nvSpPr>
        <p:spPr>
          <a:xfrm>
            <a:off x="3301878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76475EF-FE6E-8BA3-C664-DF6395573D4B}"/>
              </a:ext>
            </a:extLst>
          </p:cNvPr>
          <p:cNvSpPr/>
          <p:nvPr/>
        </p:nvSpPr>
        <p:spPr>
          <a:xfrm>
            <a:off x="4781435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8181D9D-C5C2-CCAD-8169-FD05BAFBB352}"/>
              </a:ext>
            </a:extLst>
          </p:cNvPr>
          <p:cNvSpPr/>
          <p:nvPr/>
        </p:nvSpPr>
        <p:spPr>
          <a:xfrm>
            <a:off x="6260992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DCC8068-8BA5-CA76-9CAF-30EF4B848ED0}"/>
              </a:ext>
            </a:extLst>
          </p:cNvPr>
          <p:cNvSpPr/>
          <p:nvPr/>
        </p:nvSpPr>
        <p:spPr>
          <a:xfrm>
            <a:off x="9220106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CA8D91D-9F98-5ECA-A9DE-F637FCEB38A7}"/>
              </a:ext>
            </a:extLst>
          </p:cNvPr>
          <p:cNvSpPr/>
          <p:nvPr/>
        </p:nvSpPr>
        <p:spPr>
          <a:xfrm>
            <a:off x="7740549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CED8FF2-5188-DE3D-21EC-E7152ADFC1C0}"/>
              </a:ext>
            </a:extLst>
          </p:cNvPr>
          <p:cNvSpPr txBox="1"/>
          <p:nvPr/>
        </p:nvSpPr>
        <p:spPr>
          <a:xfrm>
            <a:off x="1398354" y="-100563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3F2DCD-B85E-1691-B2FF-5E1FD84B4A1C}"/>
              </a:ext>
            </a:extLst>
          </p:cNvPr>
          <p:cNvSpPr txBox="1"/>
          <p:nvPr/>
        </p:nvSpPr>
        <p:spPr>
          <a:xfrm>
            <a:off x="4831251" y="-562503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90315-D5D4-AA55-C415-BC5C8AC03A32}"/>
              </a:ext>
            </a:extLst>
          </p:cNvPr>
          <p:cNvSpPr txBox="1"/>
          <p:nvPr/>
        </p:nvSpPr>
        <p:spPr>
          <a:xfrm>
            <a:off x="1406468" y="2087828"/>
            <a:ext cx="1276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Position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BEB05C-FED8-0B4A-6F12-26201B94764E}"/>
                  </a:ext>
                </a:extLst>
              </p:cNvPr>
              <p:cNvSpPr txBox="1"/>
              <p:nvPr/>
            </p:nvSpPr>
            <p:spPr>
              <a:xfrm>
                <a:off x="827366" y="3429000"/>
                <a:ext cx="1651270" cy="2566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BEB05C-FED8-0B4A-6F12-26201B947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66" y="3429000"/>
                <a:ext cx="1651270" cy="25661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7B6CED-0AB0-4ABA-F7F1-77D5A2C28956}"/>
              </a:ext>
            </a:extLst>
          </p:cNvPr>
          <p:cNvCxnSpPr>
            <a:cxnSpLocks/>
          </p:cNvCxnSpPr>
          <p:nvPr/>
        </p:nvCxnSpPr>
        <p:spPr>
          <a:xfrm flipV="1">
            <a:off x="837672" y="3530053"/>
            <a:ext cx="0" cy="2362052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843B6D-6AB2-3BFF-D3FD-18ABD341A594}"/>
                  </a:ext>
                </a:extLst>
              </p:cNvPr>
              <p:cNvSpPr txBox="1"/>
              <p:nvPr/>
            </p:nvSpPr>
            <p:spPr>
              <a:xfrm>
                <a:off x="675259" y="4454724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4A83CB-8678-8B1C-A4E0-9C0D9DB2D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59" y="4454724"/>
                <a:ext cx="264672" cy="369332"/>
              </a:xfrm>
              <a:prstGeom prst="rect">
                <a:avLst/>
              </a:prstGeom>
              <a:blipFill>
                <a:blip r:embed="rId13"/>
                <a:stretch>
                  <a:fillRect r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Sinusoidal position encoding">
            <a:extLst>
              <a:ext uri="{FF2B5EF4-FFF2-40B4-BE49-F238E27FC236}">
                <a16:creationId xmlns:a16="http://schemas.microsoft.com/office/drawing/2014/main" id="{F446E386-EEB9-6B41-D578-F6B564356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180" y="2558209"/>
            <a:ext cx="8910825" cy="430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4AE7BC-385D-32A8-EEDF-F823272973F3}"/>
                  </a:ext>
                </a:extLst>
              </p:cNvPr>
              <p:cNvSpPr txBox="1"/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4AE7BC-385D-32A8-EEDF-F82327297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blipFill>
                <a:blip r:embed="rId15"/>
                <a:stretch>
                  <a:fillRect l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C5D696-EA3C-1777-AA46-D4F68D3BD98A}"/>
                  </a:ext>
                </a:extLst>
              </p:cNvPr>
              <p:cNvSpPr txBox="1"/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C5D696-EA3C-1777-AA46-D4F68D3BD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FCB93A-04E2-E166-EDBB-9C78CC761C8C}"/>
                  </a:ext>
                </a:extLst>
              </p:cNvPr>
              <p:cNvSpPr txBox="1"/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FCB93A-04E2-E166-EDBB-9C78CC761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blipFill>
                <a:blip r:embed="rId17"/>
                <a:stretch>
                  <a:fillRect l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1D8E10-0C96-9E44-A88C-DC6B0E4858C8}"/>
                  </a:ext>
                </a:extLst>
              </p:cNvPr>
              <p:cNvSpPr txBox="1"/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1D8E10-0C96-9E44-A88C-DC6B0E485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4B352E-5B43-F8DA-639B-74BD22EB1F37}"/>
                  </a:ext>
                </a:extLst>
              </p:cNvPr>
              <p:cNvSpPr txBox="1"/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4B352E-5B43-F8DA-639B-74BD22EB1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B45259E-FC78-C797-FF38-78D6691672EC}"/>
              </a:ext>
            </a:extLst>
          </p:cNvPr>
          <p:cNvSpPr/>
          <p:nvPr/>
        </p:nvSpPr>
        <p:spPr>
          <a:xfrm>
            <a:off x="3212551" y="3520901"/>
            <a:ext cx="7478012" cy="9144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82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0944-3B4D-5834-E4B2-BEAE4985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2F4941F-7262-3240-943D-67EC9275015D}"/>
              </a:ext>
            </a:extLst>
          </p:cNvPr>
          <p:cNvSpPr/>
          <p:nvPr/>
        </p:nvSpPr>
        <p:spPr>
          <a:xfrm>
            <a:off x="3291194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E61328-B3B8-5A4B-B589-5FBE10617F0E}"/>
              </a:ext>
            </a:extLst>
          </p:cNvPr>
          <p:cNvSpPr/>
          <p:nvPr/>
        </p:nvSpPr>
        <p:spPr>
          <a:xfrm>
            <a:off x="4770751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5503B7-B082-0FEA-AF9C-FF2DB489A07A}"/>
              </a:ext>
            </a:extLst>
          </p:cNvPr>
          <p:cNvSpPr/>
          <p:nvPr/>
        </p:nvSpPr>
        <p:spPr>
          <a:xfrm>
            <a:off x="6250308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73AE40-312C-4A20-96EA-D3ECAC722FF9}"/>
              </a:ext>
            </a:extLst>
          </p:cNvPr>
          <p:cNvSpPr/>
          <p:nvPr/>
        </p:nvSpPr>
        <p:spPr>
          <a:xfrm>
            <a:off x="9209422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6A4818-E558-0B79-A65B-3EE6669793B7}"/>
              </a:ext>
            </a:extLst>
          </p:cNvPr>
          <p:cNvSpPr txBox="1"/>
          <p:nvPr/>
        </p:nvSpPr>
        <p:spPr>
          <a:xfrm>
            <a:off x="1397610" y="52384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4F8BE6-952F-BD30-FAD2-8E1CAA0B4BC0}"/>
              </a:ext>
            </a:extLst>
          </p:cNvPr>
          <p:cNvSpPr txBox="1"/>
          <p:nvPr/>
        </p:nvSpPr>
        <p:spPr>
          <a:xfrm>
            <a:off x="1406468" y="134870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1BA706-F5BA-94F6-1DE5-7641F7BA926B}"/>
              </a:ext>
            </a:extLst>
          </p:cNvPr>
          <p:cNvSpPr txBox="1"/>
          <p:nvPr/>
        </p:nvSpPr>
        <p:spPr>
          <a:xfrm>
            <a:off x="3238756" y="133129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B6569A-F57B-4E9F-9A9B-4817B6E45701}"/>
              </a:ext>
            </a:extLst>
          </p:cNvPr>
          <p:cNvSpPr txBox="1"/>
          <p:nvPr/>
        </p:nvSpPr>
        <p:spPr>
          <a:xfrm>
            <a:off x="4285562" y="133129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C66EFD-6DAA-8929-729A-9FA86A8FC20A}"/>
              </a:ext>
            </a:extLst>
          </p:cNvPr>
          <p:cNvSpPr txBox="1"/>
          <p:nvPr/>
        </p:nvSpPr>
        <p:spPr>
          <a:xfrm>
            <a:off x="5862192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0CC1E4-F8E8-DF5C-9286-6A37AC4B6EF5}"/>
              </a:ext>
            </a:extLst>
          </p:cNvPr>
          <p:cNvSpPr txBox="1"/>
          <p:nvPr/>
        </p:nvSpPr>
        <p:spPr>
          <a:xfrm>
            <a:off x="7367685" y="133129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F7B444-FC75-F2AB-2635-09AB748DADA4}"/>
              </a:ext>
            </a:extLst>
          </p:cNvPr>
          <p:cNvSpPr txBox="1"/>
          <p:nvPr/>
        </p:nvSpPr>
        <p:spPr>
          <a:xfrm>
            <a:off x="8749374" y="135462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D6D402-5F34-149F-FCDC-E7A12388F96A}"/>
              </a:ext>
            </a:extLst>
          </p:cNvPr>
          <p:cNvSpPr/>
          <p:nvPr/>
        </p:nvSpPr>
        <p:spPr>
          <a:xfrm>
            <a:off x="7729865" y="49717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5B4D80B-8E17-B002-D76E-AA14E631AECF}"/>
                  </a:ext>
                </a:extLst>
              </p:cNvPr>
              <p:cNvSpPr txBox="1"/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2176C8-1A75-E072-4775-8A45559B3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61617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3DC1CD-EAB5-A8F8-9ED6-FF27A33AAE4B}"/>
                  </a:ext>
                </a:extLst>
              </p:cNvPr>
              <p:cNvSpPr txBox="1"/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17BACC-7380-55C2-A965-34E076C24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61617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E23B046-60F8-3678-0857-605C1DAEBF2B}"/>
                  </a:ext>
                </a:extLst>
              </p:cNvPr>
              <p:cNvSpPr txBox="1"/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70CC61A-0EFD-09AD-5E73-71994C500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61617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9EBB5D-99E3-C8FA-114B-8F8AB2B01AAF}"/>
                  </a:ext>
                </a:extLst>
              </p:cNvPr>
              <p:cNvSpPr txBox="1"/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F401386-E90B-B061-E3B5-4FAEE7698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61617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7FED76D-E564-36D1-C42E-D11C5CEDA218}"/>
                  </a:ext>
                </a:extLst>
              </p:cNvPr>
              <p:cNvSpPr txBox="1"/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20C851-7F8B-63E3-DE50-FBEC7D788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61617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1B4931D-DC8D-9A11-4297-D2318F8C4550}"/>
              </a:ext>
            </a:extLst>
          </p:cNvPr>
          <p:cNvSpPr/>
          <p:nvPr/>
        </p:nvSpPr>
        <p:spPr>
          <a:xfrm>
            <a:off x="2732570" y="-1826674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27A0B1E-DD62-839B-0C03-1345C8C20D7F}"/>
              </a:ext>
            </a:extLst>
          </p:cNvPr>
          <p:cNvSpPr/>
          <p:nvPr/>
        </p:nvSpPr>
        <p:spPr>
          <a:xfrm>
            <a:off x="2867126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33CE7A9D-EFAA-CDDF-BF9D-F65A6C05939B}"/>
              </a:ext>
            </a:extLst>
          </p:cNvPr>
          <p:cNvSpPr/>
          <p:nvPr/>
        </p:nvSpPr>
        <p:spPr>
          <a:xfrm>
            <a:off x="4341510" y="-162906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FA660C7-E4FC-764B-8597-14A5935544D6}"/>
              </a:ext>
            </a:extLst>
          </p:cNvPr>
          <p:cNvSpPr/>
          <p:nvPr/>
        </p:nvSpPr>
        <p:spPr>
          <a:xfrm>
            <a:off x="5825295" y="-1629065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B2298FD-56BE-F6E9-C9F0-44D117D9D1A1}"/>
              </a:ext>
            </a:extLst>
          </p:cNvPr>
          <p:cNvSpPr/>
          <p:nvPr/>
        </p:nvSpPr>
        <p:spPr>
          <a:xfrm>
            <a:off x="7302668" y="-1629066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DC725C3-547A-F91B-5005-4CAB84EF36EF}"/>
              </a:ext>
            </a:extLst>
          </p:cNvPr>
          <p:cNvSpPr/>
          <p:nvPr/>
        </p:nvSpPr>
        <p:spPr>
          <a:xfrm>
            <a:off x="8779228" y="-1622218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3D817EC-3A0C-6717-0884-8606C2C3883E}"/>
              </a:ext>
            </a:extLst>
          </p:cNvPr>
          <p:cNvSpPr/>
          <p:nvPr/>
        </p:nvSpPr>
        <p:spPr>
          <a:xfrm>
            <a:off x="2867126" y="-616371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0F10B3D-2BA3-B18C-527F-F9BFA32D18A6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23530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729F882-C944-F6EB-29CB-4554AAAE7190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903087" y="-107080"/>
            <a:ext cx="0" cy="60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8BF0FBD-065F-1AD0-04C3-A45D9032088A}"/>
              </a:ext>
            </a:extLst>
          </p:cNvPr>
          <p:cNvCxnSpPr>
            <a:cxnSpLocks/>
          </p:cNvCxnSpPr>
          <p:nvPr/>
        </p:nvCxnSpPr>
        <p:spPr>
          <a:xfrm flipV="1">
            <a:off x="6382644" y="-107080"/>
            <a:ext cx="0" cy="59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9BF2D9B-E2DE-6B9F-30CD-FEA9C7E6E785}"/>
              </a:ext>
            </a:extLst>
          </p:cNvPr>
          <p:cNvCxnSpPr>
            <a:cxnSpLocks/>
          </p:cNvCxnSpPr>
          <p:nvPr/>
        </p:nvCxnSpPr>
        <p:spPr>
          <a:xfrm flipV="1">
            <a:off x="7862201" y="-10708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63DAE3A-8168-229C-8E59-0EE62A9650D7}"/>
              </a:ext>
            </a:extLst>
          </p:cNvPr>
          <p:cNvCxnSpPr>
            <a:cxnSpLocks/>
          </p:cNvCxnSpPr>
          <p:nvPr/>
        </p:nvCxnSpPr>
        <p:spPr>
          <a:xfrm flipV="1">
            <a:off x="9341757" y="-96190"/>
            <a:ext cx="0" cy="59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A483D97-3FE0-03E3-A53D-F99D0FAF1AF9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424474" y="-982560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2D83ED2-D609-ADA6-0D97-B58EA686F1D8}"/>
              </a:ext>
            </a:extLst>
          </p:cNvPr>
          <p:cNvCxnSpPr>
            <a:cxnSpLocks/>
          </p:cNvCxnSpPr>
          <p:nvPr/>
        </p:nvCxnSpPr>
        <p:spPr>
          <a:xfrm flipV="1">
            <a:off x="4903087" y="-975714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D97A0FB-CFD2-314F-F3CB-D15C396AF06C}"/>
              </a:ext>
            </a:extLst>
          </p:cNvPr>
          <p:cNvCxnSpPr>
            <a:cxnSpLocks/>
          </p:cNvCxnSpPr>
          <p:nvPr/>
        </p:nvCxnSpPr>
        <p:spPr>
          <a:xfrm flipV="1">
            <a:off x="6382644" y="-982562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421002D-7668-C43A-5DDA-585895AD4E96}"/>
              </a:ext>
            </a:extLst>
          </p:cNvPr>
          <p:cNvCxnSpPr>
            <a:cxnSpLocks/>
          </p:cNvCxnSpPr>
          <p:nvPr/>
        </p:nvCxnSpPr>
        <p:spPr>
          <a:xfrm flipV="1">
            <a:off x="7865816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656BF68-32BF-7718-36A0-7013926F5570}"/>
              </a:ext>
            </a:extLst>
          </p:cNvPr>
          <p:cNvCxnSpPr>
            <a:cxnSpLocks/>
          </p:cNvCxnSpPr>
          <p:nvPr/>
        </p:nvCxnSpPr>
        <p:spPr>
          <a:xfrm flipV="1">
            <a:off x="9352442" y="-975713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DB9F04F-1030-7618-F9A4-259A46B4FAFD}"/>
              </a:ext>
            </a:extLst>
          </p:cNvPr>
          <p:cNvCxnSpPr>
            <a:cxnSpLocks/>
          </p:cNvCxnSpPr>
          <p:nvPr/>
        </p:nvCxnSpPr>
        <p:spPr>
          <a:xfrm flipV="1">
            <a:off x="3424474" y="-1988407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522C960-41AE-4709-3B49-77AE30CC5E4D}"/>
              </a:ext>
            </a:extLst>
          </p:cNvPr>
          <p:cNvCxnSpPr>
            <a:cxnSpLocks/>
          </p:cNvCxnSpPr>
          <p:nvPr/>
        </p:nvCxnSpPr>
        <p:spPr>
          <a:xfrm flipV="1">
            <a:off x="4903087" y="-198156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462A77E-1E00-D844-055C-293ED4A6977C}"/>
              </a:ext>
            </a:extLst>
          </p:cNvPr>
          <p:cNvCxnSpPr>
            <a:cxnSpLocks/>
          </p:cNvCxnSpPr>
          <p:nvPr/>
        </p:nvCxnSpPr>
        <p:spPr>
          <a:xfrm flipV="1">
            <a:off x="6382644" y="-198840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1057DA8-99E9-F26A-4842-CDDAB2F1C280}"/>
              </a:ext>
            </a:extLst>
          </p:cNvPr>
          <p:cNvCxnSpPr>
            <a:cxnSpLocks/>
          </p:cNvCxnSpPr>
          <p:nvPr/>
        </p:nvCxnSpPr>
        <p:spPr>
          <a:xfrm flipV="1">
            <a:off x="7865816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C1EED7A-1E0C-AF13-528F-C976941EEFD7}"/>
              </a:ext>
            </a:extLst>
          </p:cNvPr>
          <p:cNvCxnSpPr>
            <a:cxnSpLocks/>
          </p:cNvCxnSpPr>
          <p:nvPr/>
        </p:nvCxnSpPr>
        <p:spPr>
          <a:xfrm flipV="1">
            <a:off x="9352442" y="-1981560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DE671A79-D750-70B8-8042-4D687F524E30}"/>
              </a:ext>
            </a:extLst>
          </p:cNvPr>
          <p:cNvSpPr/>
          <p:nvPr/>
        </p:nvSpPr>
        <p:spPr>
          <a:xfrm>
            <a:off x="3301878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C2F6039-E5B3-206E-969C-3A3ABDA073EC}"/>
              </a:ext>
            </a:extLst>
          </p:cNvPr>
          <p:cNvSpPr/>
          <p:nvPr/>
        </p:nvSpPr>
        <p:spPr>
          <a:xfrm>
            <a:off x="4781435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E4BDF50-09E9-32A7-2876-6FC50DB8CF46}"/>
              </a:ext>
            </a:extLst>
          </p:cNvPr>
          <p:cNvSpPr/>
          <p:nvPr/>
        </p:nvSpPr>
        <p:spPr>
          <a:xfrm>
            <a:off x="6260992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A7E64B0-C8FB-CDB7-428A-23409FF687C0}"/>
              </a:ext>
            </a:extLst>
          </p:cNvPr>
          <p:cNvSpPr/>
          <p:nvPr/>
        </p:nvSpPr>
        <p:spPr>
          <a:xfrm>
            <a:off x="9220106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245F2AC-1292-EDED-7C58-A85A84D3523E}"/>
              </a:ext>
            </a:extLst>
          </p:cNvPr>
          <p:cNvSpPr/>
          <p:nvPr/>
        </p:nvSpPr>
        <p:spPr>
          <a:xfrm>
            <a:off x="7740549" y="-281023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1289E98-01A8-8D77-2AA1-09A24B858EBF}"/>
              </a:ext>
            </a:extLst>
          </p:cNvPr>
          <p:cNvSpPr txBox="1"/>
          <p:nvPr/>
        </p:nvSpPr>
        <p:spPr>
          <a:xfrm>
            <a:off x="1398354" y="-1005630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3CC97-077A-342F-E5AA-BF669DF1A76F}"/>
              </a:ext>
            </a:extLst>
          </p:cNvPr>
          <p:cNvSpPr txBox="1"/>
          <p:nvPr/>
        </p:nvSpPr>
        <p:spPr>
          <a:xfrm>
            <a:off x="4831251" y="-562503"/>
            <a:ext cx="3085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F7207D-852A-B28B-5920-2BFD2E40A159}"/>
              </a:ext>
            </a:extLst>
          </p:cNvPr>
          <p:cNvSpPr txBox="1"/>
          <p:nvPr/>
        </p:nvSpPr>
        <p:spPr>
          <a:xfrm>
            <a:off x="1406468" y="2087828"/>
            <a:ext cx="1276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Position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E8D163-8CAB-776B-4240-CE54AF63BB4F}"/>
                  </a:ext>
                </a:extLst>
              </p:cNvPr>
              <p:cNvSpPr txBox="1"/>
              <p:nvPr/>
            </p:nvSpPr>
            <p:spPr>
              <a:xfrm>
                <a:off x="827366" y="3429000"/>
                <a:ext cx="1651270" cy="2566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E8D163-8CAB-776B-4240-CE54AF63B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66" y="3429000"/>
                <a:ext cx="1651270" cy="25661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C46FF4-8DD7-E34A-743F-97428CA810E2}"/>
              </a:ext>
            </a:extLst>
          </p:cNvPr>
          <p:cNvCxnSpPr>
            <a:cxnSpLocks/>
          </p:cNvCxnSpPr>
          <p:nvPr/>
        </p:nvCxnSpPr>
        <p:spPr>
          <a:xfrm flipV="1">
            <a:off x="837672" y="3530053"/>
            <a:ext cx="0" cy="2362052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29FA12-11F3-1EC8-E7CD-74F7870BAB66}"/>
                  </a:ext>
                </a:extLst>
              </p:cNvPr>
              <p:cNvSpPr txBox="1"/>
              <p:nvPr/>
            </p:nvSpPr>
            <p:spPr>
              <a:xfrm>
                <a:off x="675259" y="4454724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4A83CB-8678-8B1C-A4E0-9C0D9DB2D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59" y="4454724"/>
                <a:ext cx="264672" cy="369332"/>
              </a:xfrm>
              <a:prstGeom prst="rect">
                <a:avLst/>
              </a:prstGeom>
              <a:blipFill>
                <a:blip r:embed="rId13"/>
                <a:stretch>
                  <a:fillRect r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Sinusoidal position encoding">
            <a:extLst>
              <a:ext uri="{FF2B5EF4-FFF2-40B4-BE49-F238E27FC236}">
                <a16:creationId xmlns:a16="http://schemas.microsoft.com/office/drawing/2014/main" id="{AF0A8439-872B-E056-C9CF-2269AE30D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180" y="2558209"/>
            <a:ext cx="8910825" cy="430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4C8E6-B68C-3865-4033-C750A68BFE64}"/>
                  </a:ext>
                </a:extLst>
              </p:cNvPr>
              <p:cNvSpPr txBox="1"/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4C8E6-B68C-3865-4033-C750A68BF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963" y="2027657"/>
                <a:ext cx="1148770" cy="523220"/>
              </a:xfrm>
              <a:prstGeom prst="rect">
                <a:avLst/>
              </a:prstGeom>
              <a:blipFill>
                <a:blip r:embed="rId15"/>
                <a:stretch>
                  <a:fillRect l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708E48-73EF-1F65-DA26-761ADE2A4B1C}"/>
                  </a:ext>
                </a:extLst>
              </p:cNvPr>
              <p:cNvSpPr txBox="1"/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708E48-73EF-1F65-DA26-761ADE2A4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538" y="2029041"/>
                <a:ext cx="1235049" cy="5204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7F6373-2D57-DF78-F70F-1A48E4CDAFF4}"/>
                  </a:ext>
                </a:extLst>
              </p:cNvPr>
              <p:cNvSpPr txBox="1"/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7F6373-2D57-DF78-F70F-1A48E4CDA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392" y="2027657"/>
                <a:ext cx="1148770" cy="523220"/>
              </a:xfrm>
              <a:prstGeom prst="rect">
                <a:avLst/>
              </a:prstGeom>
              <a:blipFill>
                <a:blip r:embed="rId17"/>
                <a:stretch>
                  <a:fillRect l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99B90A-C4B1-EB86-87B0-11ECAD39E3FD}"/>
                  </a:ext>
                </a:extLst>
              </p:cNvPr>
              <p:cNvSpPr txBox="1"/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99B90A-C4B1-EB86-87B0-11ECAD39E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967" y="2027657"/>
                <a:ext cx="1235049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3B294C-F6F0-F6B1-C048-816C38CFE060}"/>
                  </a:ext>
                </a:extLst>
              </p:cNvPr>
              <p:cNvSpPr txBox="1"/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3B294C-F6F0-F6B1-C048-816C38CFE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21" y="2027657"/>
                <a:ext cx="1235049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736C092A-8168-748F-7BF5-08E2D91BAE08}"/>
              </a:ext>
            </a:extLst>
          </p:cNvPr>
          <p:cNvSpPr/>
          <p:nvPr/>
        </p:nvSpPr>
        <p:spPr>
          <a:xfrm>
            <a:off x="3212551" y="5480982"/>
            <a:ext cx="7478012" cy="9144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72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FB2540E-A2C5-7F19-1934-42F29A01A002}"/>
              </a:ext>
            </a:extLst>
          </p:cNvPr>
          <p:cNvSpPr txBox="1"/>
          <p:nvPr/>
        </p:nvSpPr>
        <p:spPr>
          <a:xfrm>
            <a:off x="699498" y="297992"/>
            <a:ext cx="35860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Positional encoding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BFC61-DF1B-E208-DD79-6673246F3B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86" y="260731"/>
            <a:ext cx="606778" cy="6067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3305593" y="366606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4785150" y="366606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6264707" y="366606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9223821" y="366606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7744264" y="366606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995CC-2B55-FA43-4653-70FCF26E69BA}"/>
              </a:ext>
            </a:extLst>
          </p:cNvPr>
          <p:cNvSpPr txBox="1"/>
          <p:nvPr/>
        </p:nvSpPr>
        <p:spPr>
          <a:xfrm>
            <a:off x="1412008" y="3726461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Positional embedding</a:t>
            </a:r>
            <a:endParaRPr lang="en-US" sz="2000" dirty="0">
              <a:highlight>
                <a:srgbClr val="FFFFFF"/>
              </a:highligh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209CAD-3AFA-B615-4250-3A555AE92D31}"/>
              </a:ext>
            </a:extLst>
          </p:cNvPr>
          <p:cNvCxnSpPr>
            <a:cxnSpLocks/>
          </p:cNvCxnSpPr>
          <p:nvPr/>
        </p:nvCxnSpPr>
        <p:spPr>
          <a:xfrm flipH="1" flipV="1">
            <a:off x="3022763" y="3666067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AAE1FE-0E50-DF04-5B2B-972D63B197A9}"/>
                  </a:ext>
                </a:extLst>
              </p:cNvPr>
              <p:cNvSpPr txBox="1"/>
              <p:nvPr/>
            </p:nvSpPr>
            <p:spPr>
              <a:xfrm>
                <a:off x="2869208" y="3895738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AAE1FE-0E50-DF04-5B2B-972D63B1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208" y="3895738"/>
                <a:ext cx="264672" cy="369332"/>
              </a:xfrm>
              <a:prstGeom prst="rect">
                <a:avLst/>
              </a:prstGeom>
              <a:blipFill>
                <a:blip r:embed="rId9"/>
                <a:stretch>
                  <a:fillRect r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02768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287412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125" y="5596022"/>
                <a:ext cx="264672" cy="369332"/>
              </a:xfrm>
              <a:prstGeom prst="rect">
                <a:avLst/>
              </a:prstGeom>
              <a:blipFill>
                <a:blip r:embed="rId10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D922F06-3A7E-0AE3-BFE0-0FE9666A1E0F}"/>
                  </a:ext>
                </a:extLst>
              </p:cNvPr>
              <p:cNvSpPr txBox="1"/>
              <p:nvPr/>
            </p:nvSpPr>
            <p:spPr>
              <a:xfrm>
                <a:off x="3347117" y="3773174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D922F06-3A7E-0AE3-BFE0-0FE9666A1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117" y="3773174"/>
                <a:ext cx="369549" cy="523220"/>
              </a:xfrm>
              <a:prstGeom prst="rect">
                <a:avLst/>
              </a:prstGeom>
              <a:blipFill>
                <a:blip r:embed="rId28"/>
                <a:stretch>
                  <a:fillRect l="-46667" r="-1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E4D6C4E-12A7-F065-AFC7-58688651C6D4}"/>
                  </a:ext>
                </a:extLst>
              </p:cNvPr>
              <p:cNvSpPr txBox="1"/>
              <p:nvPr/>
            </p:nvSpPr>
            <p:spPr>
              <a:xfrm>
                <a:off x="4829505" y="3773174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E4D6C4E-12A7-F065-AFC7-58688651C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505" y="3773174"/>
                <a:ext cx="369549" cy="523220"/>
              </a:xfrm>
              <a:prstGeom prst="rect">
                <a:avLst/>
              </a:prstGeom>
              <a:blipFill>
                <a:blip r:embed="rId29"/>
                <a:stretch>
                  <a:fillRect l="-50000" r="-1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EC27A6F-73D2-7B38-7971-73C938D7ECE4}"/>
                  </a:ext>
                </a:extLst>
              </p:cNvPr>
              <p:cNvSpPr txBox="1"/>
              <p:nvPr/>
            </p:nvSpPr>
            <p:spPr>
              <a:xfrm>
                <a:off x="6311893" y="3773174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EC27A6F-73D2-7B38-7971-73C938D7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893" y="3773174"/>
                <a:ext cx="369549" cy="523220"/>
              </a:xfrm>
              <a:prstGeom prst="rect">
                <a:avLst/>
              </a:prstGeom>
              <a:blipFill>
                <a:blip r:embed="rId30"/>
                <a:stretch>
                  <a:fillRect l="-45161" r="-967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27E25D1-B892-EA46-F476-BAF6A5B7B8A6}"/>
                  </a:ext>
                </a:extLst>
              </p:cNvPr>
              <p:cNvSpPr txBox="1"/>
              <p:nvPr/>
            </p:nvSpPr>
            <p:spPr>
              <a:xfrm>
                <a:off x="7794281" y="3773174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27E25D1-B892-EA46-F476-BAF6A5B7B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281" y="3773174"/>
                <a:ext cx="369549" cy="523220"/>
              </a:xfrm>
              <a:prstGeom prst="rect">
                <a:avLst/>
              </a:prstGeom>
              <a:blipFill>
                <a:blip r:embed="rId31"/>
                <a:stretch>
                  <a:fillRect l="-46667" r="-1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3CBDBA5-2CA0-082B-E181-3A19C7491303}"/>
                  </a:ext>
                </a:extLst>
              </p:cNvPr>
              <p:cNvSpPr txBox="1"/>
              <p:nvPr/>
            </p:nvSpPr>
            <p:spPr>
              <a:xfrm>
                <a:off x="9276668" y="3773174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3CBDBA5-2CA0-082B-E181-3A19C7491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668" y="3773174"/>
                <a:ext cx="369549" cy="523220"/>
              </a:xfrm>
              <a:prstGeom prst="rect">
                <a:avLst/>
              </a:prstGeom>
              <a:blipFill>
                <a:blip r:embed="rId32"/>
                <a:stretch>
                  <a:fillRect l="-46667" r="-1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435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370826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518782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666737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962649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814693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02768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287412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125" y="5596022"/>
                <a:ext cx="264672" cy="369332"/>
              </a:xfrm>
              <a:prstGeom prst="rect">
                <a:avLst/>
              </a:prstGeom>
              <a:blipFill>
                <a:blip r:embed="rId7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332227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342353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84059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352478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479655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489781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531487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499906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627346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637472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679179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647598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775623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785749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827456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795875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923900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934026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975733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944152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2732570" y="2833464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86D7F34-2EBB-491E-6FF9-1AB7E7B6EEA3}"/>
              </a:ext>
            </a:extLst>
          </p:cNvPr>
          <p:cNvSpPr/>
          <p:nvPr/>
        </p:nvSpPr>
        <p:spPr>
          <a:xfrm>
            <a:off x="2867126" y="303107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C8424D1-278D-86C3-C81E-E6E7E0291671}"/>
              </a:ext>
            </a:extLst>
          </p:cNvPr>
          <p:cNvSpPr/>
          <p:nvPr/>
        </p:nvSpPr>
        <p:spPr>
          <a:xfrm>
            <a:off x="4341510" y="303107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5E058F0-38DC-6E1C-AFD3-1BBC7B434FBD}"/>
              </a:ext>
            </a:extLst>
          </p:cNvPr>
          <p:cNvSpPr/>
          <p:nvPr/>
        </p:nvSpPr>
        <p:spPr>
          <a:xfrm>
            <a:off x="5825295" y="3031073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832F2D5-A30D-DF4B-86E5-E48A3DCCFDFC}"/>
              </a:ext>
            </a:extLst>
          </p:cNvPr>
          <p:cNvSpPr/>
          <p:nvPr/>
        </p:nvSpPr>
        <p:spPr>
          <a:xfrm>
            <a:off x="7302668" y="3031072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20C684A-1855-4072-10C0-524E64886529}"/>
              </a:ext>
            </a:extLst>
          </p:cNvPr>
          <p:cNvSpPr/>
          <p:nvPr/>
        </p:nvSpPr>
        <p:spPr>
          <a:xfrm>
            <a:off x="8779228" y="303792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05CFB16-3DA3-D439-6FA3-97E117814FBF}"/>
              </a:ext>
            </a:extLst>
          </p:cNvPr>
          <p:cNvSpPr/>
          <p:nvPr/>
        </p:nvSpPr>
        <p:spPr>
          <a:xfrm>
            <a:off x="2867126" y="4043767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A165817-7A94-FEAE-FE09-4307C99D975B}"/>
              </a:ext>
            </a:extLst>
          </p:cNvPr>
          <p:cNvSpPr txBox="1"/>
          <p:nvPr/>
        </p:nvSpPr>
        <p:spPr>
          <a:xfrm>
            <a:off x="4884711" y="4097635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F5E8A3B-46B6-C1D7-36F1-D06D589F8F0A}"/>
              </a:ext>
            </a:extLst>
          </p:cNvPr>
          <p:cNvCxnSpPr>
            <a:cxnSpLocks/>
            <a:endCxn id="91" idx="2"/>
          </p:cNvCxnSpPr>
          <p:nvPr/>
        </p:nvCxnSpPr>
        <p:spPr>
          <a:xfrm flipV="1">
            <a:off x="3424474" y="3677578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782F408-273B-944A-A367-ACA1C942FD17}"/>
              </a:ext>
            </a:extLst>
          </p:cNvPr>
          <p:cNvCxnSpPr>
            <a:cxnSpLocks/>
          </p:cNvCxnSpPr>
          <p:nvPr/>
        </p:nvCxnSpPr>
        <p:spPr>
          <a:xfrm flipV="1">
            <a:off x="4903087" y="3684424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C19E166-3313-1A5D-0E0D-FF853F7F0E00}"/>
              </a:ext>
            </a:extLst>
          </p:cNvPr>
          <p:cNvCxnSpPr>
            <a:cxnSpLocks/>
          </p:cNvCxnSpPr>
          <p:nvPr/>
        </p:nvCxnSpPr>
        <p:spPr>
          <a:xfrm flipV="1">
            <a:off x="6382644" y="3677576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FBEAE7A-CEB9-D9E5-8BD8-4666C8C944F5}"/>
              </a:ext>
            </a:extLst>
          </p:cNvPr>
          <p:cNvCxnSpPr>
            <a:cxnSpLocks/>
          </p:cNvCxnSpPr>
          <p:nvPr/>
        </p:nvCxnSpPr>
        <p:spPr>
          <a:xfrm flipV="1">
            <a:off x="7865816" y="3684425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45CC95-36AD-14D1-D72F-738780D9CA5D}"/>
              </a:ext>
            </a:extLst>
          </p:cNvPr>
          <p:cNvCxnSpPr>
            <a:cxnSpLocks/>
          </p:cNvCxnSpPr>
          <p:nvPr/>
        </p:nvCxnSpPr>
        <p:spPr>
          <a:xfrm flipV="1">
            <a:off x="9352442" y="3684425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788C73-4DDB-61C6-D10B-2DA7580DE74F}"/>
              </a:ext>
            </a:extLst>
          </p:cNvPr>
          <p:cNvCxnSpPr>
            <a:cxnSpLocks/>
          </p:cNvCxnSpPr>
          <p:nvPr/>
        </p:nvCxnSpPr>
        <p:spPr>
          <a:xfrm flipV="1">
            <a:off x="3424474" y="267173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FFB8861-85FD-48C4-D148-8A5E73B1CA37}"/>
              </a:ext>
            </a:extLst>
          </p:cNvPr>
          <p:cNvCxnSpPr>
            <a:cxnSpLocks/>
          </p:cNvCxnSpPr>
          <p:nvPr/>
        </p:nvCxnSpPr>
        <p:spPr>
          <a:xfrm flipV="1">
            <a:off x="4903087" y="2678577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BCA004-C677-E5C4-6934-D23F5F0BE7F0}"/>
              </a:ext>
            </a:extLst>
          </p:cNvPr>
          <p:cNvCxnSpPr>
            <a:cxnSpLocks/>
          </p:cNvCxnSpPr>
          <p:nvPr/>
        </p:nvCxnSpPr>
        <p:spPr>
          <a:xfrm flipV="1">
            <a:off x="6382644" y="267172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23749D-EA47-DA4A-74AD-67A62E01DF55}"/>
              </a:ext>
            </a:extLst>
          </p:cNvPr>
          <p:cNvCxnSpPr>
            <a:cxnSpLocks/>
          </p:cNvCxnSpPr>
          <p:nvPr/>
        </p:nvCxnSpPr>
        <p:spPr>
          <a:xfrm flipV="1">
            <a:off x="7865816" y="2678578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E342A6-1314-F0A6-BFBD-02790B03C5D5}"/>
              </a:ext>
            </a:extLst>
          </p:cNvPr>
          <p:cNvCxnSpPr>
            <a:cxnSpLocks/>
          </p:cNvCxnSpPr>
          <p:nvPr/>
        </p:nvCxnSpPr>
        <p:spPr>
          <a:xfrm flipV="1">
            <a:off x="9352442" y="2678578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5F11BDB-AC49-6ECF-EF3D-1FFB24E4A3D2}"/>
              </a:ext>
            </a:extLst>
          </p:cNvPr>
          <p:cNvSpPr/>
          <p:nvPr/>
        </p:nvSpPr>
        <p:spPr>
          <a:xfrm>
            <a:off x="3301878" y="184990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8AD913B-CBE2-E36A-AB29-9A4FB7E9D861}"/>
              </a:ext>
            </a:extLst>
          </p:cNvPr>
          <p:cNvSpPr/>
          <p:nvPr/>
        </p:nvSpPr>
        <p:spPr>
          <a:xfrm>
            <a:off x="4781435" y="184990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D4E5204-22BE-F275-E7FC-C3528EBDC0FD}"/>
              </a:ext>
            </a:extLst>
          </p:cNvPr>
          <p:cNvSpPr/>
          <p:nvPr/>
        </p:nvSpPr>
        <p:spPr>
          <a:xfrm>
            <a:off x="6260992" y="184990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36AB5C3-9A56-53FF-E08A-52EFE807CE63}"/>
              </a:ext>
            </a:extLst>
          </p:cNvPr>
          <p:cNvSpPr/>
          <p:nvPr/>
        </p:nvSpPr>
        <p:spPr>
          <a:xfrm>
            <a:off x="9220106" y="184990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D9D5392-34C6-CA04-54C6-ABBF022CE586}"/>
              </a:ext>
            </a:extLst>
          </p:cNvPr>
          <p:cNvSpPr/>
          <p:nvPr/>
        </p:nvSpPr>
        <p:spPr>
          <a:xfrm>
            <a:off x="7740549" y="184990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A117ED2-C18D-87D7-523F-B0518BF96197}"/>
              </a:ext>
            </a:extLst>
          </p:cNvPr>
          <p:cNvSpPr txBox="1"/>
          <p:nvPr/>
        </p:nvSpPr>
        <p:spPr>
          <a:xfrm>
            <a:off x="1398354" y="3654508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3423530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4897810" y="4538149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6388906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7858838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9348043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377473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734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0000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525712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122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5161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673951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510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822189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89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97042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285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340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/>
      <p:bldP spid="108" grpId="0" animBg="1"/>
      <p:bldP spid="109" grpId="0" animBg="1"/>
      <p:bldP spid="110" grpId="0" animBg="1"/>
      <p:bldP spid="111" grpId="0" animBg="1"/>
      <p:bldP spid="112" grpId="0" animBg="1"/>
      <p:bldP spid="11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370826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518782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666737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962649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814693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02768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287412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125" y="5596022"/>
                <a:ext cx="264672" cy="369332"/>
              </a:xfrm>
              <a:prstGeom prst="rect">
                <a:avLst/>
              </a:prstGeom>
              <a:blipFill>
                <a:blip r:embed="rId8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332227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342353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84059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352478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479655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489781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531487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499906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627346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637472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679179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647598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775623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785749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827456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795875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923900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934026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975733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944152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2732570" y="2833464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86D7F34-2EBB-491E-6FF9-1AB7E7B6EEA3}"/>
              </a:ext>
            </a:extLst>
          </p:cNvPr>
          <p:cNvSpPr/>
          <p:nvPr/>
        </p:nvSpPr>
        <p:spPr>
          <a:xfrm>
            <a:off x="2867126" y="303107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C8424D1-278D-86C3-C81E-E6E7E0291671}"/>
              </a:ext>
            </a:extLst>
          </p:cNvPr>
          <p:cNvSpPr/>
          <p:nvPr/>
        </p:nvSpPr>
        <p:spPr>
          <a:xfrm>
            <a:off x="4341510" y="303107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5E058F0-38DC-6E1C-AFD3-1BBC7B434FBD}"/>
              </a:ext>
            </a:extLst>
          </p:cNvPr>
          <p:cNvSpPr/>
          <p:nvPr/>
        </p:nvSpPr>
        <p:spPr>
          <a:xfrm>
            <a:off x="5825295" y="3031073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832F2D5-A30D-DF4B-86E5-E48A3DCCFDFC}"/>
              </a:ext>
            </a:extLst>
          </p:cNvPr>
          <p:cNvSpPr/>
          <p:nvPr/>
        </p:nvSpPr>
        <p:spPr>
          <a:xfrm>
            <a:off x="7302668" y="3031072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20C684A-1855-4072-10C0-524E64886529}"/>
              </a:ext>
            </a:extLst>
          </p:cNvPr>
          <p:cNvSpPr/>
          <p:nvPr/>
        </p:nvSpPr>
        <p:spPr>
          <a:xfrm>
            <a:off x="8779228" y="303792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05CFB16-3DA3-D439-6FA3-97E117814FBF}"/>
              </a:ext>
            </a:extLst>
          </p:cNvPr>
          <p:cNvSpPr/>
          <p:nvPr/>
        </p:nvSpPr>
        <p:spPr>
          <a:xfrm>
            <a:off x="2867126" y="4043767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F5E8A3B-46B6-C1D7-36F1-D06D589F8F0A}"/>
              </a:ext>
            </a:extLst>
          </p:cNvPr>
          <p:cNvCxnSpPr>
            <a:cxnSpLocks/>
            <a:endCxn id="91" idx="2"/>
          </p:cNvCxnSpPr>
          <p:nvPr/>
        </p:nvCxnSpPr>
        <p:spPr>
          <a:xfrm flipV="1">
            <a:off x="3424474" y="3677578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782F408-273B-944A-A367-ACA1C942FD17}"/>
              </a:ext>
            </a:extLst>
          </p:cNvPr>
          <p:cNvCxnSpPr>
            <a:cxnSpLocks/>
          </p:cNvCxnSpPr>
          <p:nvPr/>
        </p:nvCxnSpPr>
        <p:spPr>
          <a:xfrm flipV="1">
            <a:off x="4903087" y="3684424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C19E166-3313-1A5D-0E0D-FF853F7F0E00}"/>
              </a:ext>
            </a:extLst>
          </p:cNvPr>
          <p:cNvCxnSpPr>
            <a:cxnSpLocks/>
          </p:cNvCxnSpPr>
          <p:nvPr/>
        </p:nvCxnSpPr>
        <p:spPr>
          <a:xfrm flipV="1">
            <a:off x="6382644" y="3677576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FBEAE7A-CEB9-D9E5-8BD8-4666C8C944F5}"/>
              </a:ext>
            </a:extLst>
          </p:cNvPr>
          <p:cNvCxnSpPr>
            <a:cxnSpLocks/>
          </p:cNvCxnSpPr>
          <p:nvPr/>
        </p:nvCxnSpPr>
        <p:spPr>
          <a:xfrm flipV="1">
            <a:off x="7865816" y="3684425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45CC95-36AD-14D1-D72F-738780D9CA5D}"/>
              </a:ext>
            </a:extLst>
          </p:cNvPr>
          <p:cNvCxnSpPr>
            <a:cxnSpLocks/>
          </p:cNvCxnSpPr>
          <p:nvPr/>
        </p:nvCxnSpPr>
        <p:spPr>
          <a:xfrm flipV="1">
            <a:off x="9352442" y="3684425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788C73-4DDB-61C6-D10B-2DA7580DE74F}"/>
              </a:ext>
            </a:extLst>
          </p:cNvPr>
          <p:cNvCxnSpPr>
            <a:cxnSpLocks/>
          </p:cNvCxnSpPr>
          <p:nvPr/>
        </p:nvCxnSpPr>
        <p:spPr>
          <a:xfrm flipV="1">
            <a:off x="3424474" y="267173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FFB8861-85FD-48C4-D148-8A5E73B1CA37}"/>
              </a:ext>
            </a:extLst>
          </p:cNvPr>
          <p:cNvCxnSpPr>
            <a:cxnSpLocks/>
          </p:cNvCxnSpPr>
          <p:nvPr/>
        </p:nvCxnSpPr>
        <p:spPr>
          <a:xfrm flipV="1">
            <a:off x="4903087" y="2678577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BCA004-C677-E5C4-6934-D23F5F0BE7F0}"/>
              </a:ext>
            </a:extLst>
          </p:cNvPr>
          <p:cNvCxnSpPr>
            <a:cxnSpLocks/>
          </p:cNvCxnSpPr>
          <p:nvPr/>
        </p:nvCxnSpPr>
        <p:spPr>
          <a:xfrm flipV="1">
            <a:off x="6382644" y="267172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23749D-EA47-DA4A-74AD-67A62E01DF55}"/>
              </a:ext>
            </a:extLst>
          </p:cNvPr>
          <p:cNvCxnSpPr>
            <a:cxnSpLocks/>
          </p:cNvCxnSpPr>
          <p:nvPr/>
        </p:nvCxnSpPr>
        <p:spPr>
          <a:xfrm flipV="1">
            <a:off x="7865816" y="2678578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E342A6-1314-F0A6-BFBD-02790B03C5D5}"/>
              </a:ext>
            </a:extLst>
          </p:cNvPr>
          <p:cNvCxnSpPr>
            <a:cxnSpLocks/>
          </p:cNvCxnSpPr>
          <p:nvPr/>
        </p:nvCxnSpPr>
        <p:spPr>
          <a:xfrm flipV="1">
            <a:off x="9352442" y="2678578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A117ED2-C18D-87D7-523F-B0518BF96197}"/>
              </a:ext>
            </a:extLst>
          </p:cNvPr>
          <p:cNvSpPr txBox="1"/>
          <p:nvPr/>
        </p:nvSpPr>
        <p:spPr>
          <a:xfrm>
            <a:off x="1398354" y="3654508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3423530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4897810" y="4538149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6388906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7858838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9348043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377473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734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0000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525712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122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45161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673951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510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822189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898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97042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285" y="5484235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8C10D31-7DD8-65DA-FCC5-D05436E85A60}"/>
              </a:ext>
            </a:extLst>
          </p:cNvPr>
          <p:cNvGrpSpPr/>
          <p:nvPr/>
        </p:nvGrpSpPr>
        <p:grpSpPr>
          <a:xfrm>
            <a:off x="1397610" y="562646"/>
            <a:ext cx="8617516" cy="2119396"/>
            <a:chOff x="1654761" y="572092"/>
            <a:chExt cx="8617516" cy="2119396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5B516CE-C052-76D3-435E-4386C08B6971}"/>
                </a:ext>
              </a:extLst>
            </p:cNvPr>
            <p:cNvSpPr/>
            <p:nvPr/>
          </p:nvSpPr>
          <p:spPr>
            <a:xfrm>
              <a:off x="2988977" y="733827"/>
              <a:ext cx="7283300" cy="1957661"/>
            </a:xfrm>
            <a:prstGeom prst="roundRect">
              <a:avLst>
                <a:gd name="adj" fmla="val 3914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E524F885-0145-BA6E-0D5B-E8D3B857CB5F}"/>
                </a:ext>
              </a:extLst>
            </p:cNvPr>
            <p:cNvSpPr/>
            <p:nvPr/>
          </p:nvSpPr>
          <p:spPr>
            <a:xfrm>
              <a:off x="3123533" y="931437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36CB1A3C-C8D5-A5CD-A818-7AB673C87CD9}"/>
                </a:ext>
              </a:extLst>
            </p:cNvPr>
            <p:cNvSpPr/>
            <p:nvPr/>
          </p:nvSpPr>
          <p:spPr>
            <a:xfrm>
              <a:off x="4597917" y="931437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8FB8B8EC-FB89-DD6D-C2FE-4854F4888FA5}"/>
                </a:ext>
              </a:extLst>
            </p:cNvPr>
            <p:cNvSpPr/>
            <p:nvPr/>
          </p:nvSpPr>
          <p:spPr>
            <a:xfrm>
              <a:off x="6081702" y="931436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D4989A40-035A-A656-6926-861151A85559}"/>
                </a:ext>
              </a:extLst>
            </p:cNvPr>
            <p:cNvSpPr/>
            <p:nvPr/>
          </p:nvSpPr>
          <p:spPr>
            <a:xfrm>
              <a:off x="7559075" y="931435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D63D8663-9D4C-4139-6F0D-35DE4DD6AAAB}"/>
                </a:ext>
              </a:extLst>
            </p:cNvPr>
            <p:cNvSpPr/>
            <p:nvPr/>
          </p:nvSpPr>
          <p:spPr>
            <a:xfrm>
              <a:off x="9035635" y="938283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CC03205C-0911-B7D4-F04B-8C218A2847BA}"/>
                </a:ext>
              </a:extLst>
            </p:cNvPr>
            <p:cNvSpPr/>
            <p:nvPr/>
          </p:nvSpPr>
          <p:spPr>
            <a:xfrm>
              <a:off x="3123533" y="1944130"/>
              <a:ext cx="7026795" cy="509290"/>
            </a:xfrm>
            <a:prstGeom prst="roundRect">
              <a:avLst/>
            </a:prstGeom>
            <a:solidFill>
              <a:srgbClr val="FFE2B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8D5D1B2-1B51-6529-C8D7-7CDCDD507B7D}"/>
                </a:ext>
              </a:extLst>
            </p:cNvPr>
            <p:cNvSpPr txBox="1"/>
            <p:nvPr/>
          </p:nvSpPr>
          <p:spPr>
            <a:xfrm>
              <a:off x="5117177" y="1997998"/>
              <a:ext cx="305775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Multi-head Self-Attention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919FB23-8580-BCB4-CAB8-0AC1AE1002AE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3680881" y="1577941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77D3694-6827-067A-B5C1-ACEB5D046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9494" y="1584787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FC26B1A-E791-705E-55D8-790F6151B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9051" y="1577939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CA02CE3-E10F-8A71-5EDD-83222811B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223" y="1584788"/>
              <a:ext cx="0" cy="3593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E138066-52B4-9AEB-0686-6EF7A4697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8849" y="1584788"/>
              <a:ext cx="0" cy="3593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08DCEBB-795E-CA55-712A-A1A4ADC872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0881" y="572094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04CD155B-F5A6-B766-B3F3-EDD6D6786A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9494" y="578940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18B2281E-DD0C-2B5D-D5A1-C5243FE660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9051" y="572092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DE3AB63-752A-2B02-B059-B4CB9F28F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223" y="578941"/>
              <a:ext cx="0" cy="3593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D62B8E63-EFBA-EBB4-4777-97F2261BB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8849" y="578941"/>
              <a:ext cx="0" cy="3593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0E50AF1-1087-9484-9AE8-4A40F2D99CF1}"/>
                </a:ext>
              </a:extLst>
            </p:cNvPr>
            <p:cNvSpPr txBox="1"/>
            <p:nvPr/>
          </p:nvSpPr>
          <p:spPr>
            <a:xfrm>
              <a:off x="1654761" y="1554871"/>
              <a:ext cx="162515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202124"/>
                  </a:solidFill>
                  <a:highlight>
                    <a:srgbClr val="FFFFFF"/>
                  </a:highlight>
                  <a:latin typeface="Google Sans"/>
                </a:rPr>
                <a:t>Encoder #2</a:t>
              </a:r>
              <a:endParaRPr lang="en-US" sz="2000" dirty="0"/>
            </a:p>
          </p:txBody>
        </p:sp>
      </p:grpSp>
      <p:sp>
        <p:nvSpPr>
          <p:cNvPr id="129" name="Oval 128">
            <a:extLst>
              <a:ext uri="{FF2B5EF4-FFF2-40B4-BE49-F238E27FC236}">
                <a16:creationId xmlns:a16="http://schemas.microsoft.com/office/drawing/2014/main" id="{D2426A5A-7695-BE0D-D335-1D8983F05DAF}"/>
              </a:ext>
            </a:extLst>
          </p:cNvPr>
          <p:cNvSpPr/>
          <p:nvPr/>
        </p:nvSpPr>
        <p:spPr>
          <a:xfrm>
            <a:off x="6316094" y="423683"/>
            <a:ext cx="145624" cy="14562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206F3DB-C84B-B92C-630E-C260EA7322E0}"/>
              </a:ext>
            </a:extLst>
          </p:cNvPr>
          <p:cNvSpPr/>
          <p:nvPr/>
        </p:nvSpPr>
        <p:spPr>
          <a:xfrm>
            <a:off x="6316094" y="234243"/>
            <a:ext cx="145624" cy="14562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1C10E0C8-FBA3-BBF6-FD73-22C69C8439FE}"/>
              </a:ext>
            </a:extLst>
          </p:cNvPr>
          <p:cNvSpPr/>
          <p:nvPr/>
        </p:nvSpPr>
        <p:spPr>
          <a:xfrm>
            <a:off x="6316094" y="42542"/>
            <a:ext cx="145624" cy="14562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70FD7F6-DB87-7A4B-5AF6-C0C4545A272E}"/>
              </a:ext>
            </a:extLst>
          </p:cNvPr>
          <p:cNvSpPr txBox="1"/>
          <p:nvPr/>
        </p:nvSpPr>
        <p:spPr>
          <a:xfrm>
            <a:off x="4884711" y="4097635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833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9" grpId="1" animBg="1"/>
          <p:bldP spid="130" grpId="0" animBg="1"/>
          <p:bldP spid="131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9" grpId="1" animBg="1"/>
          <p:bldP spid="130" grpId="0" animBg="1"/>
          <p:bldP spid="131" grpId="0" animBg="1"/>
        </p:bldLst>
      </p:timing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2911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7707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2503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094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3976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064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2387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2855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58621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73676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87493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298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68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150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7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7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422" y="5462499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370826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518782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666737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962649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814693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02768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287412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125" y="5596022"/>
                <a:ext cx="264672" cy="369332"/>
              </a:xfrm>
              <a:prstGeom prst="rect">
                <a:avLst/>
              </a:prstGeom>
              <a:blipFill>
                <a:blip r:embed="rId8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332227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342353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84059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352478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479655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489781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531487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499906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627346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637472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679179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647598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775623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785749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827456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795875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923900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934026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975733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944152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2732570" y="2833464"/>
            <a:ext cx="7283300" cy="1957661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86D7F34-2EBB-491E-6FF9-1AB7E7B6EEA3}"/>
              </a:ext>
            </a:extLst>
          </p:cNvPr>
          <p:cNvSpPr/>
          <p:nvPr/>
        </p:nvSpPr>
        <p:spPr>
          <a:xfrm>
            <a:off x="2867126" y="303107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C8424D1-278D-86C3-C81E-E6E7E0291671}"/>
              </a:ext>
            </a:extLst>
          </p:cNvPr>
          <p:cNvSpPr/>
          <p:nvPr/>
        </p:nvSpPr>
        <p:spPr>
          <a:xfrm>
            <a:off x="4341510" y="3031074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5E058F0-38DC-6E1C-AFD3-1BBC7B434FBD}"/>
              </a:ext>
            </a:extLst>
          </p:cNvPr>
          <p:cNvSpPr/>
          <p:nvPr/>
        </p:nvSpPr>
        <p:spPr>
          <a:xfrm>
            <a:off x="5825295" y="3031073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832F2D5-A30D-DF4B-86E5-E48A3DCCFDFC}"/>
              </a:ext>
            </a:extLst>
          </p:cNvPr>
          <p:cNvSpPr/>
          <p:nvPr/>
        </p:nvSpPr>
        <p:spPr>
          <a:xfrm>
            <a:off x="7302668" y="3031072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20C684A-1855-4072-10C0-524E64886529}"/>
              </a:ext>
            </a:extLst>
          </p:cNvPr>
          <p:cNvSpPr/>
          <p:nvPr/>
        </p:nvSpPr>
        <p:spPr>
          <a:xfrm>
            <a:off x="8779228" y="303792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05CFB16-3DA3-D439-6FA3-97E117814FBF}"/>
              </a:ext>
            </a:extLst>
          </p:cNvPr>
          <p:cNvSpPr/>
          <p:nvPr/>
        </p:nvSpPr>
        <p:spPr>
          <a:xfrm>
            <a:off x="2867126" y="4043767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F5E8A3B-46B6-C1D7-36F1-D06D589F8F0A}"/>
              </a:ext>
            </a:extLst>
          </p:cNvPr>
          <p:cNvCxnSpPr>
            <a:cxnSpLocks/>
            <a:endCxn id="91" idx="2"/>
          </p:cNvCxnSpPr>
          <p:nvPr/>
        </p:nvCxnSpPr>
        <p:spPr>
          <a:xfrm flipV="1">
            <a:off x="3424474" y="3677578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782F408-273B-944A-A367-ACA1C942FD17}"/>
              </a:ext>
            </a:extLst>
          </p:cNvPr>
          <p:cNvCxnSpPr>
            <a:cxnSpLocks/>
          </p:cNvCxnSpPr>
          <p:nvPr/>
        </p:nvCxnSpPr>
        <p:spPr>
          <a:xfrm flipV="1">
            <a:off x="4903087" y="3684424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C19E166-3313-1A5D-0E0D-FF853F7F0E00}"/>
              </a:ext>
            </a:extLst>
          </p:cNvPr>
          <p:cNvCxnSpPr>
            <a:cxnSpLocks/>
          </p:cNvCxnSpPr>
          <p:nvPr/>
        </p:nvCxnSpPr>
        <p:spPr>
          <a:xfrm flipV="1">
            <a:off x="6382644" y="3677576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FBEAE7A-CEB9-D9E5-8BD8-4666C8C944F5}"/>
              </a:ext>
            </a:extLst>
          </p:cNvPr>
          <p:cNvCxnSpPr>
            <a:cxnSpLocks/>
          </p:cNvCxnSpPr>
          <p:nvPr/>
        </p:nvCxnSpPr>
        <p:spPr>
          <a:xfrm flipV="1">
            <a:off x="7865816" y="3684425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45CC95-36AD-14D1-D72F-738780D9CA5D}"/>
              </a:ext>
            </a:extLst>
          </p:cNvPr>
          <p:cNvCxnSpPr>
            <a:cxnSpLocks/>
          </p:cNvCxnSpPr>
          <p:nvPr/>
        </p:nvCxnSpPr>
        <p:spPr>
          <a:xfrm flipV="1">
            <a:off x="9352442" y="3684425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788C73-4DDB-61C6-D10B-2DA7580DE74F}"/>
              </a:ext>
            </a:extLst>
          </p:cNvPr>
          <p:cNvCxnSpPr>
            <a:cxnSpLocks/>
          </p:cNvCxnSpPr>
          <p:nvPr/>
        </p:nvCxnSpPr>
        <p:spPr>
          <a:xfrm flipV="1">
            <a:off x="3424474" y="2671731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FFB8861-85FD-48C4-D148-8A5E73B1CA37}"/>
              </a:ext>
            </a:extLst>
          </p:cNvPr>
          <p:cNvCxnSpPr>
            <a:cxnSpLocks/>
          </p:cNvCxnSpPr>
          <p:nvPr/>
        </p:nvCxnSpPr>
        <p:spPr>
          <a:xfrm flipV="1">
            <a:off x="4903087" y="2678577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BCA004-C677-E5C4-6934-D23F5F0BE7F0}"/>
              </a:ext>
            </a:extLst>
          </p:cNvPr>
          <p:cNvCxnSpPr>
            <a:cxnSpLocks/>
          </p:cNvCxnSpPr>
          <p:nvPr/>
        </p:nvCxnSpPr>
        <p:spPr>
          <a:xfrm flipV="1">
            <a:off x="6382644" y="2671729"/>
            <a:ext cx="0" cy="356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23749D-EA47-DA4A-74AD-67A62E01DF55}"/>
              </a:ext>
            </a:extLst>
          </p:cNvPr>
          <p:cNvCxnSpPr>
            <a:cxnSpLocks/>
          </p:cNvCxnSpPr>
          <p:nvPr/>
        </p:nvCxnSpPr>
        <p:spPr>
          <a:xfrm flipV="1">
            <a:off x="7865816" y="2678578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E342A6-1314-F0A6-BFBD-02790B03C5D5}"/>
              </a:ext>
            </a:extLst>
          </p:cNvPr>
          <p:cNvCxnSpPr>
            <a:cxnSpLocks/>
          </p:cNvCxnSpPr>
          <p:nvPr/>
        </p:nvCxnSpPr>
        <p:spPr>
          <a:xfrm flipV="1">
            <a:off x="9352442" y="2678578"/>
            <a:ext cx="0" cy="359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A117ED2-C18D-87D7-523F-B0518BF96197}"/>
              </a:ext>
            </a:extLst>
          </p:cNvPr>
          <p:cNvSpPr txBox="1"/>
          <p:nvPr/>
        </p:nvSpPr>
        <p:spPr>
          <a:xfrm>
            <a:off x="1398354" y="3654508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Encoder #1</a:t>
            </a:r>
            <a:endParaRPr lang="en-US" sz="20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3423530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4897810" y="4538149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6388906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7858838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9348043" y="4553057"/>
            <a:ext cx="0" cy="416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377473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734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0000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525712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122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45161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673951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510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822189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898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97042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285" y="5484235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8C10D31-7DD8-65DA-FCC5-D05436E85A60}"/>
              </a:ext>
            </a:extLst>
          </p:cNvPr>
          <p:cNvGrpSpPr/>
          <p:nvPr/>
        </p:nvGrpSpPr>
        <p:grpSpPr>
          <a:xfrm>
            <a:off x="1397610" y="562646"/>
            <a:ext cx="8617516" cy="2119396"/>
            <a:chOff x="1654761" y="572092"/>
            <a:chExt cx="8617516" cy="2119396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5B516CE-C052-76D3-435E-4386C08B6971}"/>
                </a:ext>
              </a:extLst>
            </p:cNvPr>
            <p:cNvSpPr/>
            <p:nvPr/>
          </p:nvSpPr>
          <p:spPr>
            <a:xfrm>
              <a:off x="2988977" y="733827"/>
              <a:ext cx="7283300" cy="1957661"/>
            </a:xfrm>
            <a:prstGeom prst="roundRect">
              <a:avLst>
                <a:gd name="adj" fmla="val 3914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E524F885-0145-BA6E-0D5B-E8D3B857CB5F}"/>
                </a:ext>
              </a:extLst>
            </p:cNvPr>
            <p:cNvSpPr/>
            <p:nvPr/>
          </p:nvSpPr>
          <p:spPr>
            <a:xfrm>
              <a:off x="3123533" y="931437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36CB1A3C-C8D5-A5CD-A818-7AB673C87CD9}"/>
                </a:ext>
              </a:extLst>
            </p:cNvPr>
            <p:cNvSpPr/>
            <p:nvPr/>
          </p:nvSpPr>
          <p:spPr>
            <a:xfrm>
              <a:off x="4597917" y="931437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8FB8B8EC-FB89-DD6D-C2FE-4854F4888FA5}"/>
                </a:ext>
              </a:extLst>
            </p:cNvPr>
            <p:cNvSpPr/>
            <p:nvPr/>
          </p:nvSpPr>
          <p:spPr>
            <a:xfrm>
              <a:off x="6081702" y="931436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D4989A40-035A-A656-6926-861151A85559}"/>
                </a:ext>
              </a:extLst>
            </p:cNvPr>
            <p:cNvSpPr/>
            <p:nvPr/>
          </p:nvSpPr>
          <p:spPr>
            <a:xfrm>
              <a:off x="7559075" y="931435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D63D8663-9D4C-4139-6F0D-35DE4DD6AAAB}"/>
                </a:ext>
              </a:extLst>
            </p:cNvPr>
            <p:cNvSpPr/>
            <p:nvPr/>
          </p:nvSpPr>
          <p:spPr>
            <a:xfrm>
              <a:off x="9035635" y="938283"/>
              <a:ext cx="1114695" cy="646505"/>
            </a:xfrm>
            <a:prstGeom prst="roundRect">
              <a:avLst/>
            </a:prstGeom>
            <a:solidFill>
              <a:srgbClr val="C3E9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Feed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Forward</a:t>
              </a: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CC03205C-0911-B7D4-F04B-8C218A2847BA}"/>
                </a:ext>
              </a:extLst>
            </p:cNvPr>
            <p:cNvSpPr/>
            <p:nvPr/>
          </p:nvSpPr>
          <p:spPr>
            <a:xfrm>
              <a:off x="3123533" y="1944130"/>
              <a:ext cx="7026795" cy="509290"/>
            </a:xfrm>
            <a:prstGeom prst="roundRect">
              <a:avLst/>
            </a:prstGeom>
            <a:solidFill>
              <a:srgbClr val="FFE2B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8D5D1B2-1B51-6529-C8D7-7CDCDD507B7D}"/>
                </a:ext>
              </a:extLst>
            </p:cNvPr>
            <p:cNvSpPr txBox="1"/>
            <p:nvPr/>
          </p:nvSpPr>
          <p:spPr>
            <a:xfrm>
              <a:off x="5117177" y="1997998"/>
              <a:ext cx="305775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Multi-head Self-Attention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919FB23-8580-BCB4-CAB8-0AC1AE1002AE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3680881" y="1577941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77D3694-6827-067A-B5C1-ACEB5D046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9494" y="1584787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FC26B1A-E791-705E-55D8-790F6151B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9051" y="1577939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CA02CE3-E10F-8A71-5EDD-83222811B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223" y="1584788"/>
              <a:ext cx="0" cy="3593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E138066-52B4-9AEB-0686-6EF7A4697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8849" y="1584788"/>
              <a:ext cx="0" cy="3593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08DCEBB-795E-CA55-712A-A1A4ADC872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0881" y="572094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04CD155B-F5A6-B766-B3F3-EDD6D6786A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9494" y="578940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18B2281E-DD0C-2B5D-D5A1-C5243FE660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9051" y="572092"/>
              <a:ext cx="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DE3AB63-752A-2B02-B059-B4CB9F28F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223" y="578941"/>
              <a:ext cx="0" cy="3593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D62B8E63-EFBA-EBB4-4777-97F2261BB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8849" y="578941"/>
              <a:ext cx="0" cy="3593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0E50AF1-1087-9484-9AE8-4A40F2D99CF1}"/>
                </a:ext>
              </a:extLst>
            </p:cNvPr>
            <p:cNvSpPr txBox="1"/>
            <p:nvPr/>
          </p:nvSpPr>
          <p:spPr>
            <a:xfrm>
              <a:off x="1654761" y="1554871"/>
              <a:ext cx="162515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202124"/>
                  </a:solidFill>
                  <a:highlight>
                    <a:srgbClr val="FFFFFF"/>
                  </a:highlight>
                  <a:latin typeface="Google Sans"/>
                </a:rPr>
                <a:t>Encoder #2</a:t>
              </a:r>
              <a:endParaRPr lang="en-US" sz="2000" dirty="0"/>
            </a:p>
          </p:txBody>
        </p:sp>
      </p:grpSp>
      <p:sp>
        <p:nvSpPr>
          <p:cNvPr id="129" name="Oval 128">
            <a:extLst>
              <a:ext uri="{FF2B5EF4-FFF2-40B4-BE49-F238E27FC236}">
                <a16:creationId xmlns:a16="http://schemas.microsoft.com/office/drawing/2014/main" id="{D2426A5A-7695-BE0D-D335-1D8983F05DAF}"/>
              </a:ext>
            </a:extLst>
          </p:cNvPr>
          <p:cNvSpPr/>
          <p:nvPr/>
        </p:nvSpPr>
        <p:spPr>
          <a:xfrm>
            <a:off x="6316094" y="423683"/>
            <a:ext cx="145624" cy="14562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206F3DB-C84B-B92C-630E-C260EA7322E0}"/>
              </a:ext>
            </a:extLst>
          </p:cNvPr>
          <p:cNvSpPr/>
          <p:nvPr/>
        </p:nvSpPr>
        <p:spPr>
          <a:xfrm>
            <a:off x="6316094" y="234243"/>
            <a:ext cx="145624" cy="14562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1C10E0C8-FBA3-BBF6-FD73-22C69C8439FE}"/>
              </a:ext>
            </a:extLst>
          </p:cNvPr>
          <p:cNvSpPr/>
          <p:nvPr/>
        </p:nvSpPr>
        <p:spPr>
          <a:xfrm>
            <a:off x="6316094" y="42542"/>
            <a:ext cx="145624" cy="14562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70FD7F6-DB87-7A4B-5AF6-C0C4545A272E}"/>
              </a:ext>
            </a:extLst>
          </p:cNvPr>
          <p:cNvSpPr txBox="1"/>
          <p:nvPr/>
        </p:nvSpPr>
        <p:spPr>
          <a:xfrm>
            <a:off x="4884711" y="4097635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223123B-8020-7AF9-77BD-C693935AC176}"/>
              </a:ext>
            </a:extLst>
          </p:cNvPr>
          <p:cNvGrpSpPr/>
          <p:nvPr/>
        </p:nvGrpSpPr>
        <p:grpSpPr>
          <a:xfrm>
            <a:off x="3585816" y="349667"/>
            <a:ext cx="6016291" cy="569595"/>
            <a:chOff x="3585816" y="349667"/>
            <a:chExt cx="6016291" cy="56959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5DAFB14B-A74E-F436-68AE-BC31B92E23F2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ADC337E-DFE3-14A3-B3EE-AC3943AC4007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95455A5-C8AA-5017-6E8D-04ECAA541136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D9DC8A1-4FC1-9E48-C216-24471794A61C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682E3F7-4987-3A58-1294-078713DF7443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A7E4361-8651-B650-CF75-EF6C1DEA98A9}"/>
              </a:ext>
            </a:extLst>
          </p:cNvPr>
          <p:cNvGrpSpPr/>
          <p:nvPr/>
        </p:nvGrpSpPr>
        <p:grpSpPr>
          <a:xfrm>
            <a:off x="3585816" y="1561966"/>
            <a:ext cx="6016291" cy="569595"/>
            <a:chOff x="3585816" y="349667"/>
            <a:chExt cx="6016291" cy="569595"/>
          </a:xfrm>
        </p:grpSpPr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DF2138F9-F612-18ED-F1BF-5F58AB9F5893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74902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479782A-A7F4-D68E-858B-E78AF7EF0607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74902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ACA224D9-209A-F94F-18F5-3B040AD68B54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74902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4DB17038-8B87-FC94-974E-DDB37EE4C181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74902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Arrow Connector 1023">
              <a:extLst>
                <a:ext uri="{FF2B5EF4-FFF2-40B4-BE49-F238E27FC236}">
                  <a16:creationId xmlns:a16="http://schemas.microsoft.com/office/drawing/2014/main" id="{D97387CC-05D9-8D45-CEC1-213E496AF72C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74902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7411DE9A-8CCF-2EAF-415C-219DA691C60C}"/>
              </a:ext>
            </a:extLst>
          </p:cNvPr>
          <p:cNvGrpSpPr/>
          <p:nvPr/>
        </p:nvGrpSpPr>
        <p:grpSpPr>
          <a:xfrm>
            <a:off x="3585816" y="2446457"/>
            <a:ext cx="6016291" cy="569595"/>
            <a:chOff x="3585816" y="349667"/>
            <a:chExt cx="6016291" cy="569595"/>
          </a:xfrm>
        </p:grpSpPr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D9590A11-B143-4C03-7FE8-5D606F971B1A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50196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Arrow Connector 1027">
              <a:extLst>
                <a:ext uri="{FF2B5EF4-FFF2-40B4-BE49-F238E27FC236}">
                  <a16:creationId xmlns:a16="http://schemas.microsoft.com/office/drawing/2014/main" id="{AA4AFF4E-A269-74BB-D64E-8CFEBFB97C60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50196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Arrow Connector 1028">
              <a:extLst>
                <a:ext uri="{FF2B5EF4-FFF2-40B4-BE49-F238E27FC236}">
                  <a16:creationId xmlns:a16="http://schemas.microsoft.com/office/drawing/2014/main" id="{22142985-7FD5-6CB5-D8D8-5AF6E24F3889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50196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Arrow Connector 1029">
              <a:extLst>
                <a:ext uri="{FF2B5EF4-FFF2-40B4-BE49-F238E27FC236}">
                  <a16:creationId xmlns:a16="http://schemas.microsoft.com/office/drawing/2014/main" id="{B1F15173-33FC-5CAF-7E1E-23D8DFB3F0C5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50196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AFCB1A0E-A02A-8640-E209-7CBFCC203AFA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50196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101B5978-D210-FD49-92DF-55329B26E533}"/>
              </a:ext>
            </a:extLst>
          </p:cNvPr>
          <p:cNvGrpSpPr/>
          <p:nvPr/>
        </p:nvGrpSpPr>
        <p:grpSpPr>
          <a:xfrm>
            <a:off x="3585816" y="3659420"/>
            <a:ext cx="6016291" cy="569595"/>
            <a:chOff x="3585816" y="349667"/>
            <a:chExt cx="6016291" cy="569595"/>
          </a:xfrm>
        </p:grpSpPr>
        <p:cxnSp>
          <p:nvCxnSpPr>
            <p:cNvPr id="1033" name="Straight Arrow Connector 1032">
              <a:extLst>
                <a:ext uri="{FF2B5EF4-FFF2-40B4-BE49-F238E27FC236}">
                  <a16:creationId xmlns:a16="http://schemas.microsoft.com/office/drawing/2014/main" id="{44ABF387-604C-5F34-20E1-4646D93A5AD9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25098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Arrow Connector 1033">
              <a:extLst>
                <a:ext uri="{FF2B5EF4-FFF2-40B4-BE49-F238E27FC236}">
                  <a16:creationId xmlns:a16="http://schemas.microsoft.com/office/drawing/2014/main" id="{F54D1E4D-DC24-A990-E959-6F231D984ED1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25098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Arrow Connector 1034">
              <a:extLst>
                <a:ext uri="{FF2B5EF4-FFF2-40B4-BE49-F238E27FC236}">
                  <a16:creationId xmlns:a16="http://schemas.microsoft.com/office/drawing/2014/main" id="{8EFDDA33-5C11-8119-601D-E9E1840614F9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25098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Arrow Connector 1035">
              <a:extLst>
                <a:ext uri="{FF2B5EF4-FFF2-40B4-BE49-F238E27FC236}">
                  <a16:creationId xmlns:a16="http://schemas.microsoft.com/office/drawing/2014/main" id="{4F897E90-D455-8A21-BD93-6677554494EF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25098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Arrow Connector 1036">
              <a:extLst>
                <a:ext uri="{FF2B5EF4-FFF2-40B4-BE49-F238E27FC236}">
                  <a16:creationId xmlns:a16="http://schemas.microsoft.com/office/drawing/2014/main" id="{18805CAD-3C63-7C5F-48D9-C5F64048DA19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25098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1A14D49E-736C-BE22-A3F9-290EC32E0AFD}"/>
              </a:ext>
            </a:extLst>
          </p:cNvPr>
          <p:cNvGrpSpPr/>
          <p:nvPr/>
        </p:nvGrpSpPr>
        <p:grpSpPr>
          <a:xfrm>
            <a:off x="3580366" y="4553513"/>
            <a:ext cx="6016291" cy="569595"/>
            <a:chOff x="3585816" y="349667"/>
            <a:chExt cx="6016291" cy="569595"/>
          </a:xfrm>
        </p:grpSpPr>
        <p:cxnSp>
          <p:nvCxnSpPr>
            <p:cNvPr id="1039" name="Straight Arrow Connector 1038">
              <a:extLst>
                <a:ext uri="{FF2B5EF4-FFF2-40B4-BE49-F238E27FC236}">
                  <a16:creationId xmlns:a16="http://schemas.microsoft.com/office/drawing/2014/main" id="{F3DF6933-1CAB-08E1-9BAE-DFA17E8FB872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9804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Arrow Connector 1039">
              <a:extLst>
                <a:ext uri="{FF2B5EF4-FFF2-40B4-BE49-F238E27FC236}">
                  <a16:creationId xmlns:a16="http://schemas.microsoft.com/office/drawing/2014/main" id="{D6B37DAA-4F9E-A282-D7F3-B56DB726E315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9804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FA301D81-F54E-97D3-2FA6-B10F2D690C00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9804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1BC94695-0F8A-DC90-3DF5-FF5C79D0E85F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9804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Arrow Connector 1042">
              <a:extLst>
                <a:ext uri="{FF2B5EF4-FFF2-40B4-BE49-F238E27FC236}">
                  <a16:creationId xmlns:a16="http://schemas.microsoft.com/office/drawing/2014/main" id="{22B6BB61-4683-BAB3-F3B5-DF7F394CBFA0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>
                  <a:alpha val="9804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4304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extBox 1041">
            <a:extLst>
              <a:ext uri="{FF2B5EF4-FFF2-40B4-BE49-F238E27FC236}">
                <a16:creationId xmlns:a16="http://schemas.microsoft.com/office/drawing/2014/main" id="{4F3A1B79-A720-FDEE-4DAC-7078F73AC4E1}"/>
              </a:ext>
            </a:extLst>
          </p:cNvPr>
          <p:cNvSpPr txBox="1"/>
          <p:nvPr/>
        </p:nvSpPr>
        <p:spPr>
          <a:xfrm>
            <a:off x="605893" y="174387"/>
            <a:ext cx="3326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Residual connection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46627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61423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76219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105810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27692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27780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46103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56571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72337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87392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101209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91014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507986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655942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803897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1099809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951853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439928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blipFill>
                <a:blip r:embed="rId7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469387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479513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21219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489638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616815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626941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668647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637066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764506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774632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816339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784758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912783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922909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964616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933035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1061060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1071186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1112893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1081312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3669677" y="1334530"/>
            <a:ext cx="8114283" cy="3456595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86D7F34-2EBB-491E-6FF9-1AB7E7B6EEA3}"/>
              </a:ext>
            </a:extLst>
          </p:cNvPr>
          <p:cNvSpPr/>
          <p:nvPr/>
        </p:nvSpPr>
        <p:spPr>
          <a:xfrm>
            <a:off x="4238726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C8424D1-278D-86C3-C81E-E6E7E0291671}"/>
              </a:ext>
            </a:extLst>
          </p:cNvPr>
          <p:cNvSpPr/>
          <p:nvPr/>
        </p:nvSpPr>
        <p:spPr>
          <a:xfrm>
            <a:off x="5713110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5E058F0-38DC-6E1C-AFD3-1BBC7B434FBD}"/>
              </a:ext>
            </a:extLst>
          </p:cNvPr>
          <p:cNvSpPr/>
          <p:nvPr/>
        </p:nvSpPr>
        <p:spPr>
          <a:xfrm>
            <a:off x="7196895" y="229510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832F2D5-A30D-DF4B-86E5-E48A3DCCFDFC}"/>
              </a:ext>
            </a:extLst>
          </p:cNvPr>
          <p:cNvSpPr/>
          <p:nvPr/>
        </p:nvSpPr>
        <p:spPr>
          <a:xfrm>
            <a:off x="8674268" y="2295099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20C684A-1855-4072-10C0-524E64886529}"/>
              </a:ext>
            </a:extLst>
          </p:cNvPr>
          <p:cNvSpPr/>
          <p:nvPr/>
        </p:nvSpPr>
        <p:spPr>
          <a:xfrm>
            <a:off x="10150828" y="2301947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05CFB16-3DA3-D439-6FA3-97E117814FBF}"/>
              </a:ext>
            </a:extLst>
          </p:cNvPr>
          <p:cNvSpPr/>
          <p:nvPr/>
        </p:nvSpPr>
        <p:spPr>
          <a:xfrm>
            <a:off x="4238726" y="3872348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F5E8A3B-46B6-C1D7-36F1-D06D589F8F0A}"/>
              </a:ext>
            </a:extLst>
          </p:cNvPr>
          <p:cNvCxnSpPr>
            <a:cxnSpLocks/>
          </p:cNvCxnSpPr>
          <p:nvPr/>
        </p:nvCxnSpPr>
        <p:spPr>
          <a:xfrm flipV="1">
            <a:off x="479607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782F408-273B-944A-A367-ACA1C942FD17}"/>
              </a:ext>
            </a:extLst>
          </p:cNvPr>
          <p:cNvCxnSpPr>
            <a:cxnSpLocks/>
          </p:cNvCxnSpPr>
          <p:nvPr/>
        </p:nvCxnSpPr>
        <p:spPr>
          <a:xfrm flipV="1">
            <a:off x="6274687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C19E166-3313-1A5D-0E0D-FF853F7F0E00}"/>
              </a:ext>
            </a:extLst>
          </p:cNvPr>
          <p:cNvCxnSpPr>
            <a:cxnSpLocks/>
          </p:cNvCxnSpPr>
          <p:nvPr/>
        </p:nvCxnSpPr>
        <p:spPr>
          <a:xfrm flipV="1">
            <a:off x="775424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FBEAE7A-CEB9-D9E5-8BD8-4666C8C944F5}"/>
              </a:ext>
            </a:extLst>
          </p:cNvPr>
          <p:cNvCxnSpPr>
            <a:cxnSpLocks/>
          </p:cNvCxnSpPr>
          <p:nvPr/>
        </p:nvCxnSpPr>
        <p:spPr>
          <a:xfrm flipV="1">
            <a:off x="9237416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45CC95-36AD-14D1-D72F-738780D9CA5D}"/>
              </a:ext>
            </a:extLst>
          </p:cNvPr>
          <p:cNvCxnSpPr>
            <a:cxnSpLocks/>
          </p:cNvCxnSpPr>
          <p:nvPr/>
        </p:nvCxnSpPr>
        <p:spPr>
          <a:xfrm flipV="1">
            <a:off x="10724042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788C73-4DDB-61C6-D10B-2DA7580DE74F}"/>
              </a:ext>
            </a:extLst>
          </p:cNvPr>
          <p:cNvCxnSpPr>
            <a:cxnSpLocks/>
          </p:cNvCxnSpPr>
          <p:nvPr/>
        </p:nvCxnSpPr>
        <p:spPr>
          <a:xfrm flipV="1">
            <a:off x="4796074" y="1106380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FFB8861-85FD-48C4-D148-8A5E73B1CA37}"/>
              </a:ext>
            </a:extLst>
          </p:cNvPr>
          <p:cNvCxnSpPr>
            <a:cxnSpLocks/>
          </p:cNvCxnSpPr>
          <p:nvPr/>
        </p:nvCxnSpPr>
        <p:spPr>
          <a:xfrm flipV="1">
            <a:off x="6274687" y="1113226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BCA004-C677-E5C4-6934-D23F5F0BE7F0}"/>
              </a:ext>
            </a:extLst>
          </p:cNvPr>
          <p:cNvCxnSpPr>
            <a:cxnSpLocks/>
          </p:cNvCxnSpPr>
          <p:nvPr/>
        </p:nvCxnSpPr>
        <p:spPr>
          <a:xfrm flipV="1">
            <a:off x="7754244" y="1106378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23749D-EA47-DA4A-74AD-67A62E01DF55}"/>
              </a:ext>
            </a:extLst>
          </p:cNvPr>
          <p:cNvCxnSpPr>
            <a:cxnSpLocks/>
          </p:cNvCxnSpPr>
          <p:nvPr/>
        </p:nvCxnSpPr>
        <p:spPr>
          <a:xfrm flipV="1">
            <a:off x="9237416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E342A6-1314-F0A6-BFBD-02790B03C5D5}"/>
              </a:ext>
            </a:extLst>
          </p:cNvPr>
          <p:cNvCxnSpPr>
            <a:cxnSpLocks/>
          </p:cNvCxnSpPr>
          <p:nvPr/>
        </p:nvCxnSpPr>
        <p:spPr>
          <a:xfrm flipV="1">
            <a:off x="10724042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4795130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6269410" y="4389243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7760506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9230438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10719643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0000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5161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D8114F1-56E2-DBC6-79E4-FCD6B6D82A47}"/>
              </a:ext>
            </a:extLst>
          </p:cNvPr>
          <p:cNvSpPr/>
          <p:nvPr/>
        </p:nvSpPr>
        <p:spPr>
          <a:xfrm>
            <a:off x="4673478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5F137-80EB-FAD5-8D3D-8001E20D4EAA}"/>
              </a:ext>
            </a:extLst>
          </p:cNvPr>
          <p:cNvSpPr/>
          <p:nvPr/>
        </p:nvSpPr>
        <p:spPr>
          <a:xfrm>
            <a:off x="6153035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87B215-F78B-EB77-9A48-F792F4F0B59A}"/>
              </a:ext>
            </a:extLst>
          </p:cNvPr>
          <p:cNvSpPr/>
          <p:nvPr/>
        </p:nvSpPr>
        <p:spPr>
          <a:xfrm>
            <a:off x="7632592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B88E6-B7F2-65B6-9F65-6B9225D7CDDF}"/>
              </a:ext>
            </a:extLst>
          </p:cNvPr>
          <p:cNvSpPr/>
          <p:nvPr/>
        </p:nvSpPr>
        <p:spPr>
          <a:xfrm>
            <a:off x="10591706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8E22A-28B4-BA3A-09CF-67835F2517F4}"/>
              </a:ext>
            </a:extLst>
          </p:cNvPr>
          <p:cNvSpPr/>
          <p:nvPr/>
        </p:nvSpPr>
        <p:spPr>
          <a:xfrm>
            <a:off x="9112149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3A93B0-0569-6AB8-50C8-AA8072C26E86}"/>
              </a:ext>
            </a:extLst>
          </p:cNvPr>
          <p:cNvGrpSpPr/>
          <p:nvPr/>
        </p:nvGrpSpPr>
        <p:grpSpPr>
          <a:xfrm>
            <a:off x="4698814" y="3533525"/>
            <a:ext cx="202517" cy="202517"/>
            <a:chOff x="361477" y="1105173"/>
            <a:chExt cx="353898" cy="35389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E46B41C-290F-603E-5774-3778F8A48B1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ultiply 37">
              <a:extLst>
                <a:ext uri="{FF2B5EF4-FFF2-40B4-BE49-F238E27FC236}">
                  <a16:creationId xmlns:a16="http://schemas.microsoft.com/office/drawing/2014/main" id="{F3BA0CE8-C00C-EB84-499C-AEC38D0D4BA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203B5DCB-242A-D5D3-BE7A-A9983619BF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24" y="56207"/>
            <a:ext cx="606778" cy="606778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5B071AE-CF72-D802-F557-73C78397CFC5}"/>
              </a:ext>
            </a:extLst>
          </p:cNvPr>
          <p:cNvCxnSpPr>
            <a:cxnSpLocks/>
          </p:cNvCxnSpPr>
          <p:nvPr/>
        </p:nvCxnSpPr>
        <p:spPr>
          <a:xfrm flipV="1">
            <a:off x="4172370" y="3634754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36547FD-D3F8-FC01-BC2A-54E5FEECF6A0}"/>
              </a:ext>
            </a:extLst>
          </p:cNvPr>
          <p:cNvCxnSpPr>
            <a:cxnSpLocks/>
          </p:cNvCxnSpPr>
          <p:nvPr/>
        </p:nvCxnSpPr>
        <p:spPr>
          <a:xfrm>
            <a:off x="4172370" y="363475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DA0417-351A-60DC-00B1-D9E58AE7F508}"/>
              </a:ext>
            </a:extLst>
          </p:cNvPr>
          <p:cNvCxnSpPr>
            <a:cxnSpLocks/>
          </p:cNvCxnSpPr>
          <p:nvPr/>
        </p:nvCxnSpPr>
        <p:spPr>
          <a:xfrm>
            <a:off x="4172370" y="467847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CE888FCA-8851-B3E9-9E39-0FA283AA8B68}"/>
              </a:ext>
            </a:extLst>
          </p:cNvPr>
          <p:cNvGrpSpPr/>
          <p:nvPr/>
        </p:nvGrpSpPr>
        <p:grpSpPr>
          <a:xfrm>
            <a:off x="4698814" y="1940164"/>
            <a:ext cx="202517" cy="202517"/>
            <a:chOff x="361477" y="1105173"/>
            <a:chExt cx="353898" cy="353898"/>
          </a:xfrm>
        </p:grpSpPr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CF9FF6E8-12C9-4F39-E5AB-B8C56DB6D24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Multiply 1033">
              <a:extLst>
                <a:ext uri="{FF2B5EF4-FFF2-40B4-BE49-F238E27FC236}">
                  <a16:creationId xmlns:a16="http://schemas.microsoft.com/office/drawing/2014/main" id="{4977346A-041A-252B-82CE-BC36204F520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30AE736-4300-A5E9-4F31-BC1CE1013679}"/>
              </a:ext>
            </a:extLst>
          </p:cNvPr>
          <p:cNvCxnSpPr>
            <a:cxnSpLocks/>
          </p:cNvCxnSpPr>
          <p:nvPr/>
        </p:nvCxnSpPr>
        <p:spPr>
          <a:xfrm flipV="1">
            <a:off x="4172370" y="2041393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B51CA33B-27B7-2B6C-F6A5-D6B8DEDD2B7D}"/>
              </a:ext>
            </a:extLst>
          </p:cNvPr>
          <p:cNvCxnSpPr>
            <a:cxnSpLocks/>
          </p:cNvCxnSpPr>
          <p:nvPr/>
        </p:nvCxnSpPr>
        <p:spPr>
          <a:xfrm>
            <a:off x="4172370" y="2041393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CA3B4ED6-7000-F760-5A42-ACE5E849F092}"/>
              </a:ext>
            </a:extLst>
          </p:cNvPr>
          <p:cNvCxnSpPr>
            <a:cxnSpLocks/>
          </p:cNvCxnSpPr>
          <p:nvPr/>
        </p:nvCxnSpPr>
        <p:spPr>
          <a:xfrm>
            <a:off x="4172370" y="3085110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F43592DC-F01E-3196-D5EB-5D20B0AD04E2}"/>
              </a:ext>
            </a:extLst>
          </p:cNvPr>
          <p:cNvGrpSpPr/>
          <p:nvPr/>
        </p:nvGrpSpPr>
        <p:grpSpPr>
          <a:xfrm>
            <a:off x="6160600" y="3539141"/>
            <a:ext cx="202517" cy="202517"/>
            <a:chOff x="361477" y="1105173"/>
            <a:chExt cx="353898" cy="353898"/>
          </a:xfrm>
        </p:grpSpPr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6C80E4A4-059C-DE34-EE83-55756C2C393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Multiply 1044">
              <a:extLst>
                <a:ext uri="{FF2B5EF4-FFF2-40B4-BE49-F238E27FC236}">
                  <a16:creationId xmlns:a16="http://schemas.microsoft.com/office/drawing/2014/main" id="{7C6A6CEB-D991-BD36-DC1B-6237704B2B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C95EF342-FB78-D6E3-5BC8-F8ACC635161E}"/>
              </a:ext>
            </a:extLst>
          </p:cNvPr>
          <p:cNvCxnSpPr>
            <a:cxnSpLocks/>
          </p:cNvCxnSpPr>
          <p:nvPr/>
        </p:nvCxnSpPr>
        <p:spPr>
          <a:xfrm flipV="1">
            <a:off x="5634156" y="3640370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F9F183E7-E03B-C86B-3957-5C61D124FEB3}"/>
              </a:ext>
            </a:extLst>
          </p:cNvPr>
          <p:cNvCxnSpPr>
            <a:cxnSpLocks/>
          </p:cNvCxnSpPr>
          <p:nvPr/>
        </p:nvCxnSpPr>
        <p:spPr>
          <a:xfrm>
            <a:off x="5634156" y="364037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5D2D43A0-3ECA-17C8-9F71-90E53C5A05A6}"/>
              </a:ext>
            </a:extLst>
          </p:cNvPr>
          <p:cNvCxnSpPr>
            <a:cxnSpLocks/>
          </p:cNvCxnSpPr>
          <p:nvPr/>
        </p:nvCxnSpPr>
        <p:spPr>
          <a:xfrm>
            <a:off x="5634156" y="468408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FCF1361C-7F0E-8B16-6E7D-C84679E6AE38}"/>
              </a:ext>
            </a:extLst>
          </p:cNvPr>
          <p:cNvGrpSpPr/>
          <p:nvPr/>
        </p:nvGrpSpPr>
        <p:grpSpPr>
          <a:xfrm>
            <a:off x="6160600" y="1945780"/>
            <a:ext cx="202517" cy="202517"/>
            <a:chOff x="361477" y="1105173"/>
            <a:chExt cx="353898" cy="353898"/>
          </a:xfrm>
        </p:grpSpPr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C2439A20-C407-7A79-29FF-0F42401906A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Multiply 1051">
              <a:extLst>
                <a:ext uri="{FF2B5EF4-FFF2-40B4-BE49-F238E27FC236}">
                  <a16:creationId xmlns:a16="http://schemas.microsoft.com/office/drawing/2014/main" id="{474A970E-DD53-E61A-0CB8-871663F445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66BC1211-AD6B-F077-7D65-9B51AC411106}"/>
              </a:ext>
            </a:extLst>
          </p:cNvPr>
          <p:cNvCxnSpPr>
            <a:cxnSpLocks/>
          </p:cNvCxnSpPr>
          <p:nvPr/>
        </p:nvCxnSpPr>
        <p:spPr>
          <a:xfrm flipV="1">
            <a:off x="5634156" y="204700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F8806773-99EF-E088-5AD4-127D314040BB}"/>
              </a:ext>
            </a:extLst>
          </p:cNvPr>
          <p:cNvCxnSpPr>
            <a:cxnSpLocks/>
          </p:cNvCxnSpPr>
          <p:nvPr/>
        </p:nvCxnSpPr>
        <p:spPr>
          <a:xfrm>
            <a:off x="5634156" y="204700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83B91F94-5D4C-295F-65E4-5D54E447407A}"/>
              </a:ext>
            </a:extLst>
          </p:cNvPr>
          <p:cNvCxnSpPr>
            <a:cxnSpLocks/>
          </p:cNvCxnSpPr>
          <p:nvPr/>
        </p:nvCxnSpPr>
        <p:spPr>
          <a:xfrm>
            <a:off x="5634156" y="309072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EC89BF28-4213-6D6B-0301-BBB11AD45D1B}"/>
              </a:ext>
            </a:extLst>
          </p:cNvPr>
          <p:cNvGrpSpPr/>
          <p:nvPr/>
        </p:nvGrpSpPr>
        <p:grpSpPr>
          <a:xfrm>
            <a:off x="7657314" y="3535150"/>
            <a:ext cx="202517" cy="202517"/>
            <a:chOff x="361477" y="1105173"/>
            <a:chExt cx="353898" cy="353898"/>
          </a:xfrm>
        </p:grpSpPr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6CBD57F2-4FD6-F996-9E01-193BD8CF9F3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Multiply 1058">
              <a:extLst>
                <a:ext uri="{FF2B5EF4-FFF2-40B4-BE49-F238E27FC236}">
                  <a16:creationId xmlns:a16="http://schemas.microsoft.com/office/drawing/2014/main" id="{8F6407A0-9AD7-225F-A780-387BDF008E0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92553498-B052-0687-95A4-54B91C88AECF}"/>
              </a:ext>
            </a:extLst>
          </p:cNvPr>
          <p:cNvCxnSpPr>
            <a:cxnSpLocks/>
          </p:cNvCxnSpPr>
          <p:nvPr/>
        </p:nvCxnSpPr>
        <p:spPr>
          <a:xfrm flipV="1">
            <a:off x="7130870" y="363637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08340E8E-17CC-99E8-3CBC-9161AABEF27E}"/>
              </a:ext>
            </a:extLst>
          </p:cNvPr>
          <p:cNvCxnSpPr>
            <a:cxnSpLocks/>
          </p:cNvCxnSpPr>
          <p:nvPr/>
        </p:nvCxnSpPr>
        <p:spPr>
          <a:xfrm>
            <a:off x="7130870" y="36363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D0FCB04E-028D-E236-7272-55E60372A548}"/>
              </a:ext>
            </a:extLst>
          </p:cNvPr>
          <p:cNvCxnSpPr>
            <a:cxnSpLocks/>
          </p:cNvCxnSpPr>
          <p:nvPr/>
        </p:nvCxnSpPr>
        <p:spPr>
          <a:xfrm>
            <a:off x="7130870" y="468009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67E4B58B-B796-0B33-7D85-E5B7FEE42396}"/>
              </a:ext>
            </a:extLst>
          </p:cNvPr>
          <p:cNvGrpSpPr/>
          <p:nvPr/>
        </p:nvGrpSpPr>
        <p:grpSpPr>
          <a:xfrm>
            <a:off x="7657314" y="1941789"/>
            <a:ext cx="202517" cy="202517"/>
            <a:chOff x="361477" y="1105173"/>
            <a:chExt cx="353898" cy="353898"/>
          </a:xfrm>
        </p:grpSpPr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182F2A2-E25F-C759-C351-22C4F4A6565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Multiply 1065">
              <a:extLst>
                <a:ext uri="{FF2B5EF4-FFF2-40B4-BE49-F238E27FC236}">
                  <a16:creationId xmlns:a16="http://schemas.microsoft.com/office/drawing/2014/main" id="{B244BC14-19EB-3909-3C12-9C58427011C4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81B9BAB3-BF1A-C039-9814-F42BA55E4FDB}"/>
              </a:ext>
            </a:extLst>
          </p:cNvPr>
          <p:cNvCxnSpPr>
            <a:cxnSpLocks/>
          </p:cNvCxnSpPr>
          <p:nvPr/>
        </p:nvCxnSpPr>
        <p:spPr>
          <a:xfrm flipV="1">
            <a:off x="7130870" y="2043018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2137BAE5-D7B6-C37D-39BC-BC2B26FD62C0}"/>
              </a:ext>
            </a:extLst>
          </p:cNvPr>
          <p:cNvCxnSpPr>
            <a:cxnSpLocks/>
          </p:cNvCxnSpPr>
          <p:nvPr/>
        </p:nvCxnSpPr>
        <p:spPr>
          <a:xfrm>
            <a:off x="7130870" y="2043018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2783B9A8-0706-FF64-225A-ECDF708A1C5F}"/>
              </a:ext>
            </a:extLst>
          </p:cNvPr>
          <p:cNvCxnSpPr>
            <a:cxnSpLocks/>
          </p:cNvCxnSpPr>
          <p:nvPr/>
        </p:nvCxnSpPr>
        <p:spPr>
          <a:xfrm>
            <a:off x="7130870" y="3086735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224DC0BE-3B57-57D1-C7BC-265528E9603B}"/>
              </a:ext>
            </a:extLst>
          </p:cNvPr>
          <p:cNvGrpSpPr/>
          <p:nvPr/>
        </p:nvGrpSpPr>
        <p:grpSpPr>
          <a:xfrm>
            <a:off x="9144027" y="3539026"/>
            <a:ext cx="202517" cy="202517"/>
            <a:chOff x="361477" y="1105173"/>
            <a:chExt cx="353898" cy="353898"/>
          </a:xfrm>
        </p:grpSpPr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71B92308-E372-0C8E-365E-7E087AF0D28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Multiply 1072">
              <a:extLst>
                <a:ext uri="{FF2B5EF4-FFF2-40B4-BE49-F238E27FC236}">
                  <a16:creationId xmlns:a16="http://schemas.microsoft.com/office/drawing/2014/main" id="{DA39D305-C839-1DC3-59C5-DE68A982F1F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EBB02B1F-F3BF-96DF-000C-5C25DCBF795E}"/>
              </a:ext>
            </a:extLst>
          </p:cNvPr>
          <p:cNvCxnSpPr>
            <a:cxnSpLocks/>
          </p:cNvCxnSpPr>
          <p:nvPr/>
        </p:nvCxnSpPr>
        <p:spPr>
          <a:xfrm flipV="1">
            <a:off x="8617583" y="3640255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466A5C90-E065-E0D2-1737-BB3C3DBE7810}"/>
              </a:ext>
            </a:extLst>
          </p:cNvPr>
          <p:cNvCxnSpPr>
            <a:cxnSpLocks/>
          </p:cNvCxnSpPr>
          <p:nvPr/>
        </p:nvCxnSpPr>
        <p:spPr>
          <a:xfrm>
            <a:off x="8617583" y="3640255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Arrow Connector 1075">
            <a:extLst>
              <a:ext uri="{FF2B5EF4-FFF2-40B4-BE49-F238E27FC236}">
                <a16:creationId xmlns:a16="http://schemas.microsoft.com/office/drawing/2014/main" id="{D650289E-12CB-BCD6-CDE2-F38F83B7E1CA}"/>
              </a:ext>
            </a:extLst>
          </p:cNvPr>
          <p:cNvCxnSpPr>
            <a:cxnSpLocks/>
          </p:cNvCxnSpPr>
          <p:nvPr/>
        </p:nvCxnSpPr>
        <p:spPr>
          <a:xfrm>
            <a:off x="8617583" y="4683972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BA9218C-2E59-DDA9-3ECA-1984B9E5FEDB}"/>
              </a:ext>
            </a:extLst>
          </p:cNvPr>
          <p:cNvGrpSpPr/>
          <p:nvPr/>
        </p:nvGrpSpPr>
        <p:grpSpPr>
          <a:xfrm>
            <a:off x="9144027" y="1945665"/>
            <a:ext cx="202517" cy="202517"/>
            <a:chOff x="361477" y="1105173"/>
            <a:chExt cx="353898" cy="353898"/>
          </a:xfrm>
        </p:grpSpPr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51988097-67A5-CBF0-F5C2-5DB4A6D37B3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Multiply 1079">
              <a:extLst>
                <a:ext uri="{FF2B5EF4-FFF2-40B4-BE49-F238E27FC236}">
                  <a16:creationId xmlns:a16="http://schemas.microsoft.com/office/drawing/2014/main" id="{39D48865-83AA-809A-942C-FE3BC30F11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69D11DEA-706A-00C7-694A-B3291DF8C95C}"/>
              </a:ext>
            </a:extLst>
          </p:cNvPr>
          <p:cNvCxnSpPr>
            <a:cxnSpLocks/>
          </p:cNvCxnSpPr>
          <p:nvPr/>
        </p:nvCxnSpPr>
        <p:spPr>
          <a:xfrm flipV="1">
            <a:off x="8617583" y="2046894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67BEBF19-F551-B0A2-8476-5C2FE3D498D5}"/>
              </a:ext>
            </a:extLst>
          </p:cNvPr>
          <p:cNvCxnSpPr>
            <a:cxnSpLocks/>
          </p:cNvCxnSpPr>
          <p:nvPr/>
        </p:nvCxnSpPr>
        <p:spPr>
          <a:xfrm>
            <a:off x="8617583" y="204689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DB9BEA2E-3E4A-3E46-0C5B-6B0F29224930}"/>
              </a:ext>
            </a:extLst>
          </p:cNvPr>
          <p:cNvCxnSpPr>
            <a:cxnSpLocks/>
          </p:cNvCxnSpPr>
          <p:nvPr/>
        </p:nvCxnSpPr>
        <p:spPr>
          <a:xfrm>
            <a:off x="8617583" y="309061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E0226A4C-2A85-8A75-5CC2-3EA8690C2B3A}"/>
              </a:ext>
            </a:extLst>
          </p:cNvPr>
          <p:cNvGrpSpPr/>
          <p:nvPr/>
        </p:nvGrpSpPr>
        <p:grpSpPr>
          <a:xfrm>
            <a:off x="10623107" y="3535611"/>
            <a:ext cx="202517" cy="202517"/>
            <a:chOff x="361477" y="1105173"/>
            <a:chExt cx="353898" cy="353898"/>
          </a:xfrm>
        </p:grpSpPr>
        <p:sp>
          <p:nvSpPr>
            <p:cNvPr id="1086" name="Oval 1085">
              <a:extLst>
                <a:ext uri="{FF2B5EF4-FFF2-40B4-BE49-F238E27FC236}">
                  <a16:creationId xmlns:a16="http://schemas.microsoft.com/office/drawing/2014/main" id="{B50CB380-C4E2-DB33-555D-A50F39BBACD7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Multiply 1086">
              <a:extLst>
                <a:ext uri="{FF2B5EF4-FFF2-40B4-BE49-F238E27FC236}">
                  <a16:creationId xmlns:a16="http://schemas.microsoft.com/office/drawing/2014/main" id="{E3D41EC3-1D01-FDE5-506E-851A3D81CC7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6863916-90A0-A6F0-ABEC-004F57773D30}"/>
              </a:ext>
            </a:extLst>
          </p:cNvPr>
          <p:cNvCxnSpPr>
            <a:cxnSpLocks/>
          </p:cNvCxnSpPr>
          <p:nvPr/>
        </p:nvCxnSpPr>
        <p:spPr>
          <a:xfrm flipV="1">
            <a:off x="10096663" y="3636840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029EDD0-DD15-FC9D-4B29-5793D23606F0}"/>
              </a:ext>
            </a:extLst>
          </p:cNvPr>
          <p:cNvCxnSpPr>
            <a:cxnSpLocks/>
          </p:cNvCxnSpPr>
          <p:nvPr/>
        </p:nvCxnSpPr>
        <p:spPr>
          <a:xfrm>
            <a:off x="10096663" y="363684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04852D9-DBF9-5381-E44C-332A1F41FFBB}"/>
              </a:ext>
            </a:extLst>
          </p:cNvPr>
          <p:cNvCxnSpPr>
            <a:cxnSpLocks/>
          </p:cNvCxnSpPr>
          <p:nvPr/>
        </p:nvCxnSpPr>
        <p:spPr>
          <a:xfrm>
            <a:off x="10096663" y="468055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25997F5-08EE-6533-758C-5D9DA14A257F}"/>
              </a:ext>
            </a:extLst>
          </p:cNvPr>
          <p:cNvGrpSpPr/>
          <p:nvPr/>
        </p:nvGrpSpPr>
        <p:grpSpPr>
          <a:xfrm>
            <a:off x="10623107" y="1942250"/>
            <a:ext cx="202517" cy="202517"/>
            <a:chOff x="361477" y="1105173"/>
            <a:chExt cx="353898" cy="353898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874ECD8-147A-7DE6-952B-82D7F88A3C0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Multiply 137">
              <a:extLst>
                <a:ext uri="{FF2B5EF4-FFF2-40B4-BE49-F238E27FC236}">
                  <a16:creationId xmlns:a16="http://schemas.microsoft.com/office/drawing/2014/main" id="{DF9EC076-0E05-196E-F528-72B1CBA7C093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805B34B-1264-CAA0-B015-9013F204BF14}"/>
              </a:ext>
            </a:extLst>
          </p:cNvPr>
          <p:cNvCxnSpPr>
            <a:cxnSpLocks/>
          </p:cNvCxnSpPr>
          <p:nvPr/>
        </p:nvCxnSpPr>
        <p:spPr>
          <a:xfrm flipV="1">
            <a:off x="10096663" y="204347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426F465-B0AB-675F-21FD-C5F5B68548DD}"/>
              </a:ext>
            </a:extLst>
          </p:cNvPr>
          <p:cNvCxnSpPr>
            <a:cxnSpLocks/>
          </p:cNvCxnSpPr>
          <p:nvPr/>
        </p:nvCxnSpPr>
        <p:spPr>
          <a:xfrm>
            <a:off x="10096663" y="20434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1D24CEE-A203-77E4-CB5A-535616093F69}"/>
              </a:ext>
            </a:extLst>
          </p:cNvPr>
          <p:cNvCxnSpPr>
            <a:cxnSpLocks/>
          </p:cNvCxnSpPr>
          <p:nvPr/>
        </p:nvCxnSpPr>
        <p:spPr>
          <a:xfrm>
            <a:off x="10096663" y="308719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2F5D4EAA-C5C3-B179-F6A9-5EA5FC07D3DA}"/>
              </a:ext>
            </a:extLst>
          </p:cNvPr>
          <p:cNvSpPr txBox="1"/>
          <p:nvPr/>
        </p:nvSpPr>
        <p:spPr>
          <a:xfrm>
            <a:off x="6313216" y="3927830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20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10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1" dur="500"/>
                                            <p:tgtEl>
                                              <p:spTgt spid="10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10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8" fill="hold">
                          <p:stCondLst>
                            <p:cond delay="indefinite"/>
                          </p:stCondLst>
                          <p:childTnLst>
                            <p:par>
                              <p:cTn id="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2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5" dur="500"/>
                                            <p:tgtEl>
                                              <p:spTgt spid="10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8" dur="500"/>
                                            <p:tgtEl>
                                              <p:spTgt spid="10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1" dur="500"/>
                                            <p:tgtEl>
                                              <p:spTgt spid="10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0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500"/>
                                            <p:tgtEl>
                                              <p:spTgt spid="10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8" dur="500"/>
                                            <p:tgtEl>
                                              <p:spTgt spid="10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1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6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8" dur="500"/>
                                            <p:tgtEl>
                                              <p:spTgt spid="10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1" dur="500"/>
                                            <p:tgtEl>
                                              <p:spTgt spid="10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4" dur="500"/>
                                            <p:tgtEl>
                                              <p:spTgt spid="10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7" dur="500"/>
                                            <p:tgtEl>
                                              <p:spTgt spid="10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0" dur="500"/>
                                            <p:tgtEl>
                                              <p:spTgt spid="1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5" dur="500"/>
                                            <p:tgtEl>
                                              <p:spTgt spid="1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8" dur="500"/>
                                            <p:tgtEl>
                                              <p:spTgt spid="10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01" dur="500"/>
                                            <p:tgtEl>
                                              <p:spTgt spid="10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04" dur="500"/>
                                            <p:tgtEl>
                                              <p:spTgt spid="10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07" dur="500"/>
                                            <p:tgtEl>
                                              <p:spTgt spid="10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2" dur="50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5" dur="500"/>
                                            <p:tgtEl>
                                              <p:spTgt spid="10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8" dur="500"/>
                                            <p:tgtEl>
                                              <p:spTgt spid="10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1" dur="500"/>
                                            <p:tgtEl>
                                              <p:spTgt spid="10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4" dur="500"/>
                                            <p:tgtEl>
                                              <p:spTgt spid="10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5" fill="hold">
                          <p:stCondLst>
                            <p:cond delay="indefinite"/>
                          </p:stCondLst>
                          <p:childTnLst>
                            <p:par>
                              <p:cTn id="1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7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4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0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10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1" dur="500"/>
                                            <p:tgtEl>
                                              <p:spTgt spid="10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10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8" fill="hold">
                          <p:stCondLst>
                            <p:cond delay="indefinite"/>
                          </p:stCondLst>
                          <p:childTnLst>
                            <p:par>
                              <p:cTn id="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2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5" dur="500"/>
                                            <p:tgtEl>
                                              <p:spTgt spid="10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8" dur="500"/>
                                            <p:tgtEl>
                                              <p:spTgt spid="10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1" dur="500"/>
                                            <p:tgtEl>
                                              <p:spTgt spid="10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0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500"/>
                                            <p:tgtEl>
                                              <p:spTgt spid="10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8" dur="500"/>
                                            <p:tgtEl>
                                              <p:spTgt spid="10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1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6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8" dur="500"/>
                                            <p:tgtEl>
                                              <p:spTgt spid="10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1" dur="500"/>
                                            <p:tgtEl>
                                              <p:spTgt spid="10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4" dur="500"/>
                                            <p:tgtEl>
                                              <p:spTgt spid="10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7" dur="500"/>
                                            <p:tgtEl>
                                              <p:spTgt spid="10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0" dur="500"/>
                                            <p:tgtEl>
                                              <p:spTgt spid="1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5" dur="500"/>
                                            <p:tgtEl>
                                              <p:spTgt spid="1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8" dur="500"/>
                                            <p:tgtEl>
                                              <p:spTgt spid="10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01" dur="500"/>
                                            <p:tgtEl>
                                              <p:spTgt spid="10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04" dur="500"/>
                                            <p:tgtEl>
                                              <p:spTgt spid="10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07" dur="500"/>
                                            <p:tgtEl>
                                              <p:spTgt spid="10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2" dur="50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5" dur="500"/>
                                            <p:tgtEl>
                                              <p:spTgt spid="10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8" dur="500"/>
                                            <p:tgtEl>
                                              <p:spTgt spid="10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1" dur="500"/>
                                            <p:tgtEl>
                                              <p:spTgt spid="10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4" dur="500"/>
                                            <p:tgtEl>
                                              <p:spTgt spid="10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5" fill="hold">
                          <p:stCondLst>
                            <p:cond delay="indefinite"/>
                          </p:stCondLst>
                          <p:childTnLst>
                            <p:par>
                              <p:cTn id="1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7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42" grpId="0"/>
        </p:bldLst>
      </p:timing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extBox 1041">
            <a:extLst>
              <a:ext uri="{FF2B5EF4-FFF2-40B4-BE49-F238E27FC236}">
                <a16:creationId xmlns:a16="http://schemas.microsoft.com/office/drawing/2014/main" id="{4F3A1B79-A720-FDEE-4DAC-7078F73AC4E1}"/>
              </a:ext>
            </a:extLst>
          </p:cNvPr>
          <p:cNvSpPr txBox="1"/>
          <p:nvPr/>
        </p:nvSpPr>
        <p:spPr>
          <a:xfrm>
            <a:off x="605893" y="174387"/>
            <a:ext cx="3326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Residual connection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46627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61423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76219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105810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27692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27780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46103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56571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72337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87392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101209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91014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507986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655942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803897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1099809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951853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439928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blipFill>
                <a:blip r:embed="rId8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469387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479513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21219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489638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616815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626941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668647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637066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764506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774632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816339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784758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912783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922909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964616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933035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1061060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1071186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1112893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1081312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3669677" y="1334530"/>
            <a:ext cx="8114283" cy="3456595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86D7F34-2EBB-491E-6FF9-1AB7E7B6EEA3}"/>
              </a:ext>
            </a:extLst>
          </p:cNvPr>
          <p:cNvSpPr/>
          <p:nvPr/>
        </p:nvSpPr>
        <p:spPr>
          <a:xfrm>
            <a:off x="4238726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C8424D1-278D-86C3-C81E-E6E7E0291671}"/>
              </a:ext>
            </a:extLst>
          </p:cNvPr>
          <p:cNvSpPr/>
          <p:nvPr/>
        </p:nvSpPr>
        <p:spPr>
          <a:xfrm>
            <a:off x="5713110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5E058F0-38DC-6E1C-AFD3-1BBC7B434FBD}"/>
              </a:ext>
            </a:extLst>
          </p:cNvPr>
          <p:cNvSpPr/>
          <p:nvPr/>
        </p:nvSpPr>
        <p:spPr>
          <a:xfrm>
            <a:off x="7196895" y="229510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832F2D5-A30D-DF4B-86E5-E48A3DCCFDFC}"/>
              </a:ext>
            </a:extLst>
          </p:cNvPr>
          <p:cNvSpPr/>
          <p:nvPr/>
        </p:nvSpPr>
        <p:spPr>
          <a:xfrm>
            <a:off x="8674268" y="2295099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20C684A-1855-4072-10C0-524E64886529}"/>
              </a:ext>
            </a:extLst>
          </p:cNvPr>
          <p:cNvSpPr/>
          <p:nvPr/>
        </p:nvSpPr>
        <p:spPr>
          <a:xfrm>
            <a:off x="10150828" y="2301947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05CFB16-3DA3-D439-6FA3-97E117814FBF}"/>
              </a:ext>
            </a:extLst>
          </p:cNvPr>
          <p:cNvSpPr/>
          <p:nvPr/>
        </p:nvSpPr>
        <p:spPr>
          <a:xfrm>
            <a:off x="4238726" y="3872348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F5E8A3B-46B6-C1D7-36F1-D06D589F8F0A}"/>
              </a:ext>
            </a:extLst>
          </p:cNvPr>
          <p:cNvCxnSpPr>
            <a:cxnSpLocks/>
          </p:cNvCxnSpPr>
          <p:nvPr/>
        </p:nvCxnSpPr>
        <p:spPr>
          <a:xfrm flipV="1">
            <a:off x="479607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782F408-273B-944A-A367-ACA1C942FD17}"/>
              </a:ext>
            </a:extLst>
          </p:cNvPr>
          <p:cNvCxnSpPr>
            <a:cxnSpLocks/>
          </p:cNvCxnSpPr>
          <p:nvPr/>
        </p:nvCxnSpPr>
        <p:spPr>
          <a:xfrm flipV="1">
            <a:off x="6274687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C19E166-3313-1A5D-0E0D-FF853F7F0E00}"/>
              </a:ext>
            </a:extLst>
          </p:cNvPr>
          <p:cNvCxnSpPr>
            <a:cxnSpLocks/>
          </p:cNvCxnSpPr>
          <p:nvPr/>
        </p:nvCxnSpPr>
        <p:spPr>
          <a:xfrm flipV="1">
            <a:off x="775424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FBEAE7A-CEB9-D9E5-8BD8-4666C8C944F5}"/>
              </a:ext>
            </a:extLst>
          </p:cNvPr>
          <p:cNvCxnSpPr>
            <a:cxnSpLocks/>
          </p:cNvCxnSpPr>
          <p:nvPr/>
        </p:nvCxnSpPr>
        <p:spPr>
          <a:xfrm flipV="1">
            <a:off x="9237416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45CC95-36AD-14D1-D72F-738780D9CA5D}"/>
              </a:ext>
            </a:extLst>
          </p:cNvPr>
          <p:cNvCxnSpPr>
            <a:cxnSpLocks/>
          </p:cNvCxnSpPr>
          <p:nvPr/>
        </p:nvCxnSpPr>
        <p:spPr>
          <a:xfrm flipV="1">
            <a:off x="10724042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788C73-4DDB-61C6-D10B-2DA7580DE74F}"/>
              </a:ext>
            </a:extLst>
          </p:cNvPr>
          <p:cNvCxnSpPr>
            <a:cxnSpLocks/>
          </p:cNvCxnSpPr>
          <p:nvPr/>
        </p:nvCxnSpPr>
        <p:spPr>
          <a:xfrm flipV="1">
            <a:off x="4796074" y="1106380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FFB8861-85FD-48C4-D148-8A5E73B1CA37}"/>
              </a:ext>
            </a:extLst>
          </p:cNvPr>
          <p:cNvCxnSpPr>
            <a:cxnSpLocks/>
          </p:cNvCxnSpPr>
          <p:nvPr/>
        </p:nvCxnSpPr>
        <p:spPr>
          <a:xfrm flipV="1">
            <a:off x="6274687" y="1113226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BCA004-C677-E5C4-6934-D23F5F0BE7F0}"/>
              </a:ext>
            </a:extLst>
          </p:cNvPr>
          <p:cNvCxnSpPr>
            <a:cxnSpLocks/>
          </p:cNvCxnSpPr>
          <p:nvPr/>
        </p:nvCxnSpPr>
        <p:spPr>
          <a:xfrm flipV="1">
            <a:off x="7754244" y="1106378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23749D-EA47-DA4A-74AD-67A62E01DF55}"/>
              </a:ext>
            </a:extLst>
          </p:cNvPr>
          <p:cNvCxnSpPr>
            <a:cxnSpLocks/>
          </p:cNvCxnSpPr>
          <p:nvPr/>
        </p:nvCxnSpPr>
        <p:spPr>
          <a:xfrm flipV="1">
            <a:off x="9237416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E342A6-1314-F0A6-BFBD-02790B03C5D5}"/>
              </a:ext>
            </a:extLst>
          </p:cNvPr>
          <p:cNvCxnSpPr>
            <a:cxnSpLocks/>
          </p:cNvCxnSpPr>
          <p:nvPr/>
        </p:nvCxnSpPr>
        <p:spPr>
          <a:xfrm flipV="1">
            <a:off x="10724042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4795130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6269410" y="4389243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7760506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9230438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10719643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0000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45161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D8114F1-56E2-DBC6-79E4-FCD6B6D82A47}"/>
              </a:ext>
            </a:extLst>
          </p:cNvPr>
          <p:cNvSpPr/>
          <p:nvPr/>
        </p:nvSpPr>
        <p:spPr>
          <a:xfrm>
            <a:off x="4673478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5F137-80EB-FAD5-8D3D-8001E20D4EAA}"/>
              </a:ext>
            </a:extLst>
          </p:cNvPr>
          <p:cNvSpPr/>
          <p:nvPr/>
        </p:nvSpPr>
        <p:spPr>
          <a:xfrm>
            <a:off x="6153035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87B215-F78B-EB77-9A48-F792F4F0B59A}"/>
              </a:ext>
            </a:extLst>
          </p:cNvPr>
          <p:cNvSpPr/>
          <p:nvPr/>
        </p:nvSpPr>
        <p:spPr>
          <a:xfrm>
            <a:off x="7632592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B88E6-B7F2-65B6-9F65-6B9225D7CDDF}"/>
              </a:ext>
            </a:extLst>
          </p:cNvPr>
          <p:cNvSpPr/>
          <p:nvPr/>
        </p:nvSpPr>
        <p:spPr>
          <a:xfrm>
            <a:off x="10591706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8E22A-28B4-BA3A-09CF-67835F2517F4}"/>
              </a:ext>
            </a:extLst>
          </p:cNvPr>
          <p:cNvSpPr/>
          <p:nvPr/>
        </p:nvSpPr>
        <p:spPr>
          <a:xfrm>
            <a:off x="9112149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3A93B0-0569-6AB8-50C8-AA8072C26E86}"/>
              </a:ext>
            </a:extLst>
          </p:cNvPr>
          <p:cNvGrpSpPr/>
          <p:nvPr/>
        </p:nvGrpSpPr>
        <p:grpSpPr>
          <a:xfrm>
            <a:off x="4698814" y="3533525"/>
            <a:ext cx="202517" cy="202517"/>
            <a:chOff x="361477" y="1105173"/>
            <a:chExt cx="353898" cy="35389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E46B41C-290F-603E-5774-3778F8A48B1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ultiply 37">
              <a:extLst>
                <a:ext uri="{FF2B5EF4-FFF2-40B4-BE49-F238E27FC236}">
                  <a16:creationId xmlns:a16="http://schemas.microsoft.com/office/drawing/2014/main" id="{F3BA0CE8-C00C-EB84-499C-AEC38D0D4BA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203B5DCB-242A-D5D3-BE7A-A9983619BF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24" y="56207"/>
            <a:ext cx="606778" cy="606778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5B071AE-CF72-D802-F557-73C78397CFC5}"/>
              </a:ext>
            </a:extLst>
          </p:cNvPr>
          <p:cNvCxnSpPr>
            <a:cxnSpLocks/>
          </p:cNvCxnSpPr>
          <p:nvPr/>
        </p:nvCxnSpPr>
        <p:spPr>
          <a:xfrm flipV="1">
            <a:off x="4172370" y="3634754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36547FD-D3F8-FC01-BC2A-54E5FEECF6A0}"/>
              </a:ext>
            </a:extLst>
          </p:cNvPr>
          <p:cNvCxnSpPr>
            <a:cxnSpLocks/>
          </p:cNvCxnSpPr>
          <p:nvPr/>
        </p:nvCxnSpPr>
        <p:spPr>
          <a:xfrm>
            <a:off x="4172370" y="363475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DA0417-351A-60DC-00B1-D9E58AE7F508}"/>
              </a:ext>
            </a:extLst>
          </p:cNvPr>
          <p:cNvCxnSpPr>
            <a:cxnSpLocks/>
          </p:cNvCxnSpPr>
          <p:nvPr/>
        </p:nvCxnSpPr>
        <p:spPr>
          <a:xfrm>
            <a:off x="4172370" y="467847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CE888FCA-8851-B3E9-9E39-0FA283AA8B68}"/>
              </a:ext>
            </a:extLst>
          </p:cNvPr>
          <p:cNvGrpSpPr/>
          <p:nvPr/>
        </p:nvGrpSpPr>
        <p:grpSpPr>
          <a:xfrm>
            <a:off x="4698814" y="1940164"/>
            <a:ext cx="202517" cy="202517"/>
            <a:chOff x="361477" y="1105173"/>
            <a:chExt cx="353898" cy="353898"/>
          </a:xfrm>
        </p:grpSpPr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CF9FF6E8-12C9-4F39-E5AB-B8C56DB6D24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Multiply 1033">
              <a:extLst>
                <a:ext uri="{FF2B5EF4-FFF2-40B4-BE49-F238E27FC236}">
                  <a16:creationId xmlns:a16="http://schemas.microsoft.com/office/drawing/2014/main" id="{4977346A-041A-252B-82CE-BC36204F520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30AE736-4300-A5E9-4F31-BC1CE1013679}"/>
              </a:ext>
            </a:extLst>
          </p:cNvPr>
          <p:cNvCxnSpPr>
            <a:cxnSpLocks/>
          </p:cNvCxnSpPr>
          <p:nvPr/>
        </p:nvCxnSpPr>
        <p:spPr>
          <a:xfrm flipV="1">
            <a:off x="4172370" y="2041393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B51CA33B-27B7-2B6C-F6A5-D6B8DEDD2B7D}"/>
              </a:ext>
            </a:extLst>
          </p:cNvPr>
          <p:cNvCxnSpPr>
            <a:cxnSpLocks/>
          </p:cNvCxnSpPr>
          <p:nvPr/>
        </p:nvCxnSpPr>
        <p:spPr>
          <a:xfrm>
            <a:off x="4172370" y="2041393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CA3B4ED6-7000-F760-5A42-ACE5E849F092}"/>
              </a:ext>
            </a:extLst>
          </p:cNvPr>
          <p:cNvCxnSpPr>
            <a:cxnSpLocks/>
          </p:cNvCxnSpPr>
          <p:nvPr/>
        </p:nvCxnSpPr>
        <p:spPr>
          <a:xfrm>
            <a:off x="4172370" y="3085110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F43592DC-F01E-3196-D5EB-5D20B0AD04E2}"/>
              </a:ext>
            </a:extLst>
          </p:cNvPr>
          <p:cNvGrpSpPr/>
          <p:nvPr/>
        </p:nvGrpSpPr>
        <p:grpSpPr>
          <a:xfrm>
            <a:off x="6160600" y="3539141"/>
            <a:ext cx="202517" cy="202517"/>
            <a:chOff x="361477" y="1105173"/>
            <a:chExt cx="353898" cy="353898"/>
          </a:xfrm>
        </p:grpSpPr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6C80E4A4-059C-DE34-EE83-55756C2C393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Multiply 1044">
              <a:extLst>
                <a:ext uri="{FF2B5EF4-FFF2-40B4-BE49-F238E27FC236}">
                  <a16:creationId xmlns:a16="http://schemas.microsoft.com/office/drawing/2014/main" id="{7C6A6CEB-D991-BD36-DC1B-6237704B2B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C95EF342-FB78-D6E3-5BC8-F8ACC635161E}"/>
              </a:ext>
            </a:extLst>
          </p:cNvPr>
          <p:cNvCxnSpPr>
            <a:cxnSpLocks/>
          </p:cNvCxnSpPr>
          <p:nvPr/>
        </p:nvCxnSpPr>
        <p:spPr>
          <a:xfrm flipV="1">
            <a:off x="5634156" y="3640370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F9F183E7-E03B-C86B-3957-5C61D124FEB3}"/>
              </a:ext>
            </a:extLst>
          </p:cNvPr>
          <p:cNvCxnSpPr>
            <a:cxnSpLocks/>
          </p:cNvCxnSpPr>
          <p:nvPr/>
        </p:nvCxnSpPr>
        <p:spPr>
          <a:xfrm>
            <a:off x="5634156" y="364037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5D2D43A0-3ECA-17C8-9F71-90E53C5A05A6}"/>
              </a:ext>
            </a:extLst>
          </p:cNvPr>
          <p:cNvCxnSpPr>
            <a:cxnSpLocks/>
          </p:cNvCxnSpPr>
          <p:nvPr/>
        </p:nvCxnSpPr>
        <p:spPr>
          <a:xfrm>
            <a:off x="5634156" y="468408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FCF1361C-7F0E-8B16-6E7D-C84679E6AE38}"/>
              </a:ext>
            </a:extLst>
          </p:cNvPr>
          <p:cNvGrpSpPr/>
          <p:nvPr/>
        </p:nvGrpSpPr>
        <p:grpSpPr>
          <a:xfrm>
            <a:off x="6160600" y="1945780"/>
            <a:ext cx="202517" cy="202517"/>
            <a:chOff x="361477" y="1105173"/>
            <a:chExt cx="353898" cy="353898"/>
          </a:xfrm>
        </p:grpSpPr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C2439A20-C407-7A79-29FF-0F42401906A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Multiply 1051">
              <a:extLst>
                <a:ext uri="{FF2B5EF4-FFF2-40B4-BE49-F238E27FC236}">
                  <a16:creationId xmlns:a16="http://schemas.microsoft.com/office/drawing/2014/main" id="{474A970E-DD53-E61A-0CB8-871663F445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66BC1211-AD6B-F077-7D65-9B51AC411106}"/>
              </a:ext>
            </a:extLst>
          </p:cNvPr>
          <p:cNvCxnSpPr>
            <a:cxnSpLocks/>
          </p:cNvCxnSpPr>
          <p:nvPr/>
        </p:nvCxnSpPr>
        <p:spPr>
          <a:xfrm flipV="1">
            <a:off x="5634156" y="204700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F8806773-99EF-E088-5AD4-127D314040BB}"/>
              </a:ext>
            </a:extLst>
          </p:cNvPr>
          <p:cNvCxnSpPr>
            <a:cxnSpLocks/>
          </p:cNvCxnSpPr>
          <p:nvPr/>
        </p:nvCxnSpPr>
        <p:spPr>
          <a:xfrm>
            <a:off x="5634156" y="204700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83B91F94-5D4C-295F-65E4-5D54E447407A}"/>
              </a:ext>
            </a:extLst>
          </p:cNvPr>
          <p:cNvCxnSpPr>
            <a:cxnSpLocks/>
          </p:cNvCxnSpPr>
          <p:nvPr/>
        </p:nvCxnSpPr>
        <p:spPr>
          <a:xfrm>
            <a:off x="5634156" y="309072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EC89BF28-4213-6D6B-0301-BBB11AD45D1B}"/>
              </a:ext>
            </a:extLst>
          </p:cNvPr>
          <p:cNvGrpSpPr/>
          <p:nvPr/>
        </p:nvGrpSpPr>
        <p:grpSpPr>
          <a:xfrm>
            <a:off x="7657314" y="3535150"/>
            <a:ext cx="202517" cy="202517"/>
            <a:chOff x="361477" y="1105173"/>
            <a:chExt cx="353898" cy="353898"/>
          </a:xfrm>
        </p:grpSpPr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6CBD57F2-4FD6-F996-9E01-193BD8CF9F3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Multiply 1058">
              <a:extLst>
                <a:ext uri="{FF2B5EF4-FFF2-40B4-BE49-F238E27FC236}">
                  <a16:creationId xmlns:a16="http://schemas.microsoft.com/office/drawing/2014/main" id="{8F6407A0-9AD7-225F-A780-387BDF008E0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92553498-B052-0687-95A4-54B91C88AECF}"/>
              </a:ext>
            </a:extLst>
          </p:cNvPr>
          <p:cNvCxnSpPr>
            <a:cxnSpLocks/>
          </p:cNvCxnSpPr>
          <p:nvPr/>
        </p:nvCxnSpPr>
        <p:spPr>
          <a:xfrm flipV="1">
            <a:off x="7130870" y="363637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08340E8E-17CC-99E8-3CBC-9161AABEF27E}"/>
              </a:ext>
            </a:extLst>
          </p:cNvPr>
          <p:cNvCxnSpPr>
            <a:cxnSpLocks/>
          </p:cNvCxnSpPr>
          <p:nvPr/>
        </p:nvCxnSpPr>
        <p:spPr>
          <a:xfrm>
            <a:off x="7130870" y="36363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D0FCB04E-028D-E236-7272-55E60372A548}"/>
              </a:ext>
            </a:extLst>
          </p:cNvPr>
          <p:cNvCxnSpPr>
            <a:cxnSpLocks/>
          </p:cNvCxnSpPr>
          <p:nvPr/>
        </p:nvCxnSpPr>
        <p:spPr>
          <a:xfrm>
            <a:off x="7130870" y="468009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67E4B58B-B796-0B33-7D85-E5B7FEE42396}"/>
              </a:ext>
            </a:extLst>
          </p:cNvPr>
          <p:cNvGrpSpPr/>
          <p:nvPr/>
        </p:nvGrpSpPr>
        <p:grpSpPr>
          <a:xfrm>
            <a:off x="7657314" y="1941789"/>
            <a:ext cx="202517" cy="202517"/>
            <a:chOff x="361477" y="1105173"/>
            <a:chExt cx="353898" cy="353898"/>
          </a:xfrm>
        </p:grpSpPr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182F2A2-E25F-C759-C351-22C4F4A6565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Multiply 1065">
              <a:extLst>
                <a:ext uri="{FF2B5EF4-FFF2-40B4-BE49-F238E27FC236}">
                  <a16:creationId xmlns:a16="http://schemas.microsoft.com/office/drawing/2014/main" id="{B244BC14-19EB-3909-3C12-9C58427011C4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81B9BAB3-BF1A-C039-9814-F42BA55E4FDB}"/>
              </a:ext>
            </a:extLst>
          </p:cNvPr>
          <p:cNvCxnSpPr>
            <a:cxnSpLocks/>
          </p:cNvCxnSpPr>
          <p:nvPr/>
        </p:nvCxnSpPr>
        <p:spPr>
          <a:xfrm flipV="1">
            <a:off x="7130870" y="2043018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2137BAE5-D7B6-C37D-39BC-BC2B26FD62C0}"/>
              </a:ext>
            </a:extLst>
          </p:cNvPr>
          <p:cNvCxnSpPr>
            <a:cxnSpLocks/>
          </p:cNvCxnSpPr>
          <p:nvPr/>
        </p:nvCxnSpPr>
        <p:spPr>
          <a:xfrm>
            <a:off x="7130870" y="2043018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2783B9A8-0706-FF64-225A-ECDF708A1C5F}"/>
              </a:ext>
            </a:extLst>
          </p:cNvPr>
          <p:cNvCxnSpPr>
            <a:cxnSpLocks/>
          </p:cNvCxnSpPr>
          <p:nvPr/>
        </p:nvCxnSpPr>
        <p:spPr>
          <a:xfrm>
            <a:off x="7130870" y="3086735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224DC0BE-3B57-57D1-C7BC-265528E9603B}"/>
              </a:ext>
            </a:extLst>
          </p:cNvPr>
          <p:cNvGrpSpPr/>
          <p:nvPr/>
        </p:nvGrpSpPr>
        <p:grpSpPr>
          <a:xfrm>
            <a:off x="9144027" y="3539026"/>
            <a:ext cx="202517" cy="202517"/>
            <a:chOff x="361477" y="1105173"/>
            <a:chExt cx="353898" cy="353898"/>
          </a:xfrm>
        </p:grpSpPr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71B92308-E372-0C8E-365E-7E087AF0D28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Multiply 1072">
              <a:extLst>
                <a:ext uri="{FF2B5EF4-FFF2-40B4-BE49-F238E27FC236}">
                  <a16:creationId xmlns:a16="http://schemas.microsoft.com/office/drawing/2014/main" id="{DA39D305-C839-1DC3-59C5-DE68A982F1F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EBB02B1F-F3BF-96DF-000C-5C25DCBF795E}"/>
              </a:ext>
            </a:extLst>
          </p:cNvPr>
          <p:cNvCxnSpPr>
            <a:cxnSpLocks/>
          </p:cNvCxnSpPr>
          <p:nvPr/>
        </p:nvCxnSpPr>
        <p:spPr>
          <a:xfrm flipV="1">
            <a:off x="8617583" y="3640255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466A5C90-E065-E0D2-1737-BB3C3DBE7810}"/>
              </a:ext>
            </a:extLst>
          </p:cNvPr>
          <p:cNvCxnSpPr>
            <a:cxnSpLocks/>
          </p:cNvCxnSpPr>
          <p:nvPr/>
        </p:nvCxnSpPr>
        <p:spPr>
          <a:xfrm>
            <a:off x="8617583" y="3640255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Arrow Connector 1075">
            <a:extLst>
              <a:ext uri="{FF2B5EF4-FFF2-40B4-BE49-F238E27FC236}">
                <a16:creationId xmlns:a16="http://schemas.microsoft.com/office/drawing/2014/main" id="{D650289E-12CB-BCD6-CDE2-F38F83B7E1CA}"/>
              </a:ext>
            </a:extLst>
          </p:cNvPr>
          <p:cNvCxnSpPr>
            <a:cxnSpLocks/>
          </p:cNvCxnSpPr>
          <p:nvPr/>
        </p:nvCxnSpPr>
        <p:spPr>
          <a:xfrm>
            <a:off x="8617583" y="4683972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BA9218C-2E59-DDA9-3ECA-1984B9E5FEDB}"/>
              </a:ext>
            </a:extLst>
          </p:cNvPr>
          <p:cNvGrpSpPr/>
          <p:nvPr/>
        </p:nvGrpSpPr>
        <p:grpSpPr>
          <a:xfrm>
            <a:off x="9144027" y="1945665"/>
            <a:ext cx="202517" cy="202517"/>
            <a:chOff x="361477" y="1105173"/>
            <a:chExt cx="353898" cy="353898"/>
          </a:xfrm>
        </p:grpSpPr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51988097-67A5-CBF0-F5C2-5DB4A6D37B3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Multiply 1079">
              <a:extLst>
                <a:ext uri="{FF2B5EF4-FFF2-40B4-BE49-F238E27FC236}">
                  <a16:creationId xmlns:a16="http://schemas.microsoft.com/office/drawing/2014/main" id="{39D48865-83AA-809A-942C-FE3BC30F11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69D11DEA-706A-00C7-694A-B3291DF8C95C}"/>
              </a:ext>
            </a:extLst>
          </p:cNvPr>
          <p:cNvCxnSpPr>
            <a:cxnSpLocks/>
          </p:cNvCxnSpPr>
          <p:nvPr/>
        </p:nvCxnSpPr>
        <p:spPr>
          <a:xfrm flipV="1">
            <a:off x="8617583" y="2046894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67BEBF19-F551-B0A2-8476-5C2FE3D498D5}"/>
              </a:ext>
            </a:extLst>
          </p:cNvPr>
          <p:cNvCxnSpPr>
            <a:cxnSpLocks/>
          </p:cNvCxnSpPr>
          <p:nvPr/>
        </p:nvCxnSpPr>
        <p:spPr>
          <a:xfrm>
            <a:off x="8617583" y="204689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DB9BEA2E-3E4A-3E46-0C5B-6B0F29224930}"/>
              </a:ext>
            </a:extLst>
          </p:cNvPr>
          <p:cNvCxnSpPr>
            <a:cxnSpLocks/>
          </p:cNvCxnSpPr>
          <p:nvPr/>
        </p:nvCxnSpPr>
        <p:spPr>
          <a:xfrm>
            <a:off x="8617583" y="309061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E0226A4C-2A85-8A75-5CC2-3EA8690C2B3A}"/>
              </a:ext>
            </a:extLst>
          </p:cNvPr>
          <p:cNvGrpSpPr/>
          <p:nvPr/>
        </p:nvGrpSpPr>
        <p:grpSpPr>
          <a:xfrm>
            <a:off x="10623107" y="3535611"/>
            <a:ext cx="202517" cy="202517"/>
            <a:chOff x="361477" y="1105173"/>
            <a:chExt cx="353898" cy="353898"/>
          </a:xfrm>
        </p:grpSpPr>
        <p:sp>
          <p:nvSpPr>
            <p:cNvPr id="1086" name="Oval 1085">
              <a:extLst>
                <a:ext uri="{FF2B5EF4-FFF2-40B4-BE49-F238E27FC236}">
                  <a16:creationId xmlns:a16="http://schemas.microsoft.com/office/drawing/2014/main" id="{B50CB380-C4E2-DB33-555D-A50F39BBACD7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Multiply 1086">
              <a:extLst>
                <a:ext uri="{FF2B5EF4-FFF2-40B4-BE49-F238E27FC236}">
                  <a16:creationId xmlns:a16="http://schemas.microsoft.com/office/drawing/2014/main" id="{E3D41EC3-1D01-FDE5-506E-851A3D81CC7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6863916-90A0-A6F0-ABEC-004F57773D30}"/>
              </a:ext>
            </a:extLst>
          </p:cNvPr>
          <p:cNvCxnSpPr>
            <a:cxnSpLocks/>
          </p:cNvCxnSpPr>
          <p:nvPr/>
        </p:nvCxnSpPr>
        <p:spPr>
          <a:xfrm flipV="1">
            <a:off x="10096663" y="3636840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029EDD0-DD15-FC9D-4B29-5793D23606F0}"/>
              </a:ext>
            </a:extLst>
          </p:cNvPr>
          <p:cNvCxnSpPr>
            <a:cxnSpLocks/>
          </p:cNvCxnSpPr>
          <p:nvPr/>
        </p:nvCxnSpPr>
        <p:spPr>
          <a:xfrm>
            <a:off x="10096663" y="363684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04852D9-DBF9-5381-E44C-332A1F41FFBB}"/>
              </a:ext>
            </a:extLst>
          </p:cNvPr>
          <p:cNvCxnSpPr>
            <a:cxnSpLocks/>
          </p:cNvCxnSpPr>
          <p:nvPr/>
        </p:nvCxnSpPr>
        <p:spPr>
          <a:xfrm>
            <a:off x="10096663" y="468055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25997F5-08EE-6533-758C-5D9DA14A257F}"/>
              </a:ext>
            </a:extLst>
          </p:cNvPr>
          <p:cNvGrpSpPr/>
          <p:nvPr/>
        </p:nvGrpSpPr>
        <p:grpSpPr>
          <a:xfrm>
            <a:off x="10623107" y="1942250"/>
            <a:ext cx="202517" cy="202517"/>
            <a:chOff x="361477" y="1105173"/>
            <a:chExt cx="353898" cy="353898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874ECD8-147A-7DE6-952B-82D7F88A3C0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Multiply 137">
              <a:extLst>
                <a:ext uri="{FF2B5EF4-FFF2-40B4-BE49-F238E27FC236}">
                  <a16:creationId xmlns:a16="http://schemas.microsoft.com/office/drawing/2014/main" id="{DF9EC076-0E05-196E-F528-72B1CBA7C093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805B34B-1264-CAA0-B015-9013F204BF14}"/>
              </a:ext>
            </a:extLst>
          </p:cNvPr>
          <p:cNvCxnSpPr>
            <a:cxnSpLocks/>
          </p:cNvCxnSpPr>
          <p:nvPr/>
        </p:nvCxnSpPr>
        <p:spPr>
          <a:xfrm flipV="1">
            <a:off x="10096663" y="204347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426F465-B0AB-675F-21FD-C5F5B68548DD}"/>
              </a:ext>
            </a:extLst>
          </p:cNvPr>
          <p:cNvCxnSpPr>
            <a:cxnSpLocks/>
          </p:cNvCxnSpPr>
          <p:nvPr/>
        </p:nvCxnSpPr>
        <p:spPr>
          <a:xfrm>
            <a:off x="10096663" y="20434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1D24CEE-A203-77E4-CB5A-535616093F69}"/>
              </a:ext>
            </a:extLst>
          </p:cNvPr>
          <p:cNvCxnSpPr>
            <a:cxnSpLocks/>
          </p:cNvCxnSpPr>
          <p:nvPr/>
        </p:nvCxnSpPr>
        <p:spPr>
          <a:xfrm>
            <a:off x="10096663" y="308719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2F5D4EAA-C5C3-B179-F6A9-5EA5FC07D3DA}"/>
              </a:ext>
            </a:extLst>
          </p:cNvPr>
          <p:cNvSpPr txBox="1"/>
          <p:nvPr/>
        </p:nvSpPr>
        <p:spPr>
          <a:xfrm>
            <a:off x="6313216" y="3927830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22193F-2B06-A1A7-D7E5-20D2743880C6}"/>
              </a:ext>
            </a:extLst>
          </p:cNvPr>
          <p:cNvGrpSpPr/>
          <p:nvPr/>
        </p:nvGrpSpPr>
        <p:grpSpPr>
          <a:xfrm>
            <a:off x="4901331" y="1374705"/>
            <a:ext cx="6016291" cy="569595"/>
            <a:chOff x="3585816" y="349667"/>
            <a:chExt cx="6016291" cy="56959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3D52E1D-95FF-E743-9846-116C6EB036DA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27482A5-A01A-405F-FC78-2C10D2B92F2E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7E3E76A-5A19-BD33-8B79-B65DC412AE36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2889FCF-DD3F-33E7-5622-1552CAF7FBF7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6EF11A4-D63F-0FB5-1CB0-15F4F9A4C46D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6D15403-3BC9-A5FF-4F5E-FD1316086D69}"/>
              </a:ext>
            </a:extLst>
          </p:cNvPr>
          <p:cNvGrpSpPr/>
          <p:nvPr/>
        </p:nvGrpSpPr>
        <p:grpSpPr>
          <a:xfrm>
            <a:off x="3970356" y="2258945"/>
            <a:ext cx="6016291" cy="569595"/>
            <a:chOff x="3585816" y="349667"/>
            <a:chExt cx="6016291" cy="569595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6960A30-C9E7-905A-BC8D-4B04077C5BAA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744C0FB-446A-0059-26CC-075F2C70B050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B67A091-C376-6517-28C3-81B626226E28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7EBEA90-61E5-EBD3-BB2A-E0FE049657F1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C3E2647-DABC-4528-ABC5-3C41C5928DCB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2F07FB-655A-D9D2-BEE4-94E5EB3845A8}"/>
              </a:ext>
            </a:extLst>
          </p:cNvPr>
          <p:cNvCxnSpPr>
            <a:cxnSpLocks/>
          </p:cNvCxnSpPr>
          <p:nvPr/>
        </p:nvCxnSpPr>
        <p:spPr>
          <a:xfrm flipH="1">
            <a:off x="10031777" y="194711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F6CC46-4961-E86B-888A-4CC6BBFBE701}"/>
              </a:ext>
            </a:extLst>
          </p:cNvPr>
          <p:cNvCxnSpPr>
            <a:cxnSpLocks/>
          </p:cNvCxnSpPr>
          <p:nvPr/>
        </p:nvCxnSpPr>
        <p:spPr>
          <a:xfrm flipH="1">
            <a:off x="8550860" y="194711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FBA19B8-82A3-34E3-A154-385FD74A5866}"/>
              </a:ext>
            </a:extLst>
          </p:cNvPr>
          <p:cNvCxnSpPr>
            <a:cxnSpLocks/>
          </p:cNvCxnSpPr>
          <p:nvPr/>
        </p:nvCxnSpPr>
        <p:spPr>
          <a:xfrm flipH="1">
            <a:off x="7069943" y="194711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0266BBA-BDA0-C3D0-2E41-E6207AA0E75B}"/>
              </a:ext>
            </a:extLst>
          </p:cNvPr>
          <p:cNvCxnSpPr>
            <a:cxnSpLocks/>
          </p:cNvCxnSpPr>
          <p:nvPr/>
        </p:nvCxnSpPr>
        <p:spPr>
          <a:xfrm flipH="1">
            <a:off x="5589026" y="194711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A5DF4DC-8528-2650-0E61-E31CD08A47F5}"/>
              </a:ext>
            </a:extLst>
          </p:cNvPr>
          <p:cNvCxnSpPr>
            <a:cxnSpLocks/>
          </p:cNvCxnSpPr>
          <p:nvPr/>
        </p:nvCxnSpPr>
        <p:spPr>
          <a:xfrm flipH="1">
            <a:off x="4108109" y="194711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D96C78C-4982-558E-A2EA-91E25BC74476}"/>
              </a:ext>
            </a:extLst>
          </p:cNvPr>
          <p:cNvCxnSpPr>
            <a:cxnSpLocks/>
          </p:cNvCxnSpPr>
          <p:nvPr/>
        </p:nvCxnSpPr>
        <p:spPr>
          <a:xfrm flipH="1">
            <a:off x="10098500" y="319679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673AC9D-73A2-671F-F38A-76F62C4A6EAC}"/>
              </a:ext>
            </a:extLst>
          </p:cNvPr>
          <p:cNvCxnSpPr>
            <a:cxnSpLocks/>
          </p:cNvCxnSpPr>
          <p:nvPr/>
        </p:nvCxnSpPr>
        <p:spPr>
          <a:xfrm flipH="1">
            <a:off x="8617583" y="319679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F70EC34-E353-2106-1EEC-EDDFD9698B67}"/>
              </a:ext>
            </a:extLst>
          </p:cNvPr>
          <p:cNvCxnSpPr>
            <a:cxnSpLocks/>
          </p:cNvCxnSpPr>
          <p:nvPr/>
        </p:nvCxnSpPr>
        <p:spPr>
          <a:xfrm flipH="1">
            <a:off x="7136666" y="319679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14344D4-F7C6-3BF5-479F-2C0DD8EFF2CC}"/>
              </a:ext>
            </a:extLst>
          </p:cNvPr>
          <p:cNvCxnSpPr>
            <a:cxnSpLocks/>
          </p:cNvCxnSpPr>
          <p:nvPr/>
        </p:nvCxnSpPr>
        <p:spPr>
          <a:xfrm flipH="1">
            <a:off x="5655749" y="319679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1E023CB-BA46-0031-0A8A-0C72F263E293}"/>
              </a:ext>
            </a:extLst>
          </p:cNvPr>
          <p:cNvCxnSpPr>
            <a:cxnSpLocks/>
          </p:cNvCxnSpPr>
          <p:nvPr/>
        </p:nvCxnSpPr>
        <p:spPr>
          <a:xfrm flipH="1">
            <a:off x="4174832" y="3196796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0625C8F-E35B-B970-49D7-3CCECA23307B}"/>
              </a:ext>
            </a:extLst>
          </p:cNvPr>
          <p:cNvGrpSpPr/>
          <p:nvPr/>
        </p:nvGrpSpPr>
        <p:grpSpPr>
          <a:xfrm>
            <a:off x="3964438" y="3813312"/>
            <a:ext cx="6016291" cy="569595"/>
            <a:chOff x="3585816" y="349667"/>
            <a:chExt cx="6016291" cy="569595"/>
          </a:xfrm>
        </p:grpSpPr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E8E6527B-0C21-08C0-97F0-E61B944761CC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Arrow Connector 1023">
              <a:extLst>
                <a:ext uri="{FF2B5EF4-FFF2-40B4-BE49-F238E27FC236}">
                  <a16:creationId xmlns:a16="http://schemas.microsoft.com/office/drawing/2014/main" id="{D9773616-4315-AABD-977F-4755C070089C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Arrow Connector 1024">
              <a:extLst>
                <a:ext uri="{FF2B5EF4-FFF2-40B4-BE49-F238E27FC236}">
                  <a16:creationId xmlns:a16="http://schemas.microsoft.com/office/drawing/2014/main" id="{9F7631E8-57D3-BEBC-08CC-53172788D701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Arrow Connector 1025">
              <a:extLst>
                <a:ext uri="{FF2B5EF4-FFF2-40B4-BE49-F238E27FC236}">
                  <a16:creationId xmlns:a16="http://schemas.microsoft.com/office/drawing/2014/main" id="{AC5B7156-DB07-C462-3ED2-03B2C4AEC4E8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928D226C-83F6-E67E-77F9-63CAC5BC2575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6E7F2838-4085-DC2E-8CA0-B95A75478ABE}"/>
              </a:ext>
            </a:extLst>
          </p:cNvPr>
          <p:cNvCxnSpPr>
            <a:cxnSpLocks/>
          </p:cNvCxnSpPr>
          <p:nvPr/>
        </p:nvCxnSpPr>
        <p:spPr>
          <a:xfrm flipH="1">
            <a:off x="10025859" y="350148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6C0F0082-D829-8A2D-9B2A-EE80FC69FBDE}"/>
              </a:ext>
            </a:extLst>
          </p:cNvPr>
          <p:cNvCxnSpPr>
            <a:cxnSpLocks/>
          </p:cNvCxnSpPr>
          <p:nvPr/>
        </p:nvCxnSpPr>
        <p:spPr>
          <a:xfrm flipH="1">
            <a:off x="8544942" y="350148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7D1B3BFB-6011-875E-F0BC-46D79E670E09}"/>
              </a:ext>
            </a:extLst>
          </p:cNvPr>
          <p:cNvCxnSpPr>
            <a:cxnSpLocks/>
          </p:cNvCxnSpPr>
          <p:nvPr/>
        </p:nvCxnSpPr>
        <p:spPr>
          <a:xfrm flipH="1">
            <a:off x="7064025" y="350148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E7DED8A8-7B62-6298-E6BB-7A5D7DB3CA26}"/>
              </a:ext>
            </a:extLst>
          </p:cNvPr>
          <p:cNvCxnSpPr>
            <a:cxnSpLocks/>
          </p:cNvCxnSpPr>
          <p:nvPr/>
        </p:nvCxnSpPr>
        <p:spPr>
          <a:xfrm flipH="1">
            <a:off x="5583108" y="350148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31CF89A5-F5E1-C666-8262-FA4E2BC7F382}"/>
              </a:ext>
            </a:extLst>
          </p:cNvPr>
          <p:cNvCxnSpPr>
            <a:cxnSpLocks/>
          </p:cNvCxnSpPr>
          <p:nvPr/>
        </p:nvCxnSpPr>
        <p:spPr>
          <a:xfrm flipH="1">
            <a:off x="4102191" y="350148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C7DE0464-B389-CDE0-31A1-EFBB499C86AB}"/>
              </a:ext>
            </a:extLst>
          </p:cNvPr>
          <p:cNvCxnSpPr>
            <a:cxnSpLocks/>
          </p:cNvCxnSpPr>
          <p:nvPr/>
        </p:nvCxnSpPr>
        <p:spPr>
          <a:xfrm flipH="1">
            <a:off x="10092582" y="475116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5B22F616-6FBD-9938-339D-D66EDDE1AA5B}"/>
              </a:ext>
            </a:extLst>
          </p:cNvPr>
          <p:cNvCxnSpPr>
            <a:cxnSpLocks/>
          </p:cNvCxnSpPr>
          <p:nvPr/>
        </p:nvCxnSpPr>
        <p:spPr>
          <a:xfrm flipH="1">
            <a:off x="8611665" y="475116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C800D500-2D27-019A-08A0-1E45633E0354}"/>
              </a:ext>
            </a:extLst>
          </p:cNvPr>
          <p:cNvCxnSpPr>
            <a:cxnSpLocks/>
          </p:cNvCxnSpPr>
          <p:nvPr/>
        </p:nvCxnSpPr>
        <p:spPr>
          <a:xfrm flipH="1">
            <a:off x="7130748" y="475116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208065BE-9C11-DD7E-2BB4-4331347472FA}"/>
              </a:ext>
            </a:extLst>
          </p:cNvPr>
          <p:cNvCxnSpPr>
            <a:cxnSpLocks/>
          </p:cNvCxnSpPr>
          <p:nvPr/>
        </p:nvCxnSpPr>
        <p:spPr>
          <a:xfrm flipH="1">
            <a:off x="5649831" y="475116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Arrow Connector 1069">
            <a:extLst>
              <a:ext uri="{FF2B5EF4-FFF2-40B4-BE49-F238E27FC236}">
                <a16:creationId xmlns:a16="http://schemas.microsoft.com/office/drawing/2014/main" id="{33D3901E-06A8-83F2-A0F7-867DD73C2DE4}"/>
              </a:ext>
            </a:extLst>
          </p:cNvPr>
          <p:cNvCxnSpPr>
            <a:cxnSpLocks/>
          </p:cNvCxnSpPr>
          <p:nvPr/>
        </p:nvCxnSpPr>
        <p:spPr>
          <a:xfrm flipH="1">
            <a:off x="4168914" y="4751163"/>
            <a:ext cx="54864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4EA6A5D-EDD5-90D2-2F72-D93800E17D71}"/>
              </a:ext>
            </a:extLst>
          </p:cNvPr>
          <p:cNvGrpSpPr/>
          <p:nvPr/>
        </p:nvGrpSpPr>
        <p:grpSpPr>
          <a:xfrm>
            <a:off x="4897665" y="3038968"/>
            <a:ext cx="6016291" cy="569595"/>
            <a:chOff x="3585816" y="349667"/>
            <a:chExt cx="6016291" cy="569595"/>
          </a:xfrm>
        </p:grpSpPr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3E9D1478-913A-9756-CE4E-157B0ACC01D2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BAF203CB-4111-3F49-3068-411F47CE8EA0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ED885903-5D69-E6AB-FA6D-953E70EF3560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8DA1FBE3-93AB-6FAA-B4F5-BADD2B28FCA5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81DFB7A5-71B6-2A7C-44F2-FB6F4A99161B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047F83F-A5EA-3418-12A4-525778AA5178}"/>
              </a:ext>
            </a:extLst>
          </p:cNvPr>
          <p:cNvGrpSpPr/>
          <p:nvPr/>
        </p:nvGrpSpPr>
        <p:grpSpPr>
          <a:xfrm>
            <a:off x="4903214" y="4685168"/>
            <a:ext cx="6016291" cy="569595"/>
            <a:chOff x="3585816" y="349667"/>
            <a:chExt cx="6016291" cy="569595"/>
          </a:xfrm>
        </p:grpSpPr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3B52332F-1A54-3099-1DD2-CDE6F1369C00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29B0A166-58A8-F806-A4A8-67D96FE184F1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4EDD9371-A327-73EE-8364-2C4DABD675A0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19009B71-7567-1E79-7F18-BE188294D301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789318AC-8397-9D86-4327-DB2AD01FD717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BD54A2F-E0A0-BA32-B995-805C9A22AE52}"/>
              </a:ext>
            </a:extLst>
          </p:cNvPr>
          <p:cNvGrpSpPr/>
          <p:nvPr/>
        </p:nvGrpSpPr>
        <p:grpSpPr>
          <a:xfrm>
            <a:off x="4901331" y="2277350"/>
            <a:ext cx="6016291" cy="569595"/>
            <a:chOff x="3585816" y="349667"/>
            <a:chExt cx="6016291" cy="569595"/>
          </a:xfrm>
        </p:grpSpPr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36BEB3BB-CF18-312A-8170-7CAF936ECC8C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9B30FB04-C1F9-67CF-FC59-B61967841029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7A94ABCC-48DA-921D-218F-58897640A2D9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60A6AC1F-CC2E-24EB-904E-906F0466E147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4957E8CA-8243-1359-5140-65236FF5D5C1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DE92B53-010C-53B8-FB4C-D88EE9AC1676}"/>
              </a:ext>
            </a:extLst>
          </p:cNvPr>
          <p:cNvGrpSpPr/>
          <p:nvPr/>
        </p:nvGrpSpPr>
        <p:grpSpPr>
          <a:xfrm>
            <a:off x="4893335" y="3800848"/>
            <a:ext cx="6016291" cy="569595"/>
            <a:chOff x="3585816" y="349667"/>
            <a:chExt cx="6016291" cy="569595"/>
          </a:xfrm>
        </p:grpSpPr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82A90C58-E37E-5547-A159-5076F8F0F9E3}"/>
                </a:ext>
              </a:extLst>
            </p:cNvPr>
            <p:cNvCxnSpPr>
              <a:cxnSpLocks/>
            </p:cNvCxnSpPr>
            <p:nvPr/>
          </p:nvCxnSpPr>
          <p:spPr>
            <a:xfrm>
              <a:off x="3585816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A16F3603-4DD1-F1DA-4D22-6EC9113451E1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89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AD36EEE6-389B-5B42-3AD5-A474D00656F2}"/>
                </a:ext>
              </a:extLst>
            </p:cNvPr>
            <p:cNvCxnSpPr>
              <a:cxnSpLocks/>
            </p:cNvCxnSpPr>
            <p:nvPr/>
          </p:nvCxnSpPr>
          <p:spPr>
            <a:xfrm>
              <a:off x="6593962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94359D73-0377-4722-1908-26BF7C9457DA}"/>
                </a:ext>
              </a:extLst>
            </p:cNvPr>
            <p:cNvCxnSpPr>
              <a:cxnSpLocks/>
            </p:cNvCxnSpPr>
            <p:nvPr/>
          </p:nvCxnSpPr>
          <p:spPr>
            <a:xfrm>
              <a:off x="8098035" y="349667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D934BC6D-10C3-2A7F-353C-6C716C088F98}"/>
                </a:ext>
              </a:extLst>
            </p:cNvPr>
            <p:cNvCxnSpPr>
              <a:cxnSpLocks/>
            </p:cNvCxnSpPr>
            <p:nvPr/>
          </p:nvCxnSpPr>
          <p:spPr>
            <a:xfrm>
              <a:off x="9602107" y="370622"/>
              <a:ext cx="0" cy="54864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3887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extBox 1041">
            <a:extLst>
              <a:ext uri="{FF2B5EF4-FFF2-40B4-BE49-F238E27FC236}">
                <a16:creationId xmlns:a16="http://schemas.microsoft.com/office/drawing/2014/main" id="{4F3A1B79-A720-FDEE-4DAC-7078F73AC4E1}"/>
              </a:ext>
            </a:extLst>
          </p:cNvPr>
          <p:cNvSpPr txBox="1"/>
          <p:nvPr/>
        </p:nvSpPr>
        <p:spPr>
          <a:xfrm>
            <a:off x="605893" y="174387"/>
            <a:ext cx="3326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Residual connection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46627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61423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76219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105810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27692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27780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46103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56571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72337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87392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101209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91014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507986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655942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803897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1099809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951853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439928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blipFill>
                <a:blip r:embed="rId7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469387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479513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21219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489638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616815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626941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668647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637066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764506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774632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816339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784758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912783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922909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964616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933035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1061060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1071186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1112893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1081312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3669677" y="1334530"/>
            <a:ext cx="8114283" cy="3456595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86D7F34-2EBB-491E-6FF9-1AB7E7B6EEA3}"/>
              </a:ext>
            </a:extLst>
          </p:cNvPr>
          <p:cNvSpPr/>
          <p:nvPr/>
        </p:nvSpPr>
        <p:spPr>
          <a:xfrm>
            <a:off x="4238726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C8424D1-278D-86C3-C81E-E6E7E0291671}"/>
              </a:ext>
            </a:extLst>
          </p:cNvPr>
          <p:cNvSpPr/>
          <p:nvPr/>
        </p:nvSpPr>
        <p:spPr>
          <a:xfrm>
            <a:off x="5713110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5E058F0-38DC-6E1C-AFD3-1BBC7B434FBD}"/>
              </a:ext>
            </a:extLst>
          </p:cNvPr>
          <p:cNvSpPr/>
          <p:nvPr/>
        </p:nvSpPr>
        <p:spPr>
          <a:xfrm>
            <a:off x="7196895" y="229510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832F2D5-A30D-DF4B-86E5-E48A3DCCFDFC}"/>
              </a:ext>
            </a:extLst>
          </p:cNvPr>
          <p:cNvSpPr/>
          <p:nvPr/>
        </p:nvSpPr>
        <p:spPr>
          <a:xfrm>
            <a:off x="8674268" y="2295099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20C684A-1855-4072-10C0-524E64886529}"/>
              </a:ext>
            </a:extLst>
          </p:cNvPr>
          <p:cNvSpPr/>
          <p:nvPr/>
        </p:nvSpPr>
        <p:spPr>
          <a:xfrm>
            <a:off x="10150828" y="2301947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05CFB16-3DA3-D439-6FA3-97E117814FBF}"/>
              </a:ext>
            </a:extLst>
          </p:cNvPr>
          <p:cNvSpPr/>
          <p:nvPr/>
        </p:nvSpPr>
        <p:spPr>
          <a:xfrm>
            <a:off x="4238726" y="3872348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F5E8A3B-46B6-C1D7-36F1-D06D589F8F0A}"/>
              </a:ext>
            </a:extLst>
          </p:cNvPr>
          <p:cNvCxnSpPr>
            <a:cxnSpLocks/>
          </p:cNvCxnSpPr>
          <p:nvPr/>
        </p:nvCxnSpPr>
        <p:spPr>
          <a:xfrm flipV="1">
            <a:off x="479607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782F408-273B-944A-A367-ACA1C942FD17}"/>
              </a:ext>
            </a:extLst>
          </p:cNvPr>
          <p:cNvCxnSpPr>
            <a:cxnSpLocks/>
          </p:cNvCxnSpPr>
          <p:nvPr/>
        </p:nvCxnSpPr>
        <p:spPr>
          <a:xfrm flipV="1">
            <a:off x="6274687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C19E166-3313-1A5D-0E0D-FF853F7F0E00}"/>
              </a:ext>
            </a:extLst>
          </p:cNvPr>
          <p:cNvCxnSpPr>
            <a:cxnSpLocks/>
          </p:cNvCxnSpPr>
          <p:nvPr/>
        </p:nvCxnSpPr>
        <p:spPr>
          <a:xfrm flipV="1">
            <a:off x="775424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FBEAE7A-CEB9-D9E5-8BD8-4666C8C944F5}"/>
              </a:ext>
            </a:extLst>
          </p:cNvPr>
          <p:cNvCxnSpPr>
            <a:cxnSpLocks/>
          </p:cNvCxnSpPr>
          <p:nvPr/>
        </p:nvCxnSpPr>
        <p:spPr>
          <a:xfrm flipV="1">
            <a:off x="9237416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45CC95-36AD-14D1-D72F-738780D9CA5D}"/>
              </a:ext>
            </a:extLst>
          </p:cNvPr>
          <p:cNvCxnSpPr>
            <a:cxnSpLocks/>
          </p:cNvCxnSpPr>
          <p:nvPr/>
        </p:nvCxnSpPr>
        <p:spPr>
          <a:xfrm flipV="1">
            <a:off x="10724042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788C73-4DDB-61C6-D10B-2DA7580DE74F}"/>
              </a:ext>
            </a:extLst>
          </p:cNvPr>
          <p:cNvCxnSpPr>
            <a:cxnSpLocks/>
          </p:cNvCxnSpPr>
          <p:nvPr/>
        </p:nvCxnSpPr>
        <p:spPr>
          <a:xfrm flipV="1">
            <a:off x="4796074" y="1106380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FFB8861-85FD-48C4-D148-8A5E73B1CA37}"/>
              </a:ext>
            </a:extLst>
          </p:cNvPr>
          <p:cNvCxnSpPr>
            <a:cxnSpLocks/>
          </p:cNvCxnSpPr>
          <p:nvPr/>
        </p:nvCxnSpPr>
        <p:spPr>
          <a:xfrm flipV="1">
            <a:off x="6274687" y="1113226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BCA004-C677-E5C4-6934-D23F5F0BE7F0}"/>
              </a:ext>
            </a:extLst>
          </p:cNvPr>
          <p:cNvCxnSpPr>
            <a:cxnSpLocks/>
          </p:cNvCxnSpPr>
          <p:nvPr/>
        </p:nvCxnSpPr>
        <p:spPr>
          <a:xfrm flipV="1">
            <a:off x="7754244" y="1106378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23749D-EA47-DA4A-74AD-67A62E01DF55}"/>
              </a:ext>
            </a:extLst>
          </p:cNvPr>
          <p:cNvCxnSpPr>
            <a:cxnSpLocks/>
          </p:cNvCxnSpPr>
          <p:nvPr/>
        </p:nvCxnSpPr>
        <p:spPr>
          <a:xfrm flipV="1">
            <a:off x="9237416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E342A6-1314-F0A6-BFBD-02790B03C5D5}"/>
              </a:ext>
            </a:extLst>
          </p:cNvPr>
          <p:cNvCxnSpPr>
            <a:cxnSpLocks/>
          </p:cNvCxnSpPr>
          <p:nvPr/>
        </p:nvCxnSpPr>
        <p:spPr>
          <a:xfrm flipV="1">
            <a:off x="10724042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4795130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6269410" y="4389243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7760506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9230438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10719643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0000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5161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D8114F1-56E2-DBC6-79E4-FCD6B6D82A47}"/>
              </a:ext>
            </a:extLst>
          </p:cNvPr>
          <p:cNvSpPr/>
          <p:nvPr/>
        </p:nvSpPr>
        <p:spPr>
          <a:xfrm>
            <a:off x="4673478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5F137-80EB-FAD5-8D3D-8001E20D4EAA}"/>
              </a:ext>
            </a:extLst>
          </p:cNvPr>
          <p:cNvSpPr/>
          <p:nvPr/>
        </p:nvSpPr>
        <p:spPr>
          <a:xfrm>
            <a:off x="6153035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87B215-F78B-EB77-9A48-F792F4F0B59A}"/>
              </a:ext>
            </a:extLst>
          </p:cNvPr>
          <p:cNvSpPr/>
          <p:nvPr/>
        </p:nvSpPr>
        <p:spPr>
          <a:xfrm>
            <a:off x="7632592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B88E6-B7F2-65B6-9F65-6B9225D7CDDF}"/>
              </a:ext>
            </a:extLst>
          </p:cNvPr>
          <p:cNvSpPr/>
          <p:nvPr/>
        </p:nvSpPr>
        <p:spPr>
          <a:xfrm>
            <a:off x="10591706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8E22A-28B4-BA3A-09CF-67835F2517F4}"/>
              </a:ext>
            </a:extLst>
          </p:cNvPr>
          <p:cNvSpPr/>
          <p:nvPr/>
        </p:nvSpPr>
        <p:spPr>
          <a:xfrm>
            <a:off x="9112149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3A93B0-0569-6AB8-50C8-AA8072C26E86}"/>
              </a:ext>
            </a:extLst>
          </p:cNvPr>
          <p:cNvGrpSpPr/>
          <p:nvPr/>
        </p:nvGrpSpPr>
        <p:grpSpPr>
          <a:xfrm>
            <a:off x="4698814" y="3533525"/>
            <a:ext cx="202517" cy="202517"/>
            <a:chOff x="361477" y="1105173"/>
            <a:chExt cx="353898" cy="35389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E46B41C-290F-603E-5774-3778F8A48B1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ultiply 37">
              <a:extLst>
                <a:ext uri="{FF2B5EF4-FFF2-40B4-BE49-F238E27FC236}">
                  <a16:creationId xmlns:a16="http://schemas.microsoft.com/office/drawing/2014/main" id="{F3BA0CE8-C00C-EB84-499C-AEC38D0D4BA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203B5DCB-242A-D5D3-BE7A-A9983619BF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24" y="56207"/>
            <a:ext cx="606778" cy="606778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5B071AE-CF72-D802-F557-73C78397CFC5}"/>
              </a:ext>
            </a:extLst>
          </p:cNvPr>
          <p:cNvCxnSpPr>
            <a:cxnSpLocks/>
          </p:cNvCxnSpPr>
          <p:nvPr/>
        </p:nvCxnSpPr>
        <p:spPr>
          <a:xfrm flipV="1">
            <a:off x="4172370" y="3634754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36547FD-D3F8-FC01-BC2A-54E5FEECF6A0}"/>
              </a:ext>
            </a:extLst>
          </p:cNvPr>
          <p:cNvCxnSpPr>
            <a:cxnSpLocks/>
          </p:cNvCxnSpPr>
          <p:nvPr/>
        </p:nvCxnSpPr>
        <p:spPr>
          <a:xfrm>
            <a:off x="4172370" y="363475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DA0417-351A-60DC-00B1-D9E58AE7F508}"/>
              </a:ext>
            </a:extLst>
          </p:cNvPr>
          <p:cNvCxnSpPr>
            <a:cxnSpLocks/>
          </p:cNvCxnSpPr>
          <p:nvPr/>
        </p:nvCxnSpPr>
        <p:spPr>
          <a:xfrm>
            <a:off x="4172370" y="467847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FE5B6A34-51FD-691F-BA41-5BD287AD5315}"/>
              </a:ext>
            </a:extLst>
          </p:cNvPr>
          <p:cNvSpPr/>
          <p:nvPr/>
        </p:nvSpPr>
        <p:spPr>
          <a:xfrm>
            <a:off x="4237781" y="3198533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CE888FCA-8851-B3E9-9E39-0FA283AA8B68}"/>
              </a:ext>
            </a:extLst>
          </p:cNvPr>
          <p:cNvGrpSpPr/>
          <p:nvPr/>
        </p:nvGrpSpPr>
        <p:grpSpPr>
          <a:xfrm>
            <a:off x="4698814" y="1940164"/>
            <a:ext cx="202517" cy="202517"/>
            <a:chOff x="361477" y="1105173"/>
            <a:chExt cx="353898" cy="353898"/>
          </a:xfrm>
        </p:grpSpPr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CF9FF6E8-12C9-4F39-E5AB-B8C56DB6D24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Multiply 1033">
              <a:extLst>
                <a:ext uri="{FF2B5EF4-FFF2-40B4-BE49-F238E27FC236}">
                  <a16:creationId xmlns:a16="http://schemas.microsoft.com/office/drawing/2014/main" id="{4977346A-041A-252B-82CE-BC36204F520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30AE736-4300-A5E9-4F31-BC1CE1013679}"/>
              </a:ext>
            </a:extLst>
          </p:cNvPr>
          <p:cNvCxnSpPr>
            <a:cxnSpLocks/>
          </p:cNvCxnSpPr>
          <p:nvPr/>
        </p:nvCxnSpPr>
        <p:spPr>
          <a:xfrm flipV="1">
            <a:off x="4172370" y="2041393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B51CA33B-27B7-2B6C-F6A5-D6B8DEDD2B7D}"/>
              </a:ext>
            </a:extLst>
          </p:cNvPr>
          <p:cNvCxnSpPr>
            <a:cxnSpLocks/>
          </p:cNvCxnSpPr>
          <p:nvPr/>
        </p:nvCxnSpPr>
        <p:spPr>
          <a:xfrm>
            <a:off x="4172370" y="2041393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CA3B4ED6-7000-F760-5A42-ACE5E849F092}"/>
              </a:ext>
            </a:extLst>
          </p:cNvPr>
          <p:cNvCxnSpPr>
            <a:cxnSpLocks/>
          </p:cNvCxnSpPr>
          <p:nvPr/>
        </p:nvCxnSpPr>
        <p:spPr>
          <a:xfrm>
            <a:off x="4172370" y="3085110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Rounded Rectangle 1037">
            <a:extLst>
              <a:ext uri="{FF2B5EF4-FFF2-40B4-BE49-F238E27FC236}">
                <a16:creationId xmlns:a16="http://schemas.microsoft.com/office/drawing/2014/main" id="{C6ADE62F-9F5F-3D01-C2AF-19429CBF6C19}"/>
              </a:ext>
            </a:extLst>
          </p:cNvPr>
          <p:cNvSpPr/>
          <p:nvPr/>
        </p:nvSpPr>
        <p:spPr>
          <a:xfrm>
            <a:off x="4237781" y="1546635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F43592DC-F01E-3196-D5EB-5D20B0AD04E2}"/>
              </a:ext>
            </a:extLst>
          </p:cNvPr>
          <p:cNvGrpSpPr/>
          <p:nvPr/>
        </p:nvGrpSpPr>
        <p:grpSpPr>
          <a:xfrm>
            <a:off x="6160600" y="3539141"/>
            <a:ext cx="202517" cy="202517"/>
            <a:chOff x="361477" y="1105173"/>
            <a:chExt cx="353898" cy="353898"/>
          </a:xfrm>
        </p:grpSpPr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6C80E4A4-059C-DE34-EE83-55756C2C393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Multiply 1044">
              <a:extLst>
                <a:ext uri="{FF2B5EF4-FFF2-40B4-BE49-F238E27FC236}">
                  <a16:creationId xmlns:a16="http://schemas.microsoft.com/office/drawing/2014/main" id="{7C6A6CEB-D991-BD36-DC1B-6237704B2B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C95EF342-FB78-D6E3-5BC8-F8ACC635161E}"/>
              </a:ext>
            </a:extLst>
          </p:cNvPr>
          <p:cNvCxnSpPr>
            <a:cxnSpLocks/>
          </p:cNvCxnSpPr>
          <p:nvPr/>
        </p:nvCxnSpPr>
        <p:spPr>
          <a:xfrm flipV="1">
            <a:off x="5634156" y="3640370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F9F183E7-E03B-C86B-3957-5C61D124FEB3}"/>
              </a:ext>
            </a:extLst>
          </p:cNvPr>
          <p:cNvCxnSpPr>
            <a:cxnSpLocks/>
          </p:cNvCxnSpPr>
          <p:nvPr/>
        </p:nvCxnSpPr>
        <p:spPr>
          <a:xfrm>
            <a:off x="5634156" y="364037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5D2D43A0-3ECA-17C8-9F71-90E53C5A05A6}"/>
              </a:ext>
            </a:extLst>
          </p:cNvPr>
          <p:cNvCxnSpPr>
            <a:cxnSpLocks/>
          </p:cNvCxnSpPr>
          <p:nvPr/>
        </p:nvCxnSpPr>
        <p:spPr>
          <a:xfrm>
            <a:off x="5634156" y="468408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Rounded Rectangle 1048">
            <a:extLst>
              <a:ext uri="{FF2B5EF4-FFF2-40B4-BE49-F238E27FC236}">
                <a16:creationId xmlns:a16="http://schemas.microsoft.com/office/drawing/2014/main" id="{EF4CE39B-F30E-573D-25B1-7D41858CB2D0}"/>
              </a:ext>
            </a:extLst>
          </p:cNvPr>
          <p:cNvSpPr/>
          <p:nvPr/>
        </p:nvSpPr>
        <p:spPr>
          <a:xfrm>
            <a:off x="5699567" y="3204149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FCF1361C-7F0E-8B16-6E7D-C84679E6AE38}"/>
              </a:ext>
            </a:extLst>
          </p:cNvPr>
          <p:cNvGrpSpPr/>
          <p:nvPr/>
        </p:nvGrpSpPr>
        <p:grpSpPr>
          <a:xfrm>
            <a:off x="6160600" y="1945780"/>
            <a:ext cx="202517" cy="202517"/>
            <a:chOff x="361477" y="1105173"/>
            <a:chExt cx="353898" cy="353898"/>
          </a:xfrm>
        </p:grpSpPr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C2439A20-C407-7A79-29FF-0F42401906A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Multiply 1051">
              <a:extLst>
                <a:ext uri="{FF2B5EF4-FFF2-40B4-BE49-F238E27FC236}">
                  <a16:creationId xmlns:a16="http://schemas.microsoft.com/office/drawing/2014/main" id="{474A970E-DD53-E61A-0CB8-871663F445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66BC1211-AD6B-F077-7D65-9B51AC411106}"/>
              </a:ext>
            </a:extLst>
          </p:cNvPr>
          <p:cNvCxnSpPr>
            <a:cxnSpLocks/>
          </p:cNvCxnSpPr>
          <p:nvPr/>
        </p:nvCxnSpPr>
        <p:spPr>
          <a:xfrm flipV="1">
            <a:off x="5634156" y="204700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F8806773-99EF-E088-5AD4-127D314040BB}"/>
              </a:ext>
            </a:extLst>
          </p:cNvPr>
          <p:cNvCxnSpPr>
            <a:cxnSpLocks/>
          </p:cNvCxnSpPr>
          <p:nvPr/>
        </p:nvCxnSpPr>
        <p:spPr>
          <a:xfrm>
            <a:off x="5634156" y="204700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83B91F94-5D4C-295F-65E4-5D54E447407A}"/>
              </a:ext>
            </a:extLst>
          </p:cNvPr>
          <p:cNvCxnSpPr>
            <a:cxnSpLocks/>
          </p:cNvCxnSpPr>
          <p:nvPr/>
        </p:nvCxnSpPr>
        <p:spPr>
          <a:xfrm>
            <a:off x="5634156" y="309072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Rounded Rectangle 1055">
            <a:extLst>
              <a:ext uri="{FF2B5EF4-FFF2-40B4-BE49-F238E27FC236}">
                <a16:creationId xmlns:a16="http://schemas.microsoft.com/office/drawing/2014/main" id="{46CE7414-64A3-3F70-6380-A57547F668BA}"/>
              </a:ext>
            </a:extLst>
          </p:cNvPr>
          <p:cNvSpPr/>
          <p:nvPr/>
        </p:nvSpPr>
        <p:spPr>
          <a:xfrm>
            <a:off x="5699567" y="1552251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EC89BF28-4213-6D6B-0301-BBB11AD45D1B}"/>
              </a:ext>
            </a:extLst>
          </p:cNvPr>
          <p:cNvGrpSpPr/>
          <p:nvPr/>
        </p:nvGrpSpPr>
        <p:grpSpPr>
          <a:xfrm>
            <a:off x="7657314" y="3535150"/>
            <a:ext cx="202517" cy="202517"/>
            <a:chOff x="361477" y="1105173"/>
            <a:chExt cx="353898" cy="353898"/>
          </a:xfrm>
        </p:grpSpPr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6CBD57F2-4FD6-F996-9E01-193BD8CF9F3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Multiply 1058">
              <a:extLst>
                <a:ext uri="{FF2B5EF4-FFF2-40B4-BE49-F238E27FC236}">
                  <a16:creationId xmlns:a16="http://schemas.microsoft.com/office/drawing/2014/main" id="{8F6407A0-9AD7-225F-A780-387BDF008E0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92553498-B052-0687-95A4-54B91C88AECF}"/>
              </a:ext>
            </a:extLst>
          </p:cNvPr>
          <p:cNvCxnSpPr>
            <a:cxnSpLocks/>
          </p:cNvCxnSpPr>
          <p:nvPr/>
        </p:nvCxnSpPr>
        <p:spPr>
          <a:xfrm flipV="1">
            <a:off x="7130870" y="363637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08340E8E-17CC-99E8-3CBC-9161AABEF27E}"/>
              </a:ext>
            </a:extLst>
          </p:cNvPr>
          <p:cNvCxnSpPr>
            <a:cxnSpLocks/>
          </p:cNvCxnSpPr>
          <p:nvPr/>
        </p:nvCxnSpPr>
        <p:spPr>
          <a:xfrm>
            <a:off x="7130870" y="36363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D0FCB04E-028D-E236-7272-55E60372A548}"/>
              </a:ext>
            </a:extLst>
          </p:cNvPr>
          <p:cNvCxnSpPr>
            <a:cxnSpLocks/>
          </p:cNvCxnSpPr>
          <p:nvPr/>
        </p:nvCxnSpPr>
        <p:spPr>
          <a:xfrm>
            <a:off x="7130870" y="468009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Rounded Rectangle 1062">
            <a:extLst>
              <a:ext uri="{FF2B5EF4-FFF2-40B4-BE49-F238E27FC236}">
                <a16:creationId xmlns:a16="http://schemas.microsoft.com/office/drawing/2014/main" id="{D36B5CDC-1865-54B7-9D56-7C80A5A67AE1}"/>
              </a:ext>
            </a:extLst>
          </p:cNvPr>
          <p:cNvSpPr/>
          <p:nvPr/>
        </p:nvSpPr>
        <p:spPr>
          <a:xfrm>
            <a:off x="7196281" y="3200158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67E4B58B-B796-0B33-7D85-E5B7FEE42396}"/>
              </a:ext>
            </a:extLst>
          </p:cNvPr>
          <p:cNvGrpSpPr/>
          <p:nvPr/>
        </p:nvGrpSpPr>
        <p:grpSpPr>
          <a:xfrm>
            <a:off x="7657314" y="1941789"/>
            <a:ext cx="202517" cy="202517"/>
            <a:chOff x="361477" y="1105173"/>
            <a:chExt cx="353898" cy="353898"/>
          </a:xfrm>
        </p:grpSpPr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182F2A2-E25F-C759-C351-22C4F4A6565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Multiply 1065">
              <a:extLst>
                <a:ext uri="{FF2B5EF4-FFF2-40B4-BE49-F238E27FC236}">
                  <a16:creationId xmlns:a16="http://schemas.microsoft.com/office/drawing/2014/main" id="{B244BC14-19EB-3909-3C12-9C58427011C4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81B9BAB3-BF1A-C039-9814-F42BA55E4FDB}"/>
              </a:ext>
            </a:extLst>
          </p:cNvPr>
          <p:cNvCxnSpPr>
            <a:cxnSpLocks/>
          </p:cNvCxnSpPr>
          <p:nvPr/>
        </p:nvCxnSpPr>
        <p:spPr>
          <a:xfrm flipV="1">
            <a:off x="7130870" y="2043018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2137BAE5-D7B6-C37D-39BC-BC2B26FD62C0}"/>
              </a:ext>
            </a:extLst>
          </p:cNvPr>
          <p:cNvCxnSpPr>
            <a:cxnSpLocks/>
          </p:cNvCxnSpPr>
          <p:nvPr/>
        </p:nvCxnSpPr>
        <p:spPr>
          <a:xfrm>
            <a:off x="7130870" y="2043018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2783B9A8-0706-FF64-225A-ECDF708A1C5F}"/>
              </a:ext>
            </a:extLst>
          </p:cNvPr>
          <p:cNvCxnSpPr>
            <a:cxnSpLocks/>
          </p:cNvCxnSpPr>
          <p:nvPr/>
        </p:nvCxnSpPr>
        <p:spPr>
          <a:xfrm>
            <a:off x="7130870" y="3086735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Rounded Rectangle 1069">
            <a:extLst>
              <a:ext uri="{FF2B5EF4-FFF2-40B4-BE49-F238E27FC236}">
                <a16:creationId xmlns:a16="http://schemas.microsoft.com/office/drawing/2014/main" id="{B6A91747-D886-137D-884A-BC09B142967F}"/>
              </a:ext>
            </a:extLst>
          </p:cNvPr>
          <p:cNvSpPr/>
          <p:nvPr/>
        </p:nvSpPr>
        <p:spPr>
          <a:xfrm>
            <a:off x="7196281" y="1548260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224DC0BE-3B57-57D1-C7BC-265528E9603B}"/>
              </a:ext>
            </a:extLst>
          </p:cNvPr>
          <p:cNvGrpSpPr/>
          <p:nvPr/>
        </p:nvGrpSpPr>
        <p:grpSpPr>
          <a:xfrm>
            <a:off x="9144027" y="3539026"/>
            <a:ext cx="202517" cy="202517"/>
            <a:chOff x="361477" y="1105173"/>
            <a:chExt cx="353898" cy="353898"/>
          </a:xfrm>
        </p:grpSpPr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71B92308-E372-0C8E-365E-7E087AF0D28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Multiply 1072">
              <a:extLst>
                <a:ext uri="{FF2B5EF4-FFF2-40B4-BE49-F238E27FC236}">
                  <a16:creationId xmlns:a16="http://schemas.microsoft.com/office/drawing/2014/main" id="{DA39D305-C839-1DC3-59C5-DE68A982F1F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EBB02B1F-F3BF-96DF-000C-5C25DCBF795E}"/>
              </a:ext>
            </a:extLst>
          </p:cNvPr>
          <p:cNvCxnSpPr>
            <a:cxnSpLocks/>
          </p:cNvCxnSpPr>
          <p:nvPr/>
        </p:nvCxnSpPr>
        <p:spPr>
          <a:xfrm flipV="1">
            <a:off x="8617583" y="3640255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466A5C90-E065-E0D2-1737-BB3C3DBE7810}"/>
              </a:ext>
            </a:extLst>
          </p:cNvPr>
          <p:cNvCxnSpPr>
            <a:cxnSpLocks/>
          </p:cNvCxnSpPr>
          <p:nvPr/>
        </p:nvCxnSpPr>
        <p:spPr>
          <a:xfrm>
            <a:off x="8617583" y="3640255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Arrow Connector 1075">
            <a:extLst>
              <a:ext uri="{FF2B5EF4-FFF2-40B4-BE49-F238E27FC236}">
                <a16:creationId xmlns:a16="http://schemas.microsoft.com/office/drawing/2014/main" id="{D650289E-12CB-BCD6-CDE2-F38F83B7E1CA}"/>
              </a:ext>
            </a:extLst>
          </p:cNvPr>
          <p:cNvCxnSpPr>
            <a:cxnSpLocks/>
          </p:cNvCxnSpPr>
          <p:nvPr/>
        </p:nvCxnSpPr>
        <p:spPr>
          <a:xfrm>
            <a:off x="8617583" y="4683972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Rounded Rectangle 1076">
            <a:extLst>
              <a:ext uri="{FF2B5EF4-FFF2-40B4-BE49-F238E27FC236}">
                <a16:creationId xmlns:a16="http://schemas.microsoft.com/office/drawing/2014/main" id="{1DBEC50C-64A5-2B5D-D344-A38CBB3B3EB6}"/>
              </a:ext>
            </a:extLst>
          </p:cNvPr>
          <p:cNvSpPr/>
          <p:nvPr/>
        </p:nvSpPr>
        <p:spPr>
          <a:xfrm>
            <a:off x="8682994" y="3204034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BA9218C-2E59-DDA9-3ECA-1984B9E5FEDB}"/>
              </a:ext>
            </a:extLst>
          </p:cNvPr>
          <p:cNvGrpSpPr/>
          <p:nvPr/>
        </p:nvGrpSpPr>
        <p:grpSpPr>
          <a:xfrm>
            <a:off x="9144027" y="1945665"/>
            <a:ext cx="202517" cy="202517"/>
            <a:chOff x="361477" y="1105173"/>
            <a:chExt cx="353898" cy="353898"/>
          </a:xfrm>
        </p:grpSpPr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51988097-67A5-CBF0-F5C2-5DB4A6D37B3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Multiply 1079">
              <a:extLst>
                <a:ext uri="{FF2B5EF4-FFF2-40B4-BE49-F238E27FC236}">
                  <a16:creationId xmlns:a16="http://schemas.microsoft.com/office/drawing/2014/main" id="{39D48865-83AA-809A-942C-FE3BC30F11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69D11DEA-706A-00C7-694A-B3291DF8C95C}"/>
              </a:ext>
            </a:extLst>
          </p:cNvPr>
          <p:cNvCxnSpPr>
            <a:cxnSpLocks/>
          </p:cNvCxnSpPr>
          <p:nvPr/>
        </p:nvCxnSpPr>
        <p:spPr>
          <a:xfrm flipV="1">
            <a:off x="8617583" y="2046894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67BEBF19-F551-B0A2-8476-5C2FE3D498D5}"/>
              </a:ext>
            </a:extLst>
          </p:cNvPr>
          <p:cNvCxnSpPr>
            <a:cxnSpLocks/>
          </p:cNvCxnSpPr>
          <p:nvPr/>
        </p:nvCxnSpPr>
        <p:spPr>
          <a:xfrm>
            <a:off x="8617583" y="204689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DB9BEA2E-3E4A-3E46-0C5B-6B0F29224930}"/>
              </a:ext>
            </a:extLst>
          </p:cNvPr>
          <p:cNvCxnSpPr>
            <a:cxnSpLocks/>
          </p:cNvCxnSpPr>
          <p:nvPr/>
        </p:nvCxnSpPr>
        <p:spPr>
          <a:xfrm>
            <a:off x="8617583" y="309061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Rounded Rectangle 1083">
            <a:extLst>
              <a:ext uri="{FF2B5EF4-FFF2-40B4-BE49-F238E27FC236}">
                <a16:creationId xmlns:a16="http://schemas.microsoft.com/office/drawing/2014/main" id="{4ECB22D9-BB9C-50D2-748E-EB51521B78F1}"/>
              </a:ext>
            </a:extLst>
          </p:cNvPr>
          <p:cNvSpPr/>
          <p:nvPr/>
        </p:nvSpPr>
        <p:spPr>
          <a:xfrm>
            <a:off x="8682994" y="1552136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E0226A4C-2A85-8A75-5CC2-3EA8690C2B3A}"/>
              </a:ext>
            </a:extLst>
          </p:cNvPr>
          <p:cNvGrpSpPr/>
          <p:nvPr/>
        </p:nvGrpSpPr>
        <p:grpSpPr>
          <a:xfrm>
            <a:off x="10623107" y="3535611"/>
            <a:ext cx="202517" cy="202517"/>
            <a:chOff x="361477" y="1105173"/>
            <a:chExt cx="353898" cy="353898"/>
          </a:xfrm>
        </p:grpSpPr>
        <p:sp>
          <p:nvSpPr>
            <p:cNvPr id="1086" name="Oval 1085">
              <a:extLst>
                <a:ext uri="{FF2B5EF4-FFF2-40B4-BE49-F238E27FC236}">
                  <a16:creationId xmlns:a16="http://schemas.microsoft.com/office/drawing/2014/main" id="{B50CB380-C4E2-DB33-555D-A50F39BBACD7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Multiply 1086">
              <a:extLst>
                <a:ext uri="{FF2B5EF4-FFF2-40B4-BE49-F238E27FC236}">
                  <a16:creationId xmlns:a16="http://schemas.microsoft.com/office/drawing/2014/main" id="{E3D41EC3-1D01-FDE5-506E-851A3D81CC7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6863916-90A0-A6F0-ABEC-004F57773D30}"/>
              </a:ext>
            </a:extLst>
          </p:cNvPr>
          <p:cNvCxnSpPr>
            <a:cxnSpLocks/>
          </p:cNvCxnSpPr>
          <p:nvPr/>
        </p:nvCxnSpPr>
        <p:spPr>
          <a:xfrm flipV="1">
            <a:off x="10096663" y="3636840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029EDD0-DD15-FC9D-4B29-5793D23606F0}"/>
              </a:ext>
            </a:extLst>
          </p:cNvPr>
          <p:cNvCxnSpPr>
            <a:cxnSpLocks/>
          </p:cNvCxnSpPr>
          <p:nvPr/>
        </p:nvCxnSpPr>
        <p:spPr>
          <a:xfrm>
            <a:off x="10096663" y="363684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04852D9-DBF9-5381-E44C-332A1F41FFBB}"/>
              </a:ext>
            </a:extLst>
          </p:cNvPr>
          <p:cNvCxnSpPr>
            <a:cxnSpLocks/>
          </p:cNvCxnSpPr>
          <p:nvPr/>
        </p:nvCxnSpPr>
        <p:spPr>
          <a:xfrm>
            <a:off x="10096663" y="468055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60B2A75-6534-D688-F10B-72A9333A50A3}"/>
              </a:ext>
            </a:extLst>
          </p:cNvPr>
          <p:cNvSpPr/>
          <p:nvPr/>
        </p:nvSpPr>
        <p:spPr>
          <a:xfrm>
            <a:off x="10162074" y="3200619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25997F5-08EE-6533-758C-5D9DA14A257F}"/>
              </a:ext>
            </a:extLst>
          </p:cNvPr>
          <p:cNvGrpSpPr/>
          <p:nvPr/>
        </p:nvGrpSpPr>
        <p:grpSpPr>
          <a:xfrm>
            <a:off x="10623107" y="1942250"/>
            <a:ext cx="202517" cy="202517"/>
            <a:chOff x="361477" y="1105173"/>
            <a:chExt cx="353898" cy="353898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874ECD8-147A-7DE6-952B-82D7F88A3C0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Multiply 137">
              <a:extLst>
                <a:ext uri="{FF2B5EF4-FFF2-40B4-BE49-F238E27FC236}">
                  <a16:creationId xmlns:a16="http://schemas.microsoft.com/office/drawing/2014/main" id="{DF9EC076-0E05-196E-F528-72B1CBA7C093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805B34B-1264-CAA0-B015-9013F204BF14}"/>
              </a:ext>
            </a:extLst>
          </p:cNvPr>
          <p:cNvCxnSpPr>
            <a:cxnSpLocks/>
          </p:cNvCxnSpPr>
          <p:nvPr/>
        </p:nvCxnSpPr>
        <p:spPr>
          <a:xfrm flipV="1">
            <a:off x="10096663" y="204347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426F465-B0AB-675F-21FD-C5F5B68548DD}"/>
              </a:ext>
            </a:extLst>
          </p:cNvPr>
          <p:cNvCxnSpPr>
            <a:cxnSpLocks/>
          </p:cNvCxnSpPr>
          <p:nvPr/>
        </p:nvCxnSpPr>
        <p:spPr>
          <a:xfrm>
            <a:off x="10096663" y="20434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1D24CEE-A203-77E4-CB5A-535616093F69}"/>
              </a:ext>
            </a:extLst>
          </p:cNvPr>
          <p:cNvCxnSpPr>
            <a:cxnSpLocks/>
          </p:cNvCxnSpPr>
          <p:nvPr/>
        </p:nvCxnSpPr>
        <p:spPr>
          <a:xfrm>
            <a:off x="10096663" y="308719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2D9F3A73-A9E7-E266-E68A-82C3745ADC1B}"/>
              </a:ext>
            </a:extLst>
          </p:cNvPr>
          <p:cNvSpPr/>
          <p:nvPr/>
        </p:nvSpPr>
        <p:spPr>
          <a:xfrm>
            <a:off x="10162074" y="1548721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9251994-492F-C4F1-B53D-87EFD092D69C}"/>
              </a:ext>
            </a:extLst>
          </p:cNvPr>
          <p:cNvSpPr txBox="1"/>
          <p:nvPr/>
        </p:nvSpPr>
        <p:spPr>
          <a:xfrm>
            <a:off x="601401" y="848157"/>
            <a:ext cx="3326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Layer normalization</a:t>
            </a: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35C436EB-5896-A59F-E191-771A692279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732" y="809837"/>
            <a:ext cx="606778" cy="606778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2F5D4EAA-C5C3-B179-F6A9-5EA5FC07D3DA}"/>
              </a:ext>
            </a:extLst>
          </p:cNvPr>
          <p:cNvSpPr txBox="1"/>
          <p:nvPr/>
        </p:nvSpPr>
        <p:spPr>
          <a:xfrm>
            <a:off x="6313216" y="3927830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754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29" grpId="0" animBg="1"/>
          <p:bldP spid="1038" grpId="0" animBg="1"/>
          <p:bldP spid="1049" grpId="0" animBg="1"/>
          <p:bldP spid="1056" grpId="0" animBg="1"/>
          <p:bldP spid="1063" grpId="0" animBg="1"/>
          <p:bldP spid="1070" grpId="0" animBg="1"/>
          <p:bldP spid="1077" grpId="0" animBg="1"/>
          <p:bldP spid="1084" grpId="0" animBg="1"/>
          <p:bldP spid="135" grpId="0" animBg="1"/>
          <p:bldP spid="142" grpId="0" animBg="1"/>
          <p:bldP spid="14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29" grpId="0" animBg="1"/>
          <p:bldP spid="1038" grpId="0" animBg="1"/>
          <p:bldP spid="1049" grpId="0" animBg="1"/>
          <p:bldP spid="1056" grpId="0" animBg="1"/>
          <p:bldP spid="1063" grpId="0" animBg="1"/>
          <p:bldP spid="1070" grpId="0" animBg="1"/>
          <p:bldP spid="1077" grpId="0" animBg="1"/>
          <p:bldP spid="1084" grpId="0" animBg="1"/>
          <p:bldP spid="135" grpId="0" animBg="1"/>
          <p:bldP spid="142" grpId="0" animBg="1"/>
          <p:bldP spid="143" grpId="0"/>
        </p:bldLst>
      </p:timing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BEF34DB-6FFA-8DDB-319B-8FA32A026DA6}"/>
              </a:ext>
            </a:extLst>
          </p:cNvPr>
          <p:cNvSpPr/>
          <p:nvPr/>
        </p:nvSpPr>
        <p:spPr>
          <a:xfrm>
            <a:off x="76932" y="3085110"/>
            <a:ext cx="366821" cy="5496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DC7410-B0E2-B5A8-C757-5DF198CEDB13}"/>
              </a:ext>
            </a:extLst>
          </p:cNvPr>
          <p:cNvSpPr/>
          <p:nvPr/>
        </p:nvSpPr>
        <p:spPr>
          <a:xfrm>
            <a:off x="3311015" y="3062827"/>
            <a:ext cx="366821" cy="5496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CAC65F-4DA3-C0BE-D6F8-67529882D914}"/>
              </a:ext>
            </a:extLst>
          </p:cNvPr>
          <p:cNvSpPr/>
          <p:nvPr/>
        </p:nvSpPr>
        <p:spPr>
          <a:xfrm>
            <a:off x="601401" y="2890430"/>
            <a:ext cx="2316611" cy="960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4F3A1B79-A720-FDEE-4DAC-7078F73AC4E1}"/>
              </a:ext>
            </a:extLst>
          </p:cNvPr>
          <p:cNvSpPr txBox="1"/>
          <p:nvPr/>
        </p:nvSpPr>
        <p:spPr>
          <a:xfrm>
            <a:off x="605893" y="174387"/>
            <a:ext cx="3326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Residual connection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46627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61423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76219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105810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27692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27780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46103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56571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72337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87392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101209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91014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507986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655942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803897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1099809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951853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439928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blipFill>
                <a:blip r:embed="rId7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469387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479513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21219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489638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616815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626941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668647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637066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764506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774632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816339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784758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912783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922909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964616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933035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1061060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1071186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1112893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1081312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3669677" y="1334530"/>
            <a:ext cx="8114283" cy="3456595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86D7F34-2EBB-491E-6FF9-1AB7E7B6EEA3}"/>
              </a:ext>
            </a:extLst>
          </p:cNvPr>
          <p:cNvSpPr/>
          <p:nvPr/>
        </p:nvSpPr>
        <p:spPr>
          <a:xfrm>
            <a:off x="4238726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C8424D1-278D-86C3-C81E-E6E7E0291671}"/>
              </a:ext>
            </a:extLst>
          </p:cNvPr>
          <p:cNvSpPr/>
          <p:nvPr/>
        </p:nvSpPr>
        <p:spPr>
          <a:xfrm>
            <a:off x="5713110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5E058F0-38DC-6E1C-AFD3-1BBC7B434FBD}"/>
              </a:ext>
            </a:extLst>
          </p:cNvPr>
          <p:cNvSpPr/>
          <p:nvPr/>
        </p:nvSpPr>
        <p:spPr>
          <a:xfrm>
            <a:off x="7196895" y="229510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832F2D5-A30D-DF4B-86E5-E48A3DCCFDFC}"/>
              </a:ext>
            </a:extLst>
          </p:cNvPr>
          <p:cNvSpPr/>
          <p:nvPr/>
        </p:nvSpPr>
        <p:spPr>
          <a:xfrm>
            <a:off x="8674268" y="2295099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20C684A-1855-4072-10C0-524E64886529}"/>
              </a:ext>
            </a:extLst>
          </p:cNvPr>
          <p:cNvSpPr/>
          <p:nvPr/>
        </p:nvSpPr>
        <p:spPr>
          <a:xfrm>
            <a:off x="10150828" y="2301947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05CFB16-3DA3-D439-6FA3-97E117814FBF}"/>
              </a:ext>
            </a:extLst>
          </p:cNvPr>
          <p:cNvSpPr/>
          <p:nvPr/>
        </p:nvSpPr>
        <p:spPr>
          <a:xfrm>
            <a:off x="4238726" y="3872348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F5E8A3B-46B6-C1D7-36F1-D06D589F8F0A}"/>
              </a:ext>
            </a:extLst>
          </p:cNvPr>
          <p:cNvCxnSpPr>
            <a:cxnSpLocks/>
          </p:cNvCxnSpPr>
          <p:nvPr/>
        </p:nvCxnSpPr>
        <p:spPr>
          <a:xfrm flipV="1">
            <a:off x="479607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782F408-273B-944A-A367-ACA1C942FD17}"/>
              </a:ext>
            </a:extLst>
          </p:cNvPr>
          <p:cNvCxnSpPr>
            <a:cxnSpLocks/>
          </p:cNvCxnSpPr>
          <p:nvPr/>
        </p:nvCxnSpPr>
        <p:spPr>
          <a:xfrm flipV="1">
            <a:off x="6274687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C19E166-3313-1A5D-0E0D-FF853F7F0E00}"/>
              </a:ext>
            </a:extLst>
          </p:cNvPr>
          <p:cNvCxnSpPr>
            <a:cxnSpLocks/>
          </p:cNvCxnSpPr>
          <p:nvPr/>
        </p:nvCxnSpPr>
        <p:spPr>
          <a:xfrm flipV="1">
            <a:off x="775424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FBEAE7A-CEB9-D9E5-8BD8-4666C8C944F5}"/>
              </a:ext>
            </a:extLst>
          </p:cNvPr>
          <p:cNvCxnSpPr>
            <a:cxnSpLocks/>
          </p:cNvCxnSpPr>
          <p:nvPr/>
        </p:nvCxnSpPr>
        <p:spPr>
          <a:xfrm flipV="1">
            <a:off x="9237416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45CC95-36AD-14D1-D72F-738780D9CA5D}"/>
              </a:ext>
            </a:extLst>
          </p:cNvPr>
          <p:cNvCxnSpPr>
            <a:cxnSpLocks/>
          </p:cNvCxnSpPr>
          <p:nvPr/>
        </p:nvCxnSpPr>
        <p:spPr>
          <a:xfrm flipV="1">
            <a:off x="10724042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788C73-4DDB-61C6-D10B-2DA7580DE74F}"/>
              </a:ext>
            </a:extLst>
          </p:cNvPr>
          <p:cNvCxnSpPr>
            <a:cxnSpLocks/>
          </p:cNvCxnSpPr>
          <p:nvPr/>
        </p:nvCxnSpPr>
        <p:spPr>
          <a:xfrm flipV="1">
            <a:off x="4796074" y="1106380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FFB8861-85FD-48C4-D148-8A5E73B1CA37}"/>
              </a:ext>
            </a:extLst>
          </p:cNvPr>
          <p:cNvCxnSpPr>
            <a:cxnSpLocks/>
          </p:cNvCxnSpPr>
          <p:nvPr/>
        </p:nvCxnSpPr>
        <p:spPr>
          <a:xfrm flipV="1">
            <a:off x="6274687" y="1113226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BCA004-C677-E5C4-6934-D23F5F0BE7F0}"/>
              </a:ext>
            </a:extLst>
          </p:cNvPr>
          <p:cNvCxnSpPr>
            <a:cxnSpLocks/>
          </p:cNvCxnSpPr>
          <p:nvPr/>
        </p:nvCxnSpPr>
        <p:spPr>
          <a:xfrm flipV="1">
            <a:off x="7754244" y="1106378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23749D-EA47-DA4A-74AD-67A62E01DF55}"/>
              </a:ext>
            </a:extLst>
          </p:cNvPr>
          <p:cNvCxnSpPr>
            <a:cxnSpLocks/>
          </p:cNvCxnSpPr>
          <p:nvPr/>
        </p:nvCxnSpPr>
        <p:spPr>
          <a:xfrm flipV="1">
            <a:off x="9237416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E342A6-1314-F0A6-BFBD-02790B03C5D5}"/>
              </a:ext>
            </a:extLst>
          </p:cNvPr>
          <p:cNvCxnSpPr>
            <a:cxnSpLocks/>
          </p:cNvCxnSpPr>
          <p:nvPr/>
        </p:nvCxnSpPr>
        <p:spPr>
          <a:xfrm flipV="1">
            <a:off x="10724042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4795130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6269410" y="4389243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7760506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9230438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10719643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0000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5161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D8114F1-56E2-DBC6-79E4-FCD6B6D82A47}"/>
              </a:ext>
            </a:extLst>
          </p:cNvPr>
          <p:cNvSpPr/>
          <p:nvPr/>
        </p:nvSpPr>
        <p:spPr>
          <a:xfrm>
            <a:off x="4673478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5F137-80EB-FAD5-8D3D-8001E20D4EAA}"/>
              </a:ext>
            </a:extLst>
          </p:cNvPr>
          <p:cNvSpPr/>
          <p:nvPr/>
        </p:nvSpPr>
        <p:spPr>
          <a:xfrm>
            <a:off x="6153035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87B215-F78B-EB77-9A48-F792F4F0B59A}"/>
              </a:ext>
            </a:extLst>
          </p:cNvPr>
          <p:cNvSpPr/>
          <p:nvPr/>
        </p:nvSpPr>
        <p:spPr>
          <a:xfrm>
            <a:off x="7632592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B88E6-B7F2-65B6-9F65-6B9225D7CDDF}"/>
              </a:ext>
            </a:extLst>
          </p:cNvPr>
          <p:cNvSpPr/>
          <p:nvPr/>
        </p:nvSpPr>
        <p:spPr>
          <a:xfrm>
            <a:off x="10591706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8E22A-28B4-BA3A-09CF-67835F2517F4}"/>
              </a:ext>
            </a:extLst>
          </p:cNvPr>
          <p:cNvSpPr/>
          <p:nvPr/>
        </p:nvSpPr>
        <p:spPr>
          <a:xfrm>
            <a:off x="9112149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3A93B0-0569-6AB8-50C8-AA8072C26E86}"/>
              </a:ext>
            </a:extLst>
          </p:cNvPr>
          <p:cNvGrpSpPr/>
          <p:nvPr/>
        </p:nvGrpSpPr>
        <p:grpSpPr>
          <a:xfrm>
            <a:off x="4698814" y="3533525"/>
            <a:ext cx="202517" cy="202517"/>
            <a:chOff x="361477" y="1105173"/>
            <a:chExt cx="353898" cy="35389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E46B41C-290F-603E-5774-3778F8A48B1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ultiply 37">
              <a:extLst>
                <a:ext uri="{FF2B5EF4-FFF2-40B4-BE49-F238E27FC236}">
                  <a16:creationId xmlns:a16="http://schemas.microsoft.com/office/drawing/2014/main" id="{F3BA0CE8-C00C-EB84-499C-AEC38D0D4BA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203B5DCB-242A-D5D3-BE7A-A9983619BF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24" y="56207"/>
            <a:ext cx="606778" cy="606778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5B071AE-CF72-D802-F557-73C78397CFC5}"/>
              </a:ext>
            </a:extLst>
          </p:cNvPr>
          <p:cNvCxnSpPr>
            <a:cxnSpLocks/>
          </p:cNvCxnSpPr>
          <p:nvPr/>
        </p:nvCxnSpPr>
        <p:spPr>
          <a:xfrm flipV="1">
            <a:off x="4172370" y="3634754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36547FD-D3F8-FC01-BC2A-54E5FEECF6A0}"/>
              </a:ext>
            </a:extLst>
          </p:cNvPr>
          <p:cNvCxnSpPr>
            <a:cxnSpLocks/>
          </p:cNvCxnSpPr>
          <p:nvPr/>
        </p:nvCxnSpPr>
        <p:spPr>
          <a:xfrm>
            <a:off x="4172370" y="363475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DA0417-351A-60DC-00B1-D9E58AE7F508}"/>
              </a:ext>
            </a:extLst>
          </p:cNvPr>
          <p:cNvCxnSpPr>
            <a:cxnSpLocks/>
          </p:cNvCxnSpPr>
          <p:nvPr/>
        </p:nvCxnSpPr>
        <p:spPr>
          <a:xfrm>
            <a:off x="4172370" y="467847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FE5B6A34-51FD-691F-BA41-5BD287AD5315}"/>
              </a:ext>
            </a:extLst>
          </p:cNvPr>
          <p:cNvSpPr/>
          <p:nvPr/>
        </p:nvSpPr>
        <p:spPr>
          <a:xfrm>
            <a:off x="4237781" y="3198533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CE888FCA-8851-B3E9-9E39-0FA283AA8B68}"/>
              </a:ext>
            </a:extLst>
          </p:cNvPr>
          <p:cNvGrpSpPr/>
          <p:nvPr/>
        </p:nvGrpSpPr>
        <p:grpSpPr>
          <a:xfrm>
            <a:off x="4698814" y="1940164"/>
            <a:ext cx="202517" cy="202517"/>
            <a:chOff x="361477" y="1105173"/>
            <a:chExt cx="353898" cy="353898"/>
          </a:xfrm>
        </p:grpSpPr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CF9FF6E8-12C9-4F39-E5AB-B8C56DB6D24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Multiply 1033">
              <a:extLst>
                <a:ext uri="{FF2B5EF4-FFF2-40B4-BE49-F238E27FC236}">
                  <a16:creationId xmlns:a16="http://schemas.microsoft.com/office/drawing/2014/main" id="{4977346A-041A-252B-82CE-BC36204F520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30AE736-4300-A5E9-4F31-BC1CE1013679}"/>
              </a:ext>
            </a:extLst>
          </p:cNvPr>
          <p:cNvCxnSpPr>
            <a:cxnSpLocks/>
          </p:cNvCxnSpPr>
          <p:nvPr/>
        </p:nvCxnSpPr>
        <p:spPr>
          <a:xfrm flipV="1">
            <a:off x="4172370" y="2041393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B51CA33B-27B7-2B6C-F6A5-D6B8DEDD2B7D}"/>
              </a:ext>
            </a:extLst>
          </p:cNvPr>
          <p:cNvCxnSpPr>
            <a:cxnSpLocks/>
          </p:cNvCxnSpPr>
          <p:nvPr/>
        </p:nvCxnSpPr>
        <p:spPr>
          <a:xfrm>
            <a:off x="4172370" y="2041393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CA3B4ED6-7000-F760-5A42-ACE5E849F092}"/>
              </a:ext>
            </a:extLst>
          </p:cNvPr>
          <p:cNvCxnSpPr>
            <a:cxnSpLocks/>
          </p:cNvCxnSpPr>
          <p:nvPr/>
        </p:nvCxnSpPr>
        <p:spPr>
          <a:xfrm>
            <a:off x="4172370" y="3085110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Rounded Rectangle 1037">
            <a:extLst>
              <a:ext uri="{FF2B5EF4-FFF2-40B4-BE49-F238E27FC236}">
                <a16:creationId xmlns:a16="http://schemas.microsoft.com/office/drawing/2014/main" id="{C6ADE62F-9F5F-3D01-C2AF-19429CBF6C19}"/>
              </a:ext>
            </a:extLst>
          </p:cNvPr>
          <p:cNvSpPr/>
          <p:nvPr/>
        </p:nvSpPr>
        <p:spPr>
          <a:xfrm>
            <a:off x="4237781" y="1546635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F43592DC-F01E-3196-D5EB-5D20B0AD04E2}"/>
              </a:ext>
            </a:extLst>
          </p:cNvPr>
          <p:cNvGrpSpPr/>
          <p:nvPr/>
        </p:nvGrpSpPr>
        <p:grpSpPr>
          <a:xfrm>
            <a:off x="6160600" y="3539141"/>
            <a:ext cx="202517" cy="202517"/>
            <a:chOff x="361477" y="1105173"/>
            <a:chExt cx="353898" cy="353898"/>
          </a:xfrm>
        </p:grpSpPr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6C80E4A4-059C-DE34-EE83-55756C2C393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Multiply 1044">
              <a:extLst>
                <a:ext uri="{FF2B5EF4-FFF2-40B4-BE49-F238E27FC236}">
                  <a16:creationId xmlns:a16="http://schemas.microsoft.com/office/drawing/2014/main" id="{7C6A6CEB-D991-BD36-DC1B-6237704B2B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C95EF342-FB78-D6E3-5BC8-F8ACC635161E}"/>
              </a:ext>
            </a:extLst>
          </p:cNvPr>
          <p:cNvCxnSpPr>
            <a:cxnSpLocks/>
          </p:cNvCxnSpPr>
          <p:nvPr/>
        </p:nvCxnSpPr>
        <p:spPr>
          <a:xfrm flipV="1">
            <a:off x="5634156" y="3640370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F9F183E7-E03B-C86B-3957-5C61D124FEB3}"/>
              </a:ext>
            </a:extLst>
          </p:cNvPr>
          <p:cNvCxnSpPr>
            <a:cxnSpLocks/>
          </p:cNvCxnSpPr>
          <p:nvPr/>
        </p:nvCxnSpPr>
        <p:spPr>
          <a:xfrm>
            <a:off x="5634156" y="364037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5D2D43A0-3ECA-17C8-9F71-90E53C5A05A6}"/>
              </a:ext>
            </a:extLst>
          </p:cNvPr>
          <p:cNvCxnSpPr>
            <a:cxnSpLocks/>
          </p:cNvCxnSpPr>
          <p:nvPr/>
        </p:nvCxnSpPr>
        <p:spPr>
          <a:xfrm>
            <a:off x="5634156" y="468408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Rounded Rectangle 1048">
            <a:extLst>
              <a:ext uri="{FF2B5EF4-FFF2-40B4-BE49-F238E27FC236}">
                <a16:creationId xmlns:a16="http://schemas.microsoft.com/office/drawing/2014/main" id="{EF4CE39B-F30E-573D-25B1-7D41858CB2D0}"/>
              </a:ext>
            </a:extLst>
          </p:cNvPr>
          <p:cNvSpPr/>
          <p:nvPr/>
        </p:nvSpPr>
        <p:spPr>
          <a:xfrm>
            <a:off x="5699567" y="3204149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FCF1361C-7F0E-8B16-6E7D-C84679E6AE38}"/>
              </a:ext>
            </a:extLst>
          </p:cNvPr>
          <p:cNvGrpSpPr/>
          <p:nvPr/>
        </p:nvGrpSpPr>
        <p:grpSpPr>
          <a:xfrm>
            <a:off x="6160600" y="1945780"/>
            <a:ext cx="202517" cy="202517"/>
            <a:chOff x="361477" y="1105173"/>
            <a:chExt cx="353898" cy="353898"/>
          </a:xfrm>
        </p:grpSpPr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C2439A20-C407-7A79-29FF-0F42401906A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Multiply 1051">
              <a:extLst>
                <a:ext uri="{FF2B5EF4-FFF2-40B4-BE49-F238E27FC236}">
                  <a16:creationId xmlns:a16="http://schemas.microsoft.com/office/drawing/2014/main" id="{474A970E-DD53-E61A-0CB8-871663F445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66BC1211-AD6B-F077-7D65-9B51AC411106}"/>
              </a:ext>
            </a:extLst>
          </p:cNvPr>
          <p:cNvCxnSpPr>
            <a:cxnSpLocks/>
          </p:cNvCxnSpPr>
          <p:nvPr/>
        </p:nvCxnSpPr>
        <p:spPr>
          <a:xfrm flipV="1">
            <a:off x="5634156" y="204700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F8806773-99EF-E088-5AD4-127D314040BB}"/>
              </a:ext>
            </a:extLst>
          </p:cNvPr>
          <p:cNvCxnSpPr>
            <a:cxnSpLocks/>
          </p:cNvCxnSpPr>
          <p:nvPr/>
        </p:nvCxnSpPr>
        <p:spPr>
          <a:xfrm>
            <a:off x="5634156" y="204700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83B91F94-5D4C-295F-65E4-5D54E447407A}"/>
              </a:ext>
            </a:extLst>
          </p:cNvPr>
          <p:cNvCxnSpPr>
            <a:cxnSpLocks/>
          </p:cNvCxnSpPr>
          <p:nvPr/>
        </p:nvCxnSpPr>
        <p:spPr>
          <a:xfrm>
            <a:off x="5634156" y="309072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Rounded Rectangle 1055">
            <a:extLst>
              <a:ext uri="{FF2B5EF4-FFF2-40B4-BE49-F238E27FC236}">
                <a16:creationId xmlns:a16="http://schemas.microsoft.com/office/drawing/2014/main" id="{46CE7414-64A3-3F70-6380-A57547F668BA}"/>
              </a:ext>
            </a:extLst>
          </p:cNvPr>
          <p:cNvSpPr/>
          <p:nvPr/>
        </p:nvSpPr>
        <p:spPr>
          <a:xfrm>
            <a:off x="5699567" y="1552251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EC89BF28-4213-6D6B-0301-BBB11AD45D1B}"/>
              </a:ext>
            </a:extLst>
          </p:cNvPr>
          <p:cNvGrpSpPr/>
          <p:nvPr/>
        </p:nvGrpSpPr>
        <p:grpSpPr>
          <a:xfrm>
            <a:off x="7657314" y="3535150"/>
            <a:ext cx="202517" cy="202517"/>
            <a:chOff x="361477" y="1105173"/>
            <a:chExt cx="353898" cy="353898"/>
          </a:xfrm>
        </p:grpSpPr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6CBD57F2-4FD6-F996-9E01-193BD8CF9F3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Multiply 1058">
              <a:extLst>
                <a:ext uri="{FF2B5EF4-FFF2-40B4-BE49-F238E27FC236}">
                  <a16:creationId xmlns:a16="http://schemas.microsoft.com/office/drawing/2014/main" id="{8F6407A0-9AD7-225F-A780-387BDF008E0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92553498-B052-0687-95A4-54B91C88AECF}"/>
              </a:ext>
            </a:extLst>
          </p:cNvPr>
          <p:cNvCxnSpPr>
            <a:cxnSpLocks/>
          </p:cNvCxnSpPr>
          <p:nvPr/>
        </p:nvCxnSpPr>
        <p:spPr>
          <a:xfrm flipV="1">
            <a:off x="7130870" y="363637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08340E8E-17CC-99E8-3CBC-9161AABEF27E}"/>
              </a:ext>
            </a:extLst>
          </p:cNvPr>
          <p:cNvCxnSpPr>
            <a:cxnSpLocks/>
          </p:cNvCxnSpPr>
          <p:nvPr/>
        </p:nvCxnSpPr>
        <p:spPr>
          <a:xfrm>
            <a:off x="7130870" y="36363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D0FCB04E-028D-E236-7272-55E60372A548}"/>
              </a:ext>
            </a:extLst>
          </p:cNvPr>
          <p:cNvCxnSpPr>
            <a:cxnSpLocks/>
          </p:cNvCxnSpPr>
          <p:nvPr/>
        </p:nvCxnSpPr>
        <p:spPr>
          <a:xfrm>
            <a:off x="7130870" y="468009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Rounded Rectangle 1062">
            <a:extLst>
              <a:ext uri="{FF2B5EF4-FFF2-40B4-BE49-F238E27FC236}">
                <a16:creationId xmlns:a16="http://schemas.microsoft.com/office/drawing/2014/main" id="{D36B5CDC-1865-54B7-9D56-7C80A5A67AE1}"/>
              </a:ext>
            </a:extLst>
          </p:cNvPr>
          <p:cNvSpPr/>
          <p:nvPr/>
        </p:nvSpPr>
        <p:spPr>
          <a:xfrm>
            <a:off x="7196281" y="3200158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67E4B58B-B796-0B33-7D85-E5B7FEE42396}"/>
              </a:ext>
            </a:extLst>
          </p:cNvPr>
          <p:cNvGrpSpPr/>
          <p:nvPr/>
        </p:nvGrpSpPr>
        <p:grpSpPr>
          <a:xfrm>
            <a:off x="7657314" y="1941789"/>
            <a:ext cx="202517" cy="202517"/>
            <a:chOff x="361477" y="1105173"/>
            <a:chExt cx="353898" cy="353898"/>
          </a:xfrm>
        </p:grpSpPr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182F2A2-E25F-C759-C351-22C4F4A6565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Multiply 1065">
              <a:extLst>
                <a:ext uri="{FF2B5EF4-FFF2-40B4-BE49-F238E27FC236}">
                  <a16:creationId xmlns:a16="http://schemas.microsoft.com/office/drawing/2014/main" id="{B244BC14-19EB-3909-3C12-9C58427011C4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81B9BAB3-BF1A-C039-9814-F42BA55E4FDB}"/>
              </a:ext>
            </a:extLst>
          </p:cNvPr>
          <p:cNvCxnSpPr>
            <a:cxnSpLocks/>
          </p:cNvCxnSpPr>
          <p:nvPr/>
        </p:nvCxnSpPr>
        <p:spPr>
          <a:xfrm flipV="1">
            <a:off x="7130870" y="2043018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2137BAE5-D7B6-C37D-39BC-BC2B26FD62C0}"/>
              </a:ext>
            </a:extLst>
          </p:cNvPr>
          <p:cNvCxnSpPr>
            <a:cxnSpLocks/>
          </p:cNvCxnSpPr>
          <p:nvPr/>
        </p:nvCxnSpPr>
        <p:spPr>
          <a:xfrm>
            <a:off x="7130870" y="2043018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2783B9A8-0706-FF64-225A-ECDF708A1C5F}"/>
              </a:ext>
            </a:extLst>
          </p:cNvPr>
          <p:cNvCxnSpPr>
            <a:cxnSpLocks/>
          </p:cNvCxnSpPr>
          <p:nvPr/>
        </p:nvCxnSpPr>
        <p:spPr>
          <a:xfrm>
            <a:off x="7130870" y="3086735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Rounded Rectangle 1069">
            <a:extLst>
              <a:ext uri="{FF2B5EF4-FFF2-40B4-BE49-F238E27FC236}">
                <a16:creationId xmlns:a16="http://schemas.microsoft.com/office/drawing/2014/main" id="{B6A91747-D886-137D-884A-BC09B142967F}"/>
              </a:ext>
            </a:extLst>
          </p:cNvPr>
          <p:cNvSpPr/>
          <p:nvPr/>
        </p:nvSpPr>
        <p:spPr>
          <a:xfrm>
            <a:off x="7196281" y="1548260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224DC0BE-3B57-57D1-C7BC-265528E9603B}"/>
              </a:ext>
            </a:extLst>
          </p:cNvPr>
          <p:cNvGrpSpPr/>
          <p:nvPr/>
        </p:nvGrpSpPr>
        <p:grpSpPr>
          <a:xfrm>
            <a:off x="9144027" y="3539026"/>
            <a:ext cx="202517" cy="202517"/>
            <a:chOff x="361477" y="1105173"/>
            <a:chExt cx="353898" cy="353898"/>
          </a:xfrm>
        </p:grpSpPr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71B92308-E372-0C8E-365E-7E087AF0D28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Multiply 1072">
              <a:extLst>
                <a:ext uri="{FF2B5EF4-FFF2-40B4-BE49-F238E27FC236}">
                  <a16:creationId xmlns:a16="http://schemas.microsoft.com/office/drawing/2014/main" id="{DA39D305-C839-1DC3-59C5-DE68A982F1F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EBB02B1F-F3BF-96DF-000C-5C25DCBF795E}"/>
              </a:ext>
            </a:extLst>
          </p:cNvPr>
          <p:cNvCxnSpPr>
            <a:cxnSpLocks/>
          </p:cNvCxnSpPr>
          <p:nvPr/>
        </p:nvCxnSpPr>
        <p:spPr>
          <a:xfrm flipV="1">
            <a:off x="8617583" y="3640255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466A5C90-E065-E0D2-1737-BB3C3DBE7810}"/>
              </a:ext>
            </a:extLst>
          </p:cNvPr>
          <p:cNvCxnSpPr>
            <a:cxnSpLocks/>
          </p:cNvCxnSpPr>
          <p:nvPr/>
        </p:nvCxnSpPr>
        <p:spPr>
          <a:xfrm>
            <a:off x="8617583" y="3640255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Arrow Connector 1075">
            <a:extLst>
              <a:ext uri="{FF2B5EF4-FFF2-40B4-BE49-F238E27FC236}">
                <a16:creationId xmlns:a16="http://schemas.microsoft.com/office/drawing/2014/main" id="{D650289E-12CB-BCD6-CDE2-F38F83B7E1CA}"/>
              </a:ext>
            </a:extLst>
          </p:cNvPr>
          <p:cNvCxnSpPr>
            <a:cxnSpLocks/>
          </p:cNvCxnSpPr>
          <p:nvPr/>
        </p:nvCxnSpPr>
        <p:spPr>
          <a:xfrm>
            <a:off x="8617583" y="4683972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Rounded Rectangle 1076">
            <a:extLst>
              <a:ext uri="{FF2B5EF4-FFF2-40B4-BE49-F238E27FC236}">
                <a16:creationId xmlns:a16="http://schemas.microsoft.com/office/drawing/2014/main" id="{1DBEC50C-64A5-2B5D-D344-A38CBB3B3EB6}"/>
              </a:ext>
            </a:extLst>
          </p:cNvPr>
          <p:cNvSpPr/>
          <p:nvPr/>
        </p:nvSpPr>
        <p:spPr>
          <a:xfrm>
            <a:off x="8682994" y="3204034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BA9218C-2E59-DDA9-3ECA-1984B9E5FEDB}"/>
              </a:ext>
            </a:extLst>
          </p:cNvPr>
          <p:cNvGrpSpPr/>
          <p:nvPr/>
        </p:nvGrpSpPr>
        <p:grpSpPr>
          <a:xfrm>
            <a:off x="9144027" y="1945665"/>
            <a:ext cx="202517" cy="202517"/>
            <a:chOff x="361477" y="1105173"/>
            <a:chExt cx="353898" cy="353898"/>
          </a:xfrm>
        </p:grpSpPr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51988097-67A5-CBF0-F5C2-5DB4A6D37B3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Multiply 1079">
              <a:extLst>
                <a:ext uri="{FF2B5EF4-FFF2-40B4-BE49-F238E27FC236}">
                  <a16:creationId xmlns:a16="http://schemas.microsoft.com/office/drawing/2014/main" id="{39D48865-83AA-809A-942C-FE3BC30F11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69D11DEA-706A-00C7-694A-B3291DF8C95C}"/>
              </a:ext>
            </a:extLst>
          </p:cNvPr>
          <p:cNvCxnSpPr>
            <a:cxnSpLocks/>
          </p:cNvCxnSpPr>
          <p:nvPr/>
        </p:nvCxnSpPr>
        <p:spPr>
          <a:xfrm flipV="1">
            <a:off x="8617583" y="2046894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67BEBF19-F551-B0A2-8476-5C2FE3D498D5}"/>
              </a:ext>
            </a:extLst>
          </p:cNvPr>
          <p:cNvCxnSpPr>
            <a:cxnSpLocks/>
          </p:cNvCxnSpPr>
          <p:nvPr/>
        </p:nvCxnSpPr>
        <p:spPr>
          <a:xfrm>
            <a:off x="8617583" y="204689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DB9BEA2E-3E4A-3E46-0C5B-6B0F29224930}"/>
              </a:ext>
            </a:extLst>
          </p:cNvPr>
          <p:cNvCxnSpPr>
            <a:cxnSpLocks/>
          </p:cNvCxnSpPr>
          <p:nvPr/>
        </p:nvCxnSpPr>
        <p:spPr>
          <a:xfrm>
            <a:off x="8617583" y="309061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Rounded Rectangle 1083">
            <a:extLst>
              <a:ext uri="{FF2B5EF4-FFF2-40B4-BE49-F238E27FC236}">
                <a16:creationId xmlns:a16="http://schemas.microsoft.com/office/drawing/2014/main" id="{4ECB22D9-BB9C-50D2-748E-EB51521B78F1}"/>
              </a:ext>
            </a:extLst>
          </p:cNvPr>
          <p:cNvSpPr/>
          <p:nvPr/>
        </p:nvSpPr>
        <p:spPr>
          <a:xfrm>
            <a:off x="8682994" y="1552136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E0226A4C-2A85-8A75-5CC2-3EA8690C2B3A}"/>
              </a:ext>
            </a:extLst>
          </p:cNvPr>
          <p:cNvGrpSpPr/>
          <p:nvPr/>
        </p:nvGrpSpPr>
        <p:grpSpPr>
          <a:xfrm>
            <a:off x="10623107" y="3535611"/>
            <a:ext cx="202517" cy="202517"/>
            <a:chOff x="361477" y="1105173"/>
            <a:chExt cx="353898" cy="353898"/>
          </a:xfrm>
        </p:grpSpPr>
        <p:sp>
          <p:nvSpPr>
            <p:cNvPr id="1086" name="Oval 1085">
              <a:extLst>
                <a:ext uri="{FF2B5EF4-FFF2-40B4-BE49-F238E27FC236}">
                  <a16:creationId xmlns:a16="http://schemas.microsoft.com/office/drawing/2014/main" id="{B50CB380-C4E2-DB33-555D-A50F39BBACD7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Multiply 1086">
              <a:extLst>
                <a:ext uri="{FF2B5EF4-FFF2-40B4-BE49-F238E27FC236}">
                  <a16:creationId xmlns:a16="http://schemas.microsoft.com/office/drawing/2014/main" id="{E3D41EC3-1D01-FDE5-506E-851A3D81CC7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6863916-90A0-A6F0-ABEC-004F57773D30}"/>
              </a:ext>
            </a:extLst>
          </p:cNvPr>
          <p:cNvCxnSpPr>
            <a:cxnSpLocks/>
          </p:cNvCxnSpPr>
          <p:nvPr/>
        </p:nvCxnSpPr>
        <p:spPr>
          <a:xfrm flipV="1">
            <a:off x="10096663" y="3636840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029EDD0-DD15-FC9D-4B29-5793D23606F0}"/>
              </a:ext>
            </a:extLst>
          </p:cNvPr>
          <p:cNvCxnSpPr>
            <a:cxnSpLocks/>
          </p:cNvCxnSpPr>
          <p:nvPr/>
        </p:nvCxnSpPr>
        <p:spPr>
          <a:xfrm>
            <a:off x="10096663" y="363684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04852D9-DBF9-5381-E44C-332A1F41FFBB}"/>
              </a:ext>
            </a:extLst>
          </p:cNvPr>
          <p:cNvCxnSpPr>
            <a:cxnSpLocks/>
          </p:cNvCxnSpPr>
          <p:nvPr/>
        </p:nvCxnSpPr>
        <p:spPr>
          <a:xfrm>
            <a:off x="10096663" y="468055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60B2A75-6534-D688-F10B-72A9333A50A3}"/>
              </a:ext>
            </a:extLst>
          </p:cNvPr>
          <p:cNvSpPr/>
          <p:nvPr/>
        </p:nvSpPr>
        <p:spPr>
          <a:xfrm>
            <a:off x="10162074" y="3200619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25997F5-08EE-6533-758C-5D9DA14A257F}"/>
              </a:ext>
            </a:extLst>
          </p:cNvPr>
          <p:cNvGrpSpPr/>
          <p:nvPr/>
        </p:nvGrpSpPr>
        <p:grpSpPr>
          <a:xfrm>
            <a:off x="10623107" y="1942250"/>
            <a:ext cx="202517" cy="202517"/>
            <a:chOff x="361477" y="1105173"/>
            <a:chExt cx="353898" cy="353898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874ECD8-147A-7DE6-952B-82D7F88A3C0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Multiply 137">
              <a:extLst>
                <a:ext uri="{FF2B5EF4-FFF2-40B4-BE49-F238E27FC236}">
                  <a16:creationId xmlns:a16="http://schemas.microsoft.com/office/drawing/2014/main" id="{DF9EC076-0E05-196E-F528-72B1CBA7C093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805B34B-1264-CAA0-B015-9013F204BF14}"/>
              </a:ext>
            </a:extLst>
          </p:cNvPr>
          <p:cNvCxnSpPr>
            <a:cxnSpLocks/>
          </p:cNvCxnSpPr>
          <p:nvPr/>
        </p:nvCxnSpPr>
        <p:spPr>
          <a:xfrm flipV="1">
            <a:off x="10096663" y="2043479"/>
            <a:ext cx="0" cy="10499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426F465-B0AB-675F-21FD-C5F5B68548DD}"/>
              </a:ext>
            </a:extLst>
          </p:cNvPr>
          <p:cNvCxnSpPr>
            <a:cxnSpLocks/>
          </p:cNvCxnSpPr>
          <p:nvPr/>
        </p:nvCxnSpPr>
        <p:spPr>
          <a:xfrm>
            <a:off x="10096663" y="20434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1D24CEE-A203-77E4-CB5A-535616093F69}"/>
              </a:ext>
            </a:extLst>
          </p:cNvPr>
          <p:cNvCxnSpPr>
            <a:cxnSpLocks/>
          </p:cNvCxnSpPr>
          <p:nvPr/>
        </p:nvCxnSpPr>
        <p:spPr>
          <a:xfrm>
            <a:off x="10096663" y="308719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2D9F3A73-A9E7-E266-E68A-82C3745ADC1B}"/>
              </a:ext>
            </a:extLst>
          </p:cNvPr>
          <p:cNvSpPr/>
          <p:nvPr/>
        </p:nvSpPr>
        <p:spPr>
          <a:xfrm>
            <a:off x="10162074" y="1548721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9251994-492F-C4F1-B53D-87EFD092D69C}"/>
              </a:ext>
            </a:extLst>
          </p:cNvPr>
          <p:cNvSpPr txBox="1"/>
          <p:nvPr/>
        </p:nvSpPr>
        <p:spPr>
          <a:xfrm>
            <a:off x="601401" y="848157"/>
            <a:ext cx="3326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Layer normalization</a:t>
            </a: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35C436EB-5896-A59F-E191-771A692279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732" y="809837"/>
            <a:ext cx="606778" cy="606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3EE68C-2C1B-681E-B208-EFC020013773}"/>
                  </a:ext>
                </a:extLst>
              </p:cNvPr>
              <p:cNvSpPr txBox="1"/>
              <p:nvPr/>
            </p:nvSpPr>
            <p:spPr>
              <a:xfrm>
                <a:off x="48753" y="2008300"/>
                <a:ext cx="3718383" cy="1842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LayerNorm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en-US" sz="28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US" sz="2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mean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Variance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br>
                  <a:rPr lang="en-US" sz="2400" b="0" dirty="0">
                    <a:solidFill>
                      <a:schemeClr val="tx1"/>
                    </a:solidFill>
                  </a:rPr>
                </a:br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3EE68C-2C1B-681E-B208-EFC020013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3" y="2008300"/>
                <a:ext cx="3718383" cy="1842812"/>
              </a:xfrm>
              <a:prstGeom prst="rect">
                <a:avLst/>
              </a:prstGeom>
              <a:blipFill>
                <a:blip r:embed="rId14"/>
                <a:stretch>
                  <a:fillRect l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E393DF-5E1B-03C3-8A3C-F18D12E95CD1}"/>
                  </a:ext>
                </a:extLst>
              </p:cNvPr>
              <p:cNvSpPr txBox="1"/>
              <p:nvPr/>
            </p:nvSpPr>
            <p:spPr>
              <a:xfrm>
                <a:off x="-105478" y="4173318"/>
                <a:ext cx="15778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E393DF-5E1B-03C3-8A3C-F18D12E95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5478" y="4173318"/>
                <a:ext cx="1577834" cy="461665"/>
              </a:xfrm>
              <a:prstGeom prst="rect">
                <a:avLst/>
              </a:prstGeom>
              <a:blipFill>
                <a:blip r:embed="rId1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1D17937-F574-780B-47D5-277BA004C5B5}"/>
              </a:ext>
            </a:extLst>
          </p:cNvPr>
          <p:cNvSpPr txBox="1"/>
          <p:nvPr/>
        </p:nvSpPr>
        <p:spPr>
          <a:xfrm>
            <a:off x="48753" y="4591070"/>
            <a:ext cx="3101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Learnable parameters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5CA514-621D-14F7-A58D-98E6870FF1E0}"/>
              </a:ext>
            </a:extLst>
          </p:cNvPr>
          <p:cNvSpPr txBox="1"/>
          <p:nvPr/>
        </p:nvSpPr>
        <p:spPr>
          <a:xfrm>
            <a:off x="6313216" y="3927830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883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4" grpId="0" animBg="1"/>
      <p:bldP spid="44" grpId="0"/>
      <p:bldP spid="4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BEF34DB-6FFA-8DDB-319B-8FA32A026DA6}"/>
              </a:ext>
            </a:extLst>
          </p:cNvPr>
          <p:cNvSpPr/>
          <p:nvPr/>
        </p:nvSpPr>
        <p:spPr>
          <a:xfrm>
            <a:off x="76932" y="3085110"/>
            <a:ext cx="366821" cy="5496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DC7410-B0E2-B5A8-C757-5DF198CEDB13}"/>
              </a:ext>
            </a:extLst>
          </p:cNvPr>
          <p:cNvSpPr/>
          <p:nvPr/>
        </p:nvSpPr>
        <p:spPr>
          <a:xfrm>
            <a:off x="3311015" y="3062827"/>
            <a:ext cx="366821" cy="5496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CAC65F-4DA3-C0BE-D6F8-67529882D914}"/>
              </a:ext>
            </a:extLst>
          </p:cNvPr>
          <p:cNvSpPr/>
          <p:nvPr/>
        </p:nvSpPr>
        <p:spPr>
          <a:xfrm>
            <a:off x="601401" y="2890430"/>
            <a:ext cx="2316611" cy="960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4F3A1B79-A720-FDEE-4DAC-7078F73AC4E1}"/>
              </a:ext>
            </a:extLst>
          </p:cNvPr>
          <p:cNvSpPr txBox="1"/>
          <p:nvPr/>
        </p:nvSpPr>
        <p:spPr>
          <a:xfrm>
            <a:off x="605893" y="174387"/>
            <a:ext cx="3326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Residual connection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466279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614235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762190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1058102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276921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277806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461035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565716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723379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873928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1012097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910146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28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75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7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39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02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507986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655942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803897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1099809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951853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439928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725" y="5596022"/>
                <a:ext cx="264672" cy="369332"/>
              </a:xfrm>
              <a:prstGeom prst="rect">
                <a:avLst/>
              </a:prstGeom>
              <a:blipFill>
                <a:blip r:embed="rId7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469387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479513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21219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489638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616815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626941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668647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637066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764506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774632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816339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784758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912783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922909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964616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933035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1061060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1071186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1112893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1081312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3669677" y="1334530"/>
            <a:ext cx="8114283" cy="3456595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86D7F34-2EBB-491E-6FF9-1AB7E7B6EEA3}"/>
              </a:ext>
            </a:extLst>
          </p:cNvPr>
          <p:cNvSpPr/>
          <p:nvPr/>
        </p:nvSpPr>
        <p:spPr>
          <a:xfrm>
            <a:off x="4238726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C8424D1-278D-86C3-C81E-E6E7E0291671}"/>
              </a:ext>
            </a:extLst>
          </p:cNvPr>
          <p:cNvSpPr/>
          <p:nvPr/>
        </p:nvSpPr>
        <p:spPr>
          <a:xfrm>
            <a:off x="5713110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5E058F0-38DC-6E1C-AFD3-1BBC7B434FBD}"/>
              </a:ext>
            </a:extLst>
          </p:cNvPr>
          <p:cNvSpPr/>
          <p:nvPr/>
        </p:nvSpPr>
        <p:spPr>
          <a:xfrm>
            <a:off x="7196895" y="229510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832F2D5-A30D-DF4B-86E5-E48A3DCCFDFC}"/>
              </a:ext>
            </a:extLst>
          </p:cNvPr>
          <p:cNvSpPr/>
          <p:nvPr/>
        </p:nvSpPr>
        <p:spPr>
          <a:xfrm>
            <a:off x="8674268" y="2295099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20C684A-1855-4072-10C0-524E64886529}"/>
              </a:ext>
            </a:extLst>
          </p:cNvPr>
          <p:cNvSpPr/>
          <p:nvPr/>
        </p:nvSpPr>
        <p:spPr>
          <a:xfrm>
            <a:off x="10150828" y="2301947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05CFB16-3DA3-D439-6FA3-97E117814FBF}"/>
              </a:ext>
            </a:extLst>
          </p:cNvPr>
          <p:cNvSpPr/>
          <p:nvPr/>
        </p:nvSpPr>
        <p:spPr>
          <a:xfrm>
            <a:off x="4238726" y="3872348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F5E8A3B-46B6-C1D7-36F1-D06D589F8F0A}"/>
              </a:ext>
            </a:extLst>
          </p:cNvPr>
          <p:cNvCxnSpPr>
            <a:cxnSpLocks/>
          </p:cNvCxnSpPr>
          <p:nvPr/>
        </p:nvCxnSpPr>
        <p:spPr>
          <a:xfrm flipV="1">
            <a:off x="479607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782F408-273B-944A-A367-ACA1C942FD17}"/>
              </a:ext>
            </a:extLst>
          </p:cNvPr>
          <p:cNvCxnSpPr>
            <a:cxnSpLocks/>
          </p:cNvCxnSpPr>
          <p:nvPr/>
        </p:nvCxnSpPr>
        <p:spPr>
          <a:xfrm flipV="1">
            <a:off x="6274687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C19E166-3313-1A5D-0E0D-FF853F7F0E00}"/>
              </a:ext>
            </a:extLst>
          </p:cNvPr>
          <p:cNvCxnSpPr>
            <a:cxnSpLocks/>
          </p:cNvCxnSpPr>
          <p:nvPr/>
        </p:nvCxnSpPr>
        <p:spPr>
          <a:xfrm flipV="1">
            <a:off x="775424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FBEAE7A-CEB9-D9E5-8BD8-4666C8C944F5}"/>
              </a:ext>
            </a:extLst>
          </p:cNvPr>
          <p:cNvCxnSpPr>
            <a:cxnSpLocks/>
          </p:cNvCxnSpPr>
          <p:nvPr/>
        </p:nvCxnSpPr>
        <p:spPr>
          <a:xfrm flipV="1">
            <a:off x="9237416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45CC95-36AD-14D1-D72F-738780D9CA5D}"/>
              </a:ext>
            </a:extLst>
          </p:cNvPr>
          <p:cNvCxnSpPr>
            <a:cxnSpLocks/>
          </p:cNvCxnSpPr>
          <p:nvPr/>
        </p:nvCxnSpPr>
        <p:spPr>
          <a:xfrm flipV="1">
            <a:off x="10724042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788C73-4DDB-61C6-D10B-2DA7580DE74F}"/>
              </a:ext>
            </a:extLst>
          </p:cNvPr>
          <p:cNvCxnSpPr>
            <a:cxnSpLocks/>
          </p:cNvCxnSpPr>
          <p:nvPr/>
        </p:nvCxnSpPr>
        <p:spPr>
          <a:xfrm flipV="1">
            <a:off x="4796074" y="1106380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FFB8861-85FD-48C4-D148-8A5E73B1CA37}"/>
              </a:ext>
            </a:extLst>
          </p:cNvPr>
          <p:cNvCxnSpPr>
            <a:cxnSpLocks/>
          </p:cNvCxnSpPr>
          <p:nvPr/>
        </p:nvCxnSpPr>
        <p:spPr>
          <a:xfrm flipV="1">
            <a:off x="6274687" y="1113226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BCA004-C677-E5C4-6934-D23F5F0BE7F0}"/>
              </a:ext>
            </a:extLst>
          </p:cNvPr>
          <p:cNvCxnSpPr>
            <a:cxnSpLocks/>
          </p:cNvCxnSpPr>
          <p:nvPr/>
        </p:nvCxnSpPr>
        <p:spPr>
          <a:xfrm flipV="1">
            <a:off x="7754244" y="1106378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23749D-EA47-DA4A-74AD-67A62E01DF55}"/>
              </a:ext>
            </a:extLst>
          </p:cNvPr>
          <p:cNvCxnSpPr>
            <a:cxnSpLocks/>
          </p:cNvCxnSpPr>
          <p:nvPr/>
        </p:nvCxnSpPr>
        <p:spPr>
          <a:xfrm flipV="1">
            <a:off x="9237416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E342A6-1314-F0A6-BFBD-02790B03C5D5}"/>
              </a:ext>
            </a:extLst>
          </p:cNvPr>
          <p:cNvCxnSpPr>
            <a:cxnSpLocks/>
          </p:cNvCxnSpPr>
          <p:nvPr/>
        </p:nvCxnSpPr>
        <p:spPr>
          <a:xfrm flipV="1">
            <a:off x="10724042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4795130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6269410" y="4389243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7760506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9230438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10719643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334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0000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22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5161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110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49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885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D8114F1-56E2-DBC6-79E4-FCD6B6D82A47}"/>
              </a:ext>
            </a:extLst>
          </p:cNvPr>
          <p:cNvSpPr/>
          <p:nvPr/>
        </p:nvSpPr>
        <p:spPr>
          <a:xfrm>
            <a:off x="4673478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5F137-80EB-FAD5-8D3D-8001E20D4EAA}"/>
              </a:ext>
            </a:extLst>
          </p:cNvPr>
          <p:cNvSpPr/>
          <p:nvPr/>
        </p:nvSpPr>
        <p:spPr>
          <a:xfrm>
            <a:off x="6153035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87B215-F78B-EB77-9A48-F792F4F0B59A}"/>
              </a:ext>
            </a:extLst>
          </p:cNvPr>
          <p:cNvSpPr/>
          <p:nvPr/>
        </p:nvSpPr>
        <p:spPr>
          <a:xfrm>
            <a:off x="7632592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B88E6-B7F2-65B6-9F65-6B9225D7CDDF}"/>
              </a:ext>
            </a:extLst>
          </p:cNvPr>
          <p:cNvSpPr/>
          <p:nvPr/>
        </p:nvSpPr>
        <p:spPr>
          <a:xfrm>
            <a:off x="10591706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8E22A-28B4-BA3A-09CF-67835F2517F4}"/>
              </a:ext>
            </a:extLst>
          </p:cNvPr>
          <p:cNvSpPr/>
          <p:nvPr/>
        </p:nvSpPr>
        <p:spPr>
          <a:xfrm>
            <a:off x="9112149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3A93B0-0569-6AB8-50C8-AA8072C26E86}"/>
              </a:ext>
            </a:extLst>
          </p:cNvPr>
          <p:cNvGrpSpPr/>
          <p:nvPr/>
        </p:nvGrpSpPr>
        <p:grpSpPr>
          <a:xfrm>
            <a:off x="4698814" y="3533525"/>
            <a:ext cx="202517" cy="202517"/>
            <a:chOff x="361477" y="1105173"/>
            <a:chExt cx="353898" cy="35389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E46B41C-290F-603E-5774-3778F8A48B1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ultiply 37">
              <a:extLst>
                <a:ext uri="{FF2B5EF4-FFF2-40B4-BE49-F238E27FC236}">
                  <a16:creationId xmlns:a16="http://schemas.microsoft.com/office/drawing/2014/main" id="{F3BA0CE8-C00C-EB84-499C-AEC38D0D4BA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203B5DCB-242A-D5D3-BE7A-A9983619BF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24" y="56207"/>
            <a:ext cx="606778" cy="606778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5B071AE-CF72-D802-F557-73C78397CFC5}"/>
              </a:ext>
            </a:extLst>
          </p:cNvPr>
          <p:cNvCxnSpPr>
            <a:cxnSpLocks/>
          </p:cNvCxnSpPr>
          <p:nvPr/>
        </p:nvCxnSpPr>
        <p:spPr>
          <a:xfrm flipV="1">
            <a:off x="4172370" y="3627879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36547FD-D3F8-FC01-BC2A-54E5FEECF6A0}"/>
              </a:ext>
            </a:extLst>
          </p:cNvPr>
          <p:cNvCxnSpPr>
            <a:cxnSpLocks/>
          </p:cNvCxnSpPr>
          <p:nvPr/>
        </p:nvCxnSpPr>
        <p:spPr>
          <a:xfrm>
            <a:off x="4172370" y="363475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DA0417-351A-60DC-00B1-D9E58AE7F508}"/>
              </a:ext>
            </a:extLst>
          </p:cNvPr>
          <p:cNvCxnSpPr>
            <a:cxnSpLocks/>
          </p:cNvCxnSpPr>
          <p:nvPr/>
        </p:nvCxnSpPr>
        <p:spPr>
          <a:xfrm>
            <a:off x="4172370" y="476223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FE5B6A34-51FD-691F-BA41-5BD287AD5315}"/>
              </a:ext>
            </a:extLst>
          </p:cNvPr>
          <p:cNvSpPr/>
          <p:nvPr/>
        </p:nvSpPr>
        <p:spPr>
          <a:xfrm>
            <a:off x="4331480" y="4499766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CE888FCA-8851-B3E9-9E39-0FA283AA8B68}"/>
              </a:ext>
            </a:extLst>
          </p:cNvPr>
          <p:cNvGrpSpPr/>
          <p:nvPr/>
        </p:nvGrpSpPr>
        <p:grpSpPr>
          <a:xfrm>
            <a:off x="4698814" y="1940164"/>
            <a:ext cx="202517" cy="202517"/>
            <a:chOff x="361477" y="1105173"/>
            <a:chExt cx="353898" cy="353898"/>
          </a:xfrm>
        </p:grpSpPr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CF9FF6E8-12C9-4F39-E5AB-B8C56DB6D24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Multiply 1033">
              <a:extLst>
                <a:ext uri="{FF2B5EF4-FFF2-40B4-BE49-F238E27FC236}">
                  <a16:creationId xmlns:a16="http://schemas.microsoft.com/office/drawing/2014/main" id="{4977346A-041A-252B-82CE-BC36204F520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30AE736-4300-A5E9-4F31-BC1CE1013679}"/>
              </a:ext>
            </a:extLst>
          </p:cNvPr>
          <p:cNvCxnSpPr>
            <a:cxnSpLocks/>
          </p:cNvCxnSpPr>
          <p:nvPr/>
        </p:nvCxnSpPr>
        <p:spPr>
          <a:xfrm flipV="1">
            <a:off x="4172370" y="2041393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B51CA33B-27B7-2B6C-F6A5-D6B8DEDD2B7D}"/>
              </a:ext>
            </a:extLst>
          </p:cNvPr>
          <p:cNvCxnSpPr>
            <a:cxnSpLocks/>
          </p:cNvCxnSpPr>
          <p:nvPr/>
        </p:nvCxnSpPr>
        <p:spPr>
          <a:xfrm>
            <a:off x="4172370" y="2041393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CA3B4ED6-7000-F760-5A42-ACE5E849F092}"/>
              </a:ext>
            </a:extLst>
          </p:cNvPr>
          <p:cNvCxnSpPr>
            <a:cxnSpLocks/>
          </p:cNvCxnSpPr>
          <p:nvPr/>
        </p:nvCxnSpPr>
        <p:spPr>
          <a:xfrm>
            <a:off x="4172370" y="336011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Rounded Rectangle 1037">
            <a:extLst>
              <a:ext uri="{FF2B5EF4-FFF2-40B4-BE49-F238E27FC236}">
                <a16:creationId xmlns:a16="http://schemas.microsoft.com/office/drawing/2014/main" id="{C6ADE62F-9F5F-3D01-C2AF-19429CBF6C19}"/>
              </a:ext>
            </a:extLst>
          </p:cNvPr>
          <p:cNvSpPr/>
          <p:nvPr/>
        </p:nvSpPr>
        <p:spPr>
          <a:xfrm>
            <a:off x="4237781" y="3066023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F43592DC-F01E-3196-D5EB-5D20B0AD04E2}"/>
              </a:ext>
            </a:extLst>
          </p:cNvPr>
          <p:cNvGrpSpPr/>
          <p:nvPr/>
        </p:nvGrpSpPr>
        <p:grpSpPr>
          <a:xfrm>
            <a:off x="6160600" y="3539141"/>
            <a:ext cx="202517" cy="202517"/>
            <a:chOff x="361477" y="1105173"/>
            <a:chExt cx="353898" cy="353898"/>
          </a:xfrm>
        </p:grpSpPr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6C80E4A4-059C-DE34-EE83-55756C2C393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Multiply 1044">
              <a:extLst>
                <a:ext uri="{FF2B5EF4-FFF2-40B4-BE49-F238E27FC236}">
                  <a16:creationId xmlns:a16="http://schemas.microsoft.com/office/drawing/2014/main" id="{7C6A6CEB-D991-BD36-DC1B-6237704B2B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C95EF342-FB78-D6E3-5BC8-F8ACC635161E}"/>
              </a:ext>
            </a:extLst>
          </p:cNvPr>
          <p:cNvCxnSpPr>
            <a:cxnSpLocks/>
          </p:cNvCxnSpPr>
          <p:nvPr/>
        </p:nvCxnSpPr>
        <p:spPr>
          <a:xfrm flipV="1">
            <a:off x="5634156" y="3633495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F9F183E7-E03B-C86B-3957-5C61D124FEB3}"/>
              </a:ext>
            </a:extLst>
          </p:cNvPr>
          <p:cNvCxnSpPr>
            <a:cxnSpLocks/>
          </p:cNvCxnSpPr>
          <p:nvPr/>
        </p:nvCxnSpPr>
        <p:spPr>
          <a:xfrm>
            <a:off x="5634156" y="364037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5D2D43A0-3ECA-17C8-9F71-90E53C5A05A6}"/>
              </a:ext>
            </a:extLst>
          </p:cNvPr>
          <p:cNvCxnSpPr>
            <a:cxnSpLocks/>
          </p:cNvCxnSpPr>
          <p:nvPr/>
        </p:nvCxnSpPr>
        <p:spPr>
          <a:xfrm>
            <a:off x="5634156" y="476784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Rounded Rectangle 1048">
            <a:extLst>
              <a:ext uri="{FF2B5EF4-FFF2-40B4-BE49-F238E27FC236}">
                <a16:creationId xmlns:a16="http://schemas.microsoft.com/office/drawing/2014/main" id="{EF4CE39B-F30E-573D-25B1-7D41858CB2D0}"/>
              </a:ext>
            </a:extLst>
          </p:cNvPr>
          <p:cNvSpPr/>
          <p:nvPr/>
        </p:nvSpPr>
        <p:spPr>
          <a:xfrm>
            <a:off x="5793266" y="4505382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FCF1361C-7F0E-8B16-6E7D-C84679E6AE38}"/>
              </a:ext>
            </a:extLst>
          </p:cNvPr>
          <p:cNvGrpSpPr/>
          <p:nvPr/>
        </p:nvGrpSpPr>
        <p:grpSpPr>
          <a:xfrm>
            <a:off x="6160600" y="1945780"/>
            <a:ext cx="202517" cy="202517"/>
            <a:chOff x="361477" y="1105173"/>
            <a:chExt cx="353898" cy="353898"/>
          </a:xfrm>
        </p:grpSpPr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C2439A20-C407-7A79-29FF-0F42401906A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Multiply 1051">
              <a:extLst>
                <a:ext uri="{FF2B5EF4-FFF2-40B4-BE49-F238E27FC236}">
                  <a16:creationId xmlns:a16="http://schemas.microsoft.com/office/drawing/2014/main" id="{474A970E-DD53-E61A-0CB8-871663F445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66BC1211-AD6B-F077-7D65-9B51AC411106}"/>
              </a:ext>
            </a:extLst>
          </p:cNvPr>
          <p:cNvCxnSpPr>
            <a:cxnSpLocks/>
          </p:cNvCxnSpPr>
          <p:nvPr/>
        </p:nvCxnSpPr>
        <p:spPr>
          <a:xfrm flipV="1">
            <a:off x="5634156" y="2047009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F8806773-99EF-E088-5AD4-127D314040BB}"/>
              </a:ext>
            </a:extLst>
          </p:cNvPr>
          <p:cNvCxnSpPr>
            <a:cxnSpLocks/>
          </p:cNvCxnSpPr>
          <p:nvPr/>
        </p:nvCxnSpPr>
        <p:spPr>
          <a:xfrm>
            <a:off x="5634156" y="204700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83B91F94-5D4C-295F-65E4-5D54E447407A}"/>
              </a:ext>
            </a:extLst>
          </p:cNvPr>
          <p:cNvCxnSpPr>
            <a:cxnSpLocks/>
          </p:cNvCxnSpPr>
          <p:nvPr/>
        </p:nvCxnSpPr>
        <p:spPr>
          <a:xfrm>
            <a:off x="5634156" y="3365733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Rounded Rectangle 1055">
            <a:extLst>
              <a:ext uri="{FF2B5EF4-FFF2-40B4-BE49-F238E27FC236}">
                <a16:creationId xmlns:a16="http://schemas.microsoft.com/office/drawing/2014/main" id="{46CE7414-64A3-3F70-6380-A57547F668BA}"/>
              </a:ext>
            </a:extLst>
          </p:cNvPr>
          <p:cNvSpPr/>
          <p:nvPr/>
        </p:nvSpPr>
        <p:spPr>
          <a:xfrm>
            <a:off x="5699567" y="3071639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EC89BF28-4213-6D6B-0301-BBB11AD45D1B}"/>
              </a:ext>
            </a:extLst>
          </p:cNvPr>
          <p:cNvGrpSpPr/>
          <p:nvPr/>
        </p:nvGrpSpPr>
        <p:grpSpPr>
          <a:xfrm>
            <a:off x="7657314" y="3535150"/>
            <a:ext cx="202517" cy="202517"/>
            <a:chOff x="361477" y="1105173"/>
            <a:chExt cx="353898" cy="353898"/>
          </a:xfrm>
        </p:grpSpPr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6CBD57F2-4FD6-F996-9E01-193BD8CF9F3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Multiply 1058">
              <a:extLst>
                <a:ext uri="{FF2B5EF4-FFF2-40B4-BE49-F238E27FC236}">
                  <a16:creationId xmlns:a16="http://schemas.microsoft.com/office/drawing/2014/main" id="{8F6407A0-9AD7-225F-A780-387BDF008E0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92553498-B052-0687-95A4-54B91C88AECF}"/>
              </a:ext>
            </a:extLst>
          </p:cNvPr>
          <p:cNvCxnSpPr>
            <a:cxnSpLocks/>
          </p:cNvCxnSpPr>
          <p:nvPr/>
        </p:nvCxnSpPr>
        <p:spPr>
          <a:xfrm flipV="1">
            <a:off x="7130870" y="3629504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08340E8E-17CC-99E8-3CBC-9161AABEF27E}"/>
              </a:ext>
            </a:extLst>
          </p:cNvPr>
          <p:cNvCxnSpPr>
            <a:cxnSpLocks/>
          </p:cNvCxnSpPr>
          <p:nvPr/>
        </p:nvCxnSpPr>
        <p:spPr>
          <a:xfrm>
            <a:off x="7130870" y="36363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D0FCB04E-028D-E236-7272-55E60372A548}"/>
              </a:ext>
            </a:extLst>
          </p:cNvPr>
          <p:cNvCxnSpPr>
            <a:cxnSpLocks/>
          </p:cNvCxnSpPr>
          <p:nvPr/>
        </p:nvCxnSpPr>
        <p:spPr>
          <a:xfrm>
            <a:off x="7130870" y="476385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Rounded Rectangle 1062">
            <a:extLst>
              <a:ext uri="{FF2B5EF4-FFF2-40B4-BE49-F238E27FC236}">
                <a16:creationId xmlns:a16="http://schemas.microsoft.com/office/drawing/2014/main" id="{D36B5CDC-1865-54B7-9D56-7C80A5A67AE1}"/>
              </a:ext>
            </a:extLst>
          </p:cNvPr>
          <p:cNvSpPr/>
          <p:nvPr/>
        </p:nvSpPr>
        <p:spPr>
          <a:xfrm>
            <a:off x="7289980" y="4501391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67E4B58B-B796-0B33-7D85-E5B7FEE42396}"/>
              </a:ext>
            </a:extLst>
          </p:cNvPr>
          <p:cNvGrpSpPr/>
          <p:nvPr/>
        </p:nvGrpSpPr>
        <p:grpSpPr>
          <a:xfrm>
            <a:off x="7657314" y="1941789"/>
            <a:ext cx="202517" cy="202517"/>
            <a:chOff x="361477" y="1105173"/>
            <a:chExt cx="353898" cy="353898"/>
          </a:xfrm>
        </p:grpSpPr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182F2A2-E25F-C759-C351-22C4F4A6565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Multiply 1065">
              <a:extLst>
                <a:ext uri="{FF2B5EF4-FFF2-40B4-BE49-F238E27FC236}">
                  <a16:creationId xmlns:a16="http://schemas.microsoft.com/office/drawing/2014/main" id="{B244BC14-19EB-3909-3C12-9C58427011C4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81B9BAB3-BF1A-C039-9814-F42BA55E4FDB}"/>
              </a:ext>
            </a:extLst>
          </p:cNvPr>
          <p:cNvCxnSpPr>
            <a:cxnSpLocks/>
          </p:cNvCxnSpPr>
          <p:nvPr/>
        </p:nvCxnSpPr>
        <p:spPr>
          <a:xfrm flipV="1">
            <a:off x="7130870" y="2043018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2137BAE5-D7B6-C37D-39BC-BC2B26FD62C0}"/>
              </a:ext>
            </a:extLst>
          </p:cNvPr>
          <p:cNvCxnSpPr>
            <a:cxnSpLocks/>
          </p:cNvCxnSpPr>
          <p:nvPr/>
        </p:nvCxnSpPr>
        <p:spPr>
          <a:xfrm>
            <a:off x="7130870" y="2043018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2783B9A8-0706-FF64-225A-ECDF708A1C5F}"/>
              </a:ext>
            </a:extLst>
          </p:cNvPr>
          <p:cNvCxnSpPr>
            <a:cxnSpLocks/>
          </p:cNvCxnSpPr>
          <p:nvPr/>
        </p:nvCxnSpPr>
        <p:spPr>
          <a:xfrm>
            <a:off x="7130870" y="3361742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Rounded Rectangle 1069">
            <a:extLst>
              <a:ext uri="{FF2B5EF4-FFF2-40B4-BE49-F238E27FC236}">
                <a16:creationId xmlns:a16="http://schemas.microsoft.com/office/drawing/2014/main" id="{B6A91747-D886-137D-884A-BC09B142967F}"/>
              </a:ext>
            </a:extLst>
          </p:cNvPr>
          <p:cNvSpPr/>
          <p:nvPr/>
        </p:nvSpPr>
        <p:spPr>
          <a:xfrm>
            <a:off x="7196281" y="3067648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224DC0BE-3B57-57D1-C7BC-265528E9603B}"/>
              </a:ext>
            </a:extLst>
          </p:cNvPr>
          <p:cNvGrpSpPr/>
          <p:nvPr/>
        </p:nvGrpSpPr>
        <p:grpSpPr>
          <a:xfrm>
            <a:off x="9144027" y="3539026"/>
            <a:ext cx="202517" cy="202517"/>
            <a:chOff x="361477" y="1105173"/>
            <a:chExt cx="353898" cy="353898"/>
          </a:xfrm>
        </p:grpSpPr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71B92308-E372-0C8E-365E-7E087AF0D28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Multiply 1072">
              <a:extLst>
                <a:ext uri="{FF2B5EF4-FFF2-40B4-BE49-F238E27FC236}">
                  <a16:creationId xmlns:a16="http://schemas.microsoft.com/office/drawing/2014/main" id="{DA39D305-C839-1DC3-59C5-DE68A982F1F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EBB02B1F-F3BF-96DF-000C-5C25DCBF795E}"/>
              </a:ext>
            </a:extLst>
          </p:cNvPr>
          <p:cNvCxnSpPr>
            <a:cxnSpLocks/>
          </p:cNvCxnSpPr>
          <p:nvPr/>
        </p:nvCxnSpPr>
        <p:spPr>
          <a:xfrm flipV="1">
            <a:off x="8617583" y="3633380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466A5C90-E065-E0D2-1737-BB3C3DBE7810}"/>
              </a:ext>
            </a:extLst>
          </p:cNvPr>
          <p:cNvCxnSpPr>
            <a:cxnSpLocks/>
          </p:cNvCxnSpPr>
          <p:nvPr/>
        </p:nvCxnSpPr>
        <p:spPr>
          <a:xfrm>
            <a:off x="8617583" y="3640255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Arrow Connector 1075">
            <a:extLst>
              <a:ext uri="{FF2B5EF4-FFF2-40B4-BE49-F238E27FC236}">
                <a16:creationId xmlns:a16="http://schemas.microsoft.com/office/drawing/2014/main" id="{D650289E-12CB-BCD6-CDE2-F38F83B7E1CA}"/>
              </a:ext>
            </a:extLst>
          </p:cNvPr>
          <p:cNvCxnSpPr>
            <a:cxnSpLocks/>
          </p:cNvCxnSpPr>
          <p:nvPr/>
        </p:nvCxnSpPr>
        <p:spPr>
          <a:xfrm>
            <a:off x="8617583" y="4767732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Rounded Rectangle 1076">
            <a:extLst>
              <a:ext uri="{FF2B5EF4-FFF2-40B4-BE49-F238E27FC236}">
                <a16:creationId xmlns:a16="http://schemas.microsoft.com/office/drawing/2014/main" id="{1DBEC50C-64A5-2B5D-D344-A38CBB3B3EB6}"/>
              </a:ext>
            </a:extLst>
          </p:cNvPr>
          <p:cNvSpPr/>
          <p:nvPr/>
        </p:nvSpPr>
        <p:spPr>
          <a:xfrm>
            <a:off x="8776693" y="4505267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BA9218C-2E59-DDA9-3ECA-1984B9E5FEDB}"/>
              </a:ext>
            </a:extLst>
          </p:cNvPr>
          <p:cNvGrpSpPr/>
          <p:nvPr/>
        </p:nvGrpSpPr>
        <p:grpSpPr>
          <a:xfrm>
            <a:off x="9144027" y="1945665"/>
            <a:ext cx="202517" cy="202517"/>
            <a:chOff x="361477" y="1105173"/>
            <a:chExt cx="353898" cy="353898"/>
          </a:xfrm>
        </p:grpSpPr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51988097-67A5-CBF0-F5C2-5DB4A6D37B3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Multiply 1079">
              <a:extLst>
                <a:ext uri="{FF2B5EF4-FFF2-40B4-BE49-F238E27FC236}">
                  <a16:creationId xmlns:a16="http://schemas.microsoft.com/office/drawing/2014/main" id="{39D48865-83AA-809A-942C-FE3BC30F11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69D11DEA-706A-00C7-694A-B3291DF8C95C}"/>
              </a:ext>
            </a:extLst>
          </p:cNvPr>
          <p:cNvCxnSpPr>
            <a:cxnSpLocks/>
          </p:cNvCxnSpPr>
          <p:nvPr/>
        </p:nvCxnSpPr>
        <p:spPr>
          <a:xfrm flipV="1">
            <a:off x="8617583" y="2046894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67BEBF19-F551-B0A2-8476-5C2FE3D498D5}"/>
              </a:ext>
            </a:extLst>
          </p:cNvPr>
          <p:cNvCxnSpPr>
            <a:cxnSpLocks/>
          </p:cNvCxnSpPr>
          <p:nvPr/>
        </p:nvCxnSpPr>
        <p:spPr>
          <a:xfrm>
            <a:off x="8617583" y="204689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DB9BEA2E-3E4A-3E46-0C5B-6B0F29224930}"/>
              </a:ext>
            </a:extLst>
          </p:cNvPr>
          <p:cNvCxnSpPr>
            <a:cxnSpLocks/>
          </p:cNvCxnSpPr>
          <p:nvPr/>
        </p:nvCxnSpPr>
        <p:spPr>
          <a:xfrm>
            <a:off x="8617583" y="3365618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Rounded Rectangle 1083">
            <a:extLst>
              <a:ext uri="{FF2B5EF4-FFF2-40B4-BE49-F238E27FC236}">
                <a16:creationId xmlns:a16="http://schemas.microsoft.com/office/drawing/2014/main" id="{4ECB22D9-BB9C-50D2-748E-EB51521B78F1}"/>
              </a:ext>
            </a:extLst>
          </p:cNvPr>
          <p:cNvSpPr/>
          <p:nvPr/>
        </p:nvSpPr>
        <p:spPr>
          <a:xfrm>
            <a:off x="8682994" y="3071524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E0226A4C-2A85-8A75-5CC2-3EA8690C2B3A}"/>
              </a:ext>
            </a:extLst>
          </p:cNvPr>
          <p:cNvGrpSpPr/>
          <p:nvPr/>
        </p:nvGrpSpPr>
        <p:grpSpPr>
          <a:xfrm>
            <a:off x="10623107" y="3535611"/>
            <a:ext cx="202517" cy="202517"/>
            <a:chOff x="361477" y="1105173"/>
            <a:chExt cx="353898" cy="353898"/>
          </a:xfrm>
        </p:grpSpPr>
        <p:sp>
          <p:nvSpPr>
            <p:cNvPr id="1086" name="Oval 1085">
              <a:extLst>
                <a:ext uri="{FF2B5EF4-FFF2-40B4-BE49-F238E27FC236}">
                  <a16:creationId xmlns:a16="http://schemas.microsoft.com/office/drawing/2014/main" id="{B50CB380-C4E2-DB33-555D-A50F39BBACD7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Multiply 1086">
              <a:extLst>
                <a:ext uri="{FF2B5EF4-FFF2-40B4-BE49-F238E27FC236}">
                  <a16:creationId xmlns:a16="http://schemas.microsoft.com/office/drawing/2014/main" id="{E3D41EC3-1D01-FDE5-506E-851A3D81CC7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6863916-90A0-A6F0-ABEC-004F57773D30}"/>
              </a:ext>
            </a:extLst>
          </p:cNvPr>
          <p:cNvCxnSpPr>
            <a:cxnSpLocks/>
          </p:cNvCxnSpPr>
          <p:nvPr/>
        </p:nvCxnSpPr>
        <p:spPr>
          <a:xfrm flipV="1">
            <a:off x="10096663" y="3629965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029EDD0-DD15-FC9D-4B29-5793D23606F0}"/>
              </a:ext>
            </a:extLst>
          </p:cNvPr>
          <p:cNvCxnSpPr>
            <a:cxnSpLocks/>
          </p:cNvCxnSpPr>
          <p:nvPr/>
        </p:nvCxnSpPr>
        <p:spPr>
          <a:xfrm>
            <a:off x="10096663" y="363684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04852D9-DBF9-5381-E44C-332A1F41FFBB}"/>
              </a:ext>
            </a:extLst>
          </p:cNvPr>
          <p:cNvCxnSpPr>
            <a:cxnSpLocks/>
          </p:cNvCxnSpPr>
          <p:nvPr/>
        </p:nvCxnSpPr>
        <p:spPr>
          <a:xfrm>
            <a:off x="10096663" y="476431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60B2A75-6534-D688-F10B-72A9333A50A3}"/>
              </a:ext>
            </a:extLst>
          </p:cNvPr>
          <p:cNvSpPr/>
          <p:nvPr/>
        </p:nvSpPr>
        <p:spPr>
          <a:xfrm>
            <a:off x="10255773" y="4501852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25997F5-08EE-6533-758C-5D9DA14A257F}"/>
              </a:ext>
            </a:extLst>
          </p:cNvPr>
          <p:cNvGrpSpPr/>
          <p:nvPr/>
        </p:nvGrpSpPr>
        <p:grpSpPr>
          <a:xfrm>
            <a:off x="10623107" y="1942250"/>
            <a:ext cx="202517" cy="202517"/>
            <a:chOff x="361477" y="1105173"/>
            <a:chExt cx="353898" cy="353898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874ECD8-147A-7DE6-952B-82D7F88A3C0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Multiply 137">
              <a:extLst>
                <a:ext uri="{FF2B5EF4-FFF2-40B4-BE49-F238E27FC236}">
                  <a16:creationId xmlns:a16="http://schemas.microsoft.com/office/drawing/2014/main" id="{DF9EC076-0E05-196E-F528-72B1CBA7C093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805B34B-1264-CAA0-B015-9013F204BF14}"/>
              </a:ext>
            </a:extLst>
          </p:cNvPr>
          <p:cNvCxnSpPr>
            <a:cxnSpLocks/>
          </p:cNvCxnSpPr>
          <p:nvPr/>
        </p:nvCxnSpPr>
        <p:spPr>
          <a:xfrm flipV="1">
            <a:off x="10096663" y="2043479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426F465-B0AB-675F-21FD-C5F5B68548DD}"/>
              </a:ext>
            </a:extLst>
          </p:cNvPr>
          <p:cNvCxnSpPr>
            <a:cxnSpLocks/>
          </p:cNvCxnSpPr>
          <p:nvPr/>
        </p:nvCxnSpPr>
        <p:spPr>
          <a:xfrm>
            <a:off x="10096663" y="20434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1D24CEE-A203-77E4-CB5A-535616093F69}"/>
              </a:ext>
            </a:extLst>
          </p:cNvPr>
          <p:cNvCxnSpPr>
            <a:cxnSpLocks/>
          </p:cNvCxnSpPr>
          <p:nvPr/>
        </p:nvCxnSpPr>
        <p:spPr>
          <a:xfrm>
            <a:off x="10096663" y="3362203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2D9F3A73-A9E7-E266-E68A-82C3745ADC1B}"/>
              </a:ext>
            </a:extLst>
          </p:cNvPr>
          <p:cNvSpPr/>
          <p:nvPr/>
        </p:nvSpPr>
        <p:spPr>
          <a:xfrm>
            <a:off x="10162074" y="3068109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9251994-492F-C4F1-B53D-87EFD092D69C}"/>
              </a:ext>
            </a:extLst>
          </p:cNvPr>
          <p:cNvSpPr txBox="1"/>
          <p:nvPr/>
        </p:nvSpPr>
        <p:spPr>
          <a:xfrm>
            <a:off x="601401" y="848157"/>
            <a:ext cx="3326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Layer normalization</a:t>
            </a: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35C436EB-5896-A59F-E191-771A692279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732" y="809837"/>
            <a:ext cx="606778" cy="606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3EE68C-2C1B-681E-B208-EFC020013773}"/>
                  </a:ext>
                </a:extLst>
              </p:cNvPr>
              <p:cNvSpPr txBox="1"/>
              <p:nvPr/>
            </p:nvSpPr>
            <p:spPr>
              <a:xfrm>
                <a:off x="48753" y="2008300"/>
                <a:ext cx="3718383" cy="1842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LayerNorm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en-US" sz="28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US" sz="2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mean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Variance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br>
                  <a:rPr lang="en-US" sz="2400" b="0" dirty="0">
                    <a:solidFill>
                      <a:schemeClr val="tx1"/>
                    </a:solidFill>
                  </a:rPr>
                </a:br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3EE68C-2C1B-681E-B208-EFC020013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3" y="2008300"/>
                <a:ext cx="3718383" cy="1842812"/>
              </a:xfrm>
              <a:prstGeom prst="rect">
                <a:avLst/>
              </a:prstGeom>
              <a:blipFill>
                <a:blip r:embed="rId14"/>
                <a:stretch>
                  <a:fillRect l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E393DF-5E1B-03C3-8A3C-F18D12E95CD1}"/>
                  </a:ext>
                </a:extLst>
              </p:cNvPr>
              <p:cNvSpPr txBox="1"/>
              <p:nvPr/>
            </p:nvSpPr>
            <p:spPr>
              <a:xfrm>
                <a:off x="-105478" y="4173318"/>
                <a:ext cx="15778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E393DF-5E1B-03C3-8A3C-F18D12E95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5478" y="4173318"/>
                <a:ext cx="1577834" cy="461665"/>
              </a:xfrm>
              <a:prstGeom prst="rect">
                <a:avLst/>
              </a:prstGeom>
              <a:blipFill>
                <a:blip r:embed="rId1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1D17937-F574-780B-47D5-277BA004C5B5}"/>
              </a:ext>
            </a:extLst>
          </p:cNvPr>
          <p:cNvSpPr txBox="1"/>
          <p:nvPr/>
        </p:nvSpPr>
        <p:spPr>
          <a:xfrm>
            <a:off x="48753" y="4591070"/>
            <a:ext cx="3101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Learnable parameters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0656A4-6FBD-2482-5BA2-4E6F7844E67C}"/>
              </a:ext>
            </a:extLst>
          </p:cNvPr>
          <p:cNvSpPr txBox="1"/>
          <p:nvPr/>
        </p:nvSpPr>
        <p:spPr>
          <a:xfrm>
            <a:off x="-19892" y="6364715"/>
            <a:ext cx="42656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[Xiong et al. 2020] </a:t>
            </a:r>
            <a:br>
              <a:rPr lang="en-US" sz="1400" dirty="0"/>
            </a:br>
            <a:r>
              <a:rPr lang="en-US" sz="1400" dirty="0"/>
              <a:t>On Layer Normalization in the Transformer Architecture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681124-17F0-A948-EFD3-A6395EE96A7B}"/>
              </a:ext>
            </a:extLst>
          </p:cNvPr>
          <p:cNvSpPr txBox="1"/>
          <p:nvPr/>
        </p:nvSpPr>
        <p:spPr>
          <a:xfrm>
            <a:off x="6313216" y="3927830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936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35215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83171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31126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7038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45857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6742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29971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34652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592315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742864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881033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9082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6264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4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3333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84611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11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3220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03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80975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75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703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38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376922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524878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672833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968745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820789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08864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293508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85" y="5596022"/>
                <a:ext cx="264672" cy="369332"/>
              </a:xfrm>
              <a:prstGeom prst="rect">
                <a:avLst/>
              </a:prstGeom>
              <a:blipFill>
                <a:blip r:embed="rId7"/>
                <a:stretch>
                  <a:fillRect r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338323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348449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90155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358574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485751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495877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537583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506002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633442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643568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685275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653694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781719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791845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833552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801971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929996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940122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981829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950248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2359037" y="1334530"/>
            <a:ext cx="8114283" cy="3456595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86D7F34-2EBB-491E-6FF9-1AB7E7B6EEA3}"/>
              </a:ext>
            </a:extLst>
          </p:cNvPr>
          <p:cNvSpPr/>
          <p:nvPr/>
        </p:nvSpPr>
        <p:spPr>
          <a:xfrm>
            <a:off x="2928086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C8424D1-278D-86C3-C81E-E6E7E0291671}"/>
              </a:ext>
            </a:extLst>
          </p:cNvPr>
          <p:cNvSpPr/>
          <p:nvPr/>
        </p:nvSpPr>
        <p:spPr>
          <a:xfrm>
            <a:off x="4402470" y="2295101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5E058F0-38DC-6E1C-AFD3-1BBC7B434FBD}"/>
              </a:ext>
            </a:extLst>
          </p:cNvPr>
          <p:cNvSpPr/>
          <p:nvPr/>
        </p:nvSpPr>
        <p:spPr>
          <a:xfrm>
            <a:off x="5886255" y="2295100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832F2D5-A30D-DF4B-86E5-E48A3DCCFDFC}"/>
              </a:ext>
            </a:extLst>
          </p:cNvPr>
          <p:cNvSpPr/>
          <p:nvPr/>
        </p:nvSpPr>
        <p:spPr>
          <a:xfrm>
            <a:off x="7363628" y="2295099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20C684A-1855-4072-10C0-524E64886529}"/>
              </a:ext>
            </a:extLst>
          </p:cNvPr>
          <p:cNvSpPr/>
          <p:nvPr/>
        </p:nvSpPr>
        <p:spPr>
          <a:xfrm>
            <a:off x="8840188" y="2301947"/>
            <a:ext cx="1114695" cy="646505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05CFB16-3DA3-D439-6FA3-97E117814FBF}"/>
              </a:ext>
            </a:extLst>
          </p:cNvPr>
          <p:cNvSpPr/>
          <p:nvPr/>
        </p:nvSpPr>
        <p:spPr>
          <a:xfrm>
            <a:off x="2928086" y="3872348"/>
            <a:ext cx="7026795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A165817-7A94-FEAE-FE09-4307C99D975B}"/>
              </a:ext>
            </a:extLst>
          </p:cNvPr>
          <p:cNvSpPr txBox="1"/>
          <p:nvPr/>
        </p:nvSpPr>
        <p:spPr>
          <a:xfrm>
            <a:off x="4982537" y="3926216"/>
            <a:ext cx="29209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F5E8A3B-46B6-C1D7-36F1-D06D589F8F0A}"/>
              </a:ext>
            </a:extLst>
          </p:cNvPr>
          <p:cNvCxnSpPr>
            <a:cxnSpLocks/>
          </p:cNvCxnSpPr>
          <p:nvPr/>
        </p:nvCxnSpPr>
        <p:spPr>
          <a:xfrm flipV="1">
            <a:off x="348543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782F408-273B-944A-A367-ACA1C942FD17}"/>
              </a:ext>
            </a:extLst>
          </p:cNvPr>
          <p:cNvCxnSpPr>
            <a:cxnSpLocks/>
          </p:cNvCxnSpPr>
          <p:nvPr/>
        </p:nvCxnSpPr>
        <p:spPr>
          <a:xfrm flipV="1">
            <a:off x="4964047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C19E166-3313-1A5D-0E0D-FF853F7F0E00}"/>
              </a:ext>
            </a:extLst>
          </p:cNvPr>
          <p:cNvCxnSpPr>
            <a:cxnSpLocks/>
          </p:cNvCxnSpPr>
          <p:nvPr/>
        </p:nvCxnSpPr>
        <p:spPr>
          <a:xfrm flipV="1">
            <a:off x="6443604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FBEAE7A-CEB9-D9E5-8BD8-4666C8C944F5}"/>
              </a:ext>
            </a:extLst>
          </p:cNvPr>
          <p:cNvCxnSpPr>
            <a:cxnSpLocks/>
          </p:cNvCxnSpPr>
          <p:nvPr/>
        </p:nvCxnSpPr>
        <p:spPr>
          <a:xfrm flipV="1">
            <a:off x="7926776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45CC95-36AD-14D1-D72F-738780D9CA5D}"/>
              </a:ext>
            </a:extLst>
          </p:cNvPr>
          <p:cNvCxnSpPr>
            <a:cxnSpLocks/>
          </p:cNvCxnSpPr>
          <p:nvPr/>
        </p:nvCxnSpPr>
        <p:spPr>
          <a:xfrm flipV="1">
            <a:off x="9413402" y="2948452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788C73-4DDB-61C6-D10B-2DA7580DE74F}"/>
              </a:ext>
            </a:extLst>
          </p:cNvPr>
          <p:cNvCxnSpPr>
            <a:cxnSpLocks/>
          </p:cNvCxnSpPr>
          <p:nvPr/>
        </p:nvCxnSpPr>
        <p:spPr>
          <a:xfrm flipV="1">
            <a:off x="3485434" y="1106380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FFB8861-85FD-48C4-D148-8A5E73B1CA37}"/>
              </a:ext>
            </a:extLst>
          </p:cNvPr>
          <p:cNvCxnSpPr>
            <a:cxnSpLocks/>
          </p:cNvCxnSpPr>
          <p:nvPr/>
        </p:nvCxnSpPr>
        <p:spPr>
          <a:xfrm flipV="1">
            <a:off x="4964047" y="1113226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BCA004-C677-E5C4-6934-D23F5F0BE7F0}"/>
              </a:ext>
            </a:extLst>
          </p:cNvPr>
          <p:cNvCxnSpPr>
            <a:cxnSpLocks/>
          </p:cNvCxnSpPr>
          <p:nvPr/>
        </p:nvCxnSpPr>
        <p:spPr>
          <a:xfrm flipV="1">
            <a:off x="6443604" y="1106378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23749D-EA47-DA4A-74AD-67A62E01DF55}"/>
              </a:ext>
            </a:extLst>
          </p:cNvPr>
          <p:cNvCxnSpPr>
            <a:cxnSpLocks/>
          </p:cNvCxnSpPr>
          <p:nvPr/>
        </p:nvCxnSpPr>
        <p:spPr>
          <a:xfrm flipV="1">
            <a:off x="7926776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E342A6-1314-F0A6-BFBD-02790B03C5D5}"/>
              </a:ext>
            </a:extLst>
          </p:cNvPr>
          <p:cNvCxnSpPr>
            <a:cxnSpLocks/>
          </p:cNvCxnSpPr>
          <p:nvPr/>
        </p:nvCxnSpPr>
        <p:spPr>
          <a:xfrm flipV="1">
            <a:off x="9413402" y="1113227"/>
            <a:ext cx="0" cy="1188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3484490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4958770" y="4389243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6449866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7919798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9409003" y="4404151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383569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94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1935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531808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082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680047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470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8282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85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976524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245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45161" r="-1290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D8114F1-56E2-DBC6-79E4-FCD6B6D82A47}"/>
              </a:ext>
            </a:extLst>
          </p:cNvPr>
          <p:cNvSpPr/>
          <p:nvPr/>
        </p:nvSpPr>
        <p:spPr>
          <a:xfrm>
            <a:off x="3362838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5F137-80EB-FAD5-8D3D-8001E20D4EAA}"/>
              </a:ext>
            </a:extLst>
          </p:cNvPr>
          <p:cNvSpPr/>
          <p:nvPr/>
        </p:nvSpPr>
        <p:spPr>
          <a:xfrm>
            <a:off x="4842395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87B215-F78B-EB77-9A48-F792F4F0B59A}"/>
              </a:ext>
            </a:extLst>
          </p:cNvPr>
          <p:cNvSpPr/>
          <p:nvPr/>
        </p:nvSpPr>
        <p:spPr>
          <a:xfrm>
            <a:off x="6321952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B88E6-B7F2-65B6-9F65-6B9225D7CDDF}"/>
              </a:ext>
            </a:extLst>
          </p:cNvPr>
          <p:cNvSpPr/>
          <p:nvPr/>
        </p:nvSpPr>
        <p:spPr>
          <a:xfrm>
            <a:off x="9281066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8E22A-28B4-BA3A-09CF-67835F2517F4}"/>
              </a:ext>
            </a:extLst>
          </p:cNvPr>
          <p:cNvSpPr/>
          <p:nvPr/>
        </p:nvSpPr>
        <p:spPr>
          <a:xfrm>
            <a:off x="7801509" y="28197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3A93B0-0569-6AB8-50C8-AA8072C26E86}"/>
              </a:ext>
            </a:extLst>
          </p:cNvPr>
          <p:cNvGrpSpPr/>
          <p:nvPr/>
        </p:nvGrpSpPr>
        <p:grpSpPr>
          <a:xfrm>
            <a:off x="3388174" y="3533525"/>
            <a:ext cx="202517" cy="202517"/>
            <a:chOff x="361477" y="1105173"/>
            <a:chExt cx="353898" cy="35389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E46B41C-290F-603E-5774-3778F8A48B1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ultiply 37">
              <a:extLst>
                <a:ext uri="{FF2B5EF4-FFF2-40B4-BE49-F238E27FC236}">
                  <a16:creationId xmlns:a16="http://schemas.microsoft.com/office/drawing/2014/main" id="{F3BA0CE8-C00C-EB84-499C-AEC38D0D4BA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5B071AE-CF72-D802-F557-73C78397CFC5}"/>
              </a:ext>
            </a:extLst>
          </p:cNvPr>
          <p:cNvCxnSpPr>
            <a:cxnSpLocks/>
          </p:cNvCxnSpPr>
          <p:nvPr/>
        </p:nvCxnSpPr>
        <p:spPr>
          <a:xfrm flipV="1">
            <a:off x="2861730" y="3627879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36547FD-D3F8-FC01-BC2A-54E5FEECF6A0}"/>
              </a:ext>
            </a:extLst>
          </p:cNvPr>
          <p:cNvCxnSpPr>
            <a:cxnSpLocks/>
          </p:cNvCxnSpPr>
          <p:nvPr/>
        </p:nvCxnSpPr>
        <p:spPr>
          <a:xfrm>
            <a:off x="2861730" y="363475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DA0417-351A-60DC-00B1-D9E58AE7F508}"/>
              </a:ext>
            </a:extLst>
          </p:cNvPr>
          <p:cNvCxnSpPr>
            <a:cxnSpLocks/>
          </p:cNvCxnSpPr>
          <p:nvPr/>
        </p:nvCxnSpPr>
        <p:spPr>
          <a:xfrm>
            <a:off x="2861730" y="4762231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FE5B6A34-51FD-691F-BA41-5BD287AD5315}"/>
              </a:ext>
            </a:extLst>
          </p:cNvPr>
          <p:cNvSpPr/>
          <p:nvPr/>
        </p:nvSpPr>
        <p:spPr>
          <a:xfrm>
            <a:off x="3020840" y="4499766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CE888FCA-8851-B3E9-9E39-0FA283AA8B68}"/>
              </a:ext>
            </a:extLst>
          </p:cNvPr>
          <p:cNvGrpSpPr/>
          <p:nvPr/>
        </p:nvGrpSpPr>
        <p:grpSpPr>
          <a:xfrm>
            <a:off x="3388174" y="1940164"/>
            <a:ext cx="202517" cy="202517"/>
            <a:chOff x="361477" y="1105173"/>
            <a:chExt cx="353898" cy="353898"/>
          </a:xfrm>
        </p:grpSpPr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CF9FF6E8-12C9-4F39-E5AB-B8C56DB6D24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Multiply 1033">
              <a:extLst>
                <a:ext uri="{FF2B5EF4-FFF2-40B4-BE49-F238E27FC236}">
                  <a16:creationId xmlns:a16="http://schemas.microsoft.com/office/drawing/2014/main" id="{4977346A-041A-252B-82CE-BC36204F520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30AE736-4300-A5E9-4F31-BC1CE1013679}"/>
              </a:ext>
            </a:extLst>
          </p:cNvPr>
          <p:cNvCxnSpPr>
            <a:cxnSpLocks/>
          </p:cNvCxnSpPr>
          <p:nvPr/>
        </p:nvCxnSpPr>
        <p:spPr>
          <a:xfrm flipV="1">
            <a:off x="2861730" y="2041393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B51CA33B-27B7-2B6C-F6A5-D6B8DEDD2B7D}"/>
              </a:ext>
            </a:extLst>
          </p:cNvPr>
          <p:cNvCxnSpPr>
            <a:cxnSpLocks/>
          </p:cNvCxnSpPr>
          <p:nvPr/>
        </p:nvCxnSpPr>
        <p:spPr>
          <a:xfrm>
            <a:off x="2861730" y="2041393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CA3B4ED6-7000-F760-5A42-ACE5E849F092}"/>
              </a:ext>
            </a:extLst>
          </p:cNvPr>
          <p:cNvCxnSpPr>
            <a:cxnSpLocks/>
          </p:cNvCxnSpPr>
          <p:nvPr/>
        </p:nvCxnSpPr>
        <p:spPr>
          <a:xfrm>
            <a:off x="2861730" y="336011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Rounded Rectangle 1037">
            <a:extLst>
              <a:ext uri="{FF2B5EF4-FFF2-40B4-BE49-F238E27FC236}">
                <a16:creationId xmlns:a16="http://schemas.microsoft.com/office/drawing/2014/main" id="{C6ADE62F-9F5F-3D01-C2AF-19429CBF6C19}"/>
              </a:ext>
            </a:extLst>
          </p:cNvPr>
          <p:cNvSpPr/>
          <p:nvPr/>
        </p:nvSpPr>
        <p:spPr>
          <a:xfrm>
            <a:off x="2927141" y="3066023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F43592DC-F01E-3196-D5EB-5D20B0AD04E2}"/>
              </a:ext>
            </a:extLst>
          </p:cNvPr>
          <p:cNvGrpSpPr/>
          <p:nvPr/>
        </p:nvGrpSpPr>
        <p:grpSpPr>
          <a:xfrm>
            <a:off x="4849960" y="3539141"/>
            <a:ext cx="202517" cy="202517"/>
            <a:chOff x="361477" y="1105173"/>
            <a:chExt cx="353898" cy="353898"/>
          </a:xfrm>
        </p:grpSpPr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6C80E4A4-059C-DE34-EE83-55756C2C393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Multiply 1044">
              <a:extLst>
                <a:ext uri="{FF2B5EF4-FFF2-40B4-BE49-F238E27FC236}">
                  <a16:creationId xmlns:a16="http://schemas.microsoft.com/office/drawing/2014/main" id="{7C6A6CEB-D991-BD36-DC1B-6237704B2B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C95EF342-FB78-D6E3-5BC8-F8ACC635161E}"/>
              </a:ext>
            </a:extLst>
          </p:cNvPr>
          <p:cNvCxnSpPr>
            <a:cxnSpLocks/>
          </p:cNvCxnSpPr>
          <p:nvPr/>
        </p:nvCxnSpPr>
        <p:spPr>
          <a:xfrm flipV="1">
            <a:off x="4323516" y="3633495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F9F183E7-E03B-C86B-3957-5C61D124FEB3}"/>
              </a:ext>
            </a:extLst>
          </p:cNvPr>
          <p:cNvCxnSpPr>
            <a:cxnSpLocks/>
          </p:cNvCxnSpPr>
          <p:nvPr/>
        </p:nvCxnSpPr>
        <p:spPr>
          <a:xfrm>
            <a:off x="4323516" y="364037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5D2D43A0-3ECA-17C8-9F71-90E53C5A05A6}"/>
              </a:ext>
            </a:extLst>
          </p:cNvPr>
          <p:cNvCxnSpPr>
            <a:cxnSpLocks/>
          </p:cNvCxnSpPr>
          <p:nvPr/>
        </p:nvCxnSpPr>
        <p:spPr>
          <a:xfrm>
            <a:off x="4323516" y="476784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Rounded Rectangle 1048">
            <a:extLst>
              <a:ext uri="{FF2B5EF4-FFF2-40B4-BE49-F238E27FC236}">
                <a16:creationId xmlns:a16="http://schemas.microsoft.com/office/drawing/2014/main" id="{EF4CE39B-F30E-573D-25B1-7D41858CB2D0}"/>
              </a:ext>
            </a:extLst>
          </p:cNvPr>
          <p:cNvSpPr/>
          <p:nvPr/>
        </p:nvSpPr>
        <p:spPr>
          <a:xfrm>
            <a:off x="4482626" y="4505382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FCF1361C-7F0E-8B16-6E7D-C84679E6AE38}"/>
              </a:ext>
            </a:extLst>
          </p:cNvPr>
          <p:cNvGrpSpPr/>
          <p:nvPr/>
        </p:nvGrpSpPr>
        <p:grpSpPr>
          <a:xfrm>
            <a:off x="4849960" y="1945780"/>
            <a:ext cx="202517" cy="202517"/>
            <a:chOff x="361477" y="1105173"/>
            <a:chExt cx="353898" cy="353898"/>
          </a:xfrm>
        </p:grpSpPr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C2439A20-C407-7A79-29FF-0F42401906A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Multiply 1051">
              <a:extLst>
                <a:ext uri="{FF2B5EF4-FFF2-40B4-BE49-F238E27FC236}">
                  <a16:creationId xmlns:a16="http://schemas.microsoft.com/office/drawing/2014/main" id="{474A970E-DD53-E61A-0CB8-871663F445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66BC1211-AD6B-F077-7D65-9B51AC411106}"/>
              </a:ext>
            </a:extLst>
          </p:cNvPr>
          <p:cNvCxnSpPr>
            <a:cxnSpLocks/>
          </p:cNvCxnSpPr>
          <p:nvPr/>
        </p:nvCxnSpPr>
        <p:spPr>
          <a:xfrm flipV="1">
            <a:off x="4323516" y="2047009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F8806773-99EF-E088-5AD4-127D314040BB}"/>
              </a:ext>
            </a:extLst>
          </p:cNvPr>
          <p:cNvCxnSpPr>
            <a:cxnSpLocks/>
          </p:cNvCxnSpPr>
          <p:nvPr/>
        </p:nvCxnSpPr>
        <p:spPr>
          <a:xfrm>
            <a:off x="4323516" y="204700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83B91F94-5D4C-295F-65E4-5D54E447407A}"/>
              </a:ext>
            </a:extLst>
          </p:cNvPr>
          <p:cNvCxnSpPr>
            <a:cxnSpLocks/>
          </p:cNvCxnSpPr>
          <p:nvPr/>
        </p:nvCxnSpPr>
        <p:spPr>
          <a:xfrm>
            <a:off x="4323516" y="3365733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Rounded Rectangle 1055">
            <a:extLst>
              <a:ext uri="{FF2B5EF4-FFF2-40B4-BE49-F238E27FC236}">
                <a16:creationId xmlns:a16="http://schemas.microsoft.com/office/drawing/2014/main" id="{46CE7414-64A3-3F70-6380-A57547F668BA}"/>
              </a:ext>
            </a:extLst>
          </p:cNvPr>
          <p:cNvSpPr/>
          <p:nvPr/>
        </p:nvSpPr>
        <p:spPr>
          <a:xfrm>
            <a:off x="4388927" y="3071639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EC89BF28-4213-6D6B-0301-BBB11AD45D1B}"/>
              </a:ext>
            </a:extLst>
          </p:cNvPr>
          <p:cNvGrpSpPr/>
          <p:nvPr/>
        </p:nvGrpSpPr>
        <p:grpSpPr>
          <a:xfrm>
            <a:off x="6346674" y="3535150"/>
            <a:ext cx="202517" cy="202517"/>
            <a:chOff x="361477" y="1105173"/>
            <a:chExt cx="353898" cy="353898"/>
          </a:xfrm>
        </p:grpSpPr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6CBD57F2-4FD6-F996-9E01-193BD8CF9F3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Multiply 1058">
              <a:extLst>
                <a:ext uri="{FF2B5EF4-FFF2-40B4-BE49-F238E27FC236}">
                  <a16:creationId xmlns:a16="http://schemas.microsoft.com/office/drawing/2014/main" id="{8F6407A0-9AD7-225F-A780-387BDF008E0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92553498-B052-0687-95A4-54B91C88AECF}"/>
              </a:ext>
            </a:extLst>
          </p:cNvPr>
          <p:cNvCxnSpPr>
            <a:cxnSpLocks/>
          </p:cNvCxnSpPr>
          <p:nvPr/>
        </p:nvCxnSpPr>
        <p:spPr>
          <a:xfrm flipV="1">
            <a:off x="5820230" y="3629504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08340E8E-17CC-99E8-3CBC-9161AABEF27E}"/>
              </a:ext>
            </a:extLst>
          </p:cNvPr>
          <p:cNvCxnSpPr>
            <a:cxnSpLocks/>
          </p:cNvCxnSpPr>
          <p:nvPr/>
        </p:nvCxnSpPr>
        <p:spPr>
          <a:xfrm>
            <a:off x="5820230" y="36363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D0FCB04E-028D-E236-7272-55E60372A548}"/>
              </a:ext>
            </a:extLst>
          </p:cNvPr>
          <p:cNvCxnSpPr>
            <a:cxnSpLocks/>
          </p:cNvCxnSpPr>
          <p:nvPr/>
        </p:nvCxnSpPr>
        <p:spPr>
          <a:xfrm>
            <a:off x="5820230" y="4763856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Rounded Rectangle 1062">
            <a:extLst>
              <a:ext uri="{FF2B5EF4-FFF2-40B4-BE49-F238E27FC236}">
                <a16:creationId xmlns:a16="http://schemas.microsoft.com/office/drawing/2014/main" id="{D36B5CDC-1865-54B7-9D56-7C80A5A67AE1}"/>
              </a:ext>
            </a:extLst>
          </p:cNvPr>
          <p:cNvSpPr/>
          <p:nvPr/>
        </p:nvSpPr>
        <p:spPr>
          <a:xfrm>
            <a:off x="5979340" y="4501391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67E4B58B-B796-0B33-7D85-E5B7FEE42396}"/>
              </a:ext>
            </a:extLst>
          </p:cNvPr>
          <p:cNvGrpSpPr/>
          <p:nvPr/>
        </p:nvGrpSpPr>
        <p:grpSpPr>
          <a:xfrm>
            <a:off x="6346674" y="1941789"/>
            <a:ext cx="202517" cy="202517"/>
            <a:chOff x="361477" y="1105173"/>
            <a:chExt cx="353898" cy="353898"/>
          </a:xfrm>
        </p:grpSpPr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182F2A2-E25F-C759-C351-22C4F4A6565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Multiply 1065">
              <a:extLst>
                <a:ext uri="{FF2B5EF4-FFF2-40B4-BE49-F238E27FC236}">
                  <a16:creationId xmlns:a16="http://schemas.microsoft.com/office/drawing/2014/main" id="{B244BC14-19EB-3909-3C12-9C58427011C4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81B9BAB3-BF1A-C039-9814-F42BA55E4FDB}"/>
              </a:ext>
            </a:extLst>
          </p:cNvPr>
          <p:cNvCxnSpPr>
            <a:cxnSpLocks/>
          </p:cNvCxnSpPr>
          <p:nvPr/>
        </p:nvCxnSpPr>
        <p:spPr>
          <a:xfrm flipV="1">
            <a:off x="5820230" y="2043018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2137BAE5-D7B6-C37D-39BC-BC2B26FD62C0}"/>
              </a:ext>
            </a:extLst>
          </p:cNvPr>
          <p:cNvCxnSpPr>
            <a:cxnSpLocks/>
          </p:cNvCxnSpPr>
          <p:nvPr/>
        </p:nvCxnSpPr>
        <p:spPr>
          <a:xfrm>
            <a:off x="5820230" y="2043018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2783B9A8-0706-FF64-225A-ECDF708A1C5F}"/>
              </a:ext>
            </a:extLst>
          </p:cNvPr>
          <p:cNvCxnSpPr>
            <a:cxnSpLocks/>
          </p:cNvCxnSpPr>
          <p:nvPr/>
        </p:nvCxnSpPr>
        <p:spPr>
          <a:xfrm>
            <a:off x="5820230" y="3361742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Rounded Rectangle 1069">
            <a:extLst>
              <a:ext uri="{FF2B5EF4-FFF2-40B4-BE49-F238E27FC236}">
                <a16:creationId xmlns:a16="http://schemas.microsoft.com/office/drawing/2014/main" id="{B6A91747-D886-137D-884A-BC09B142967F}"/>
              </a:ext>
            </a:extLst>
          </p:cNvPr>
          <p:cNvSpPr/>
          <p:nvPr/>
        </p:nvSpPr>
        <p:spPr>
          <a:xfrm>
            <a:off x="5885641" y="3067648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224DC0BE-3B57-57D1-C7BC-265528E9603B}"/>
              </a:ext>
            </a:extLst>
          </p:cNvPr>
          <p:cNvGrpSpPr/>
          <p:nvPr/>
        </p:nvGrpSpPr>
        <p:grpSpPr>
          <a:xfrm>
            <a:off x="7833387" y="3539026"/>
            <a:ext cx="202517" cy="202517"/>
            <a:chOff x="361477" y="1105173"/>
            <a:chExt cx="353898" cy="353898"/>
          </a:xfrm>
        </p:grpSpPr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71B92308-E372-0C8E-365E-7E087AF0D28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Multiply 1072">
              <a:extLst>
                <a:ext uri="{FF2B5EF4-FFF2-40B4-BE49-F238E27FC236}">
                  <a16:creationId xmlns:a16="http://schemas.microsoft.com/office/drawing/2014/main" id="{DA39D305-C839-1DC3-59C5-DE68A982F1F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EBB02B1F-F3BF-96DF-000C-5C25DCBF795E}"/>
              </a:ext>
            </a:extLst>
          </p:cNvPr>
          <p:cNvCxnSpPr>
            <a:cxnSpLocks/>
          </p:cNvCxnSpPr>
          <p:nvPr/>
        </p:nvCxnSpPr>
        <p:spPr>
          <a:xfrm flipV="1">
            <a:off x="7306943" y="3633380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466A5C90-E065-E0D2-1737-BB3C3DBE7810}"/>
              </a:ext>
            </a:extLst>
          </p:cNvPr>
          <p:cNvCxnSpPr>
            <a:cxnSpLocks/>
          </p:cNvCxnSpPr>
          <p:nvPr/>
        </p:nvCxnSpPr>
        <p:spPr>
          <a:xfrm>
            <a:off x="7306943" y="3640255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Arrow Connector 1075">
            <a:extLst>
              <a:ext uri="{FF2B5EF4-FFF2-40B4-BE49-F238E27FC236}">
                <a16:creationId xmlns:a16="http://schemas.microsoft.com/office/drawing/2014/main" id="{D650289E-12CB-BCD6-CDE2-F38F83B7E1CA}"/>
              </a:ext>
            </a:extLst>
          </p:cNvPr>
          <p:cNvCxnSpPr>
            <a:cxnSpLocks/>
          </p:cNvCxnSpPr>
          <p:nvPr/>
        </p:nvCxnSpPr>
        <p:spPr>
          <a:xfrm>
            <a:off x="7306943" y="4767732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Rounded Rectangle 1076">
            <a:extLst>
              <a:ext uri="{FF2B5EF4-FFF2-40B4-BE49-F238E27FC236}">
                <a16:creationId xmlns:a16="http://schemas.microsoft.com/office/drawing/2014/main" id="{1DBEC50C-64A5-2B5D-D344-A38CBB3B3EB6}"/>
              </a:ext>
            </a:extLst>
          </p:cNvPr>
          <p:cNvSpPr/>
          <p:nvPr/>
        </p:nvSpPr>
        <p:spPr>
          <a:xfrm>
            <a:off x="7466053" y="4505267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BA9218C-2E59-DDA9-3ECA-1984B9E5FEDB}"/>
              </a:ext>
            </a:extLst>
          </p:cNvPr>
          <p:cNvGrpSpPr/>
          <p:nvPr/>
        </p:nvGrpSpPr>
        <p:grpSpPr>
          <a:xfrm>
            <a:off x="7833387" y="1945665"/>
            <a:ext cx="202517" cy="202517"/>
            <a:chOff x="361477" y="1105173"/>
            <a:chExt cx="353898" cy="353898"/>
          </a:xfrm>
        </p:grpSpPr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51988097-67A5-CBF0-F5C2-5DB4A6D37B3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Multiply 1079">
              <a:extLst>
                <a:ext uri="{FF2B5EF4-FFF2-40B4-BE49-F238E27FC236}">
                  <a16:creationId xmlns:a16="http://schemas.microsoft.com/office/drawing/2014/main" id="{39D48865-83AA-809A-942C-FE3BC30F11B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69D11DEA-706A-00C7-694A-B3291DF8C95C}"/>
              </a:ext>
            </a:extLst>
          </p:cNvPr>
          <p:cNvCxnSpPr>
            <a:cxnSpLocks/>
          </p:cNvCxnSpPr>
          <p:nvPr/>
        </p:nvCxnSpPr>
        <p:spPr>
          <a:xfrm flipV="1">
            <a:off x="7306943" y="2046894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67BEBF19-F551-B0A2-8476-5C2FE3D498D5}"/>
              </a:ext>
            </a:extLst>
          </p:cNvPr>
          <p:cNvCxnSpPr>
            <a:cxnSpLocks/>
          </p:cNvCxnSpPr>
          <p:nvPr/>
        </p:nvCxnSpPr>
        <p:spPr>
          <a:xfrm>
            <a:off x="7306943" y="2046894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DB9BEA2E-3E4A-3E46-0C5B-6B0F29224930}"/>
              </a:ext>
            </a:extLst>
          </p:cNvPr>
          <p:cNvCxnSpPr>
            <a:cxnSpLocks/>
          </p:cNvCxnSpPr>
          <p:nvPr/>
        </p:nvCxnSpPr>
        <p:spPr>
          <a:xfrm>
            <a:off x="7306943" y="3365618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Rounded Rectangle 1083">
            <a:extLst>
              <a:ext uri="{FF2B5EF4-FFF2-40B4-BE49-F238E27FC236}">
                <a16:creationId xmlns:a16="http://schemas.microsoft.com/office/drawing/2014/main" id="{4ECB22D9-BB9C-50D2-748E-EB51521B78F1}"/>
              </a:ext>
            </a:extLst>
          </p:cNvPr>
          <p:cNvSpPr/>
          <p:nvPr/>
        </p:nvSpPr>
        <p:spPr>
          <a:xfrm>
            <a:off x="7372354" y="3071524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E0226A4C-2A85-8A75-5CC2-3EA8690C2B3A}"/>
              </a:ext>
            </a:extLst>
          </p:cNvPr>
          <p:cNvGrpSpPr/>
          <p:nvPr/>
        </p:nvGrpSpPr>
        <p:grpSpPr>
          <a:xfrm>
            <a:off x="9312467" y="3535611"/>
            <a:ext cx="202517" cy="202517"/>
            <a:chOff x="361477" y="1105173"/>
            <a:chExt cx="353898" cy="353898"/>
          </a:xfrm>
        </p:grpSpPr>
        <p:sp>
          <p:nvSpPr>
            <p:cNvPr id="1086" name="Oval 1085">
              <a:extLst>
                <a:ext uri="{FF2B5EF4-FFF2-40B4-BE49-F238E27FC236}">
                  <a16:creationId xmlns:a16="http://schemas.microsoft.com/office/drawing/2014/main" id="{B50CB380-C4E2-DB33-555D-A50F39BBACD7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Multiply 1086">
              <a:extLst>
                <a:ext uri="{FF2B5EF4-FFF2-40B4-BE49-F238E27FC236}">
                  <a16:creationId xmlns:a16="http://schemas.microsoft.com/office/drawing/2014/main" id="{E3D41EC3-1D01-FDE5-506E-851A3D81CC7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6863916-90A0-A6F0-ABEC-004F57773D30}"/>
              </a:ext>
            </a:extLst>
          </p:cNvPr>
          <p:cNvCxnSpPr>
            <a:cxnSpLocks/>
          </p:cNvCxnSpPr>
          <p:nvPr/>
        </p:nvCxnSpPr>
        <p:spPr>
          <a:xfrm flipV="1">
            <a:off x="8786023" y="3629965"/>
            <a:ext cx="0" cy="114300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029EDD0-DD15-FC9D-4B29-5793D23606F0}"/>
              </a:ext>
            </a:extLst>
          </p:cNvPr>
          <p:cNvCxnSpPr>
            <a:cxnSpLocks/>
          </p:cNvCxnSpPr>
          <p:nvPr/>
        </p:nvCxnSpPr>
        <p:spPr>
          <a:xfrm>
            <a:off x="8786023" y="3636840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04852D9-DBF9-5381-E44C-332A1F41FFBB}"/>
              </a:ext>
            </a:extLst>
          </p:cNvPr>
          <p:cNvCxnSpPr>
            <a:cxnSpLocks/>
          </p:cNvCxnSpPr>
          <p:nvPr/>
        </p:nvCxnSpPr>
        <p:spPr>
          <a:xfrm>
            <a:off x="8786023" y="4764317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60B2A75-6534-D688-F10B-72A9333A50A3}"/>
              </a:ext>
            </a:extLst>
          </p:cNvPr>
          <p:cNvSpPr/>
          <p:nvPr/>
        </p:nvSpPr>
        <p:spPr>
          <a:xfrm>
            <a:off x="8945133" y="4501852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25997F5-08EE-6533-758C-5D9DA14A257F}"/>
              </a:ext>
            </a:extLst>
          </p:cNvPr>
          <p:cNvGrpSpPr/>
          <p:nvPr/>
        </p:nvGrpSpPr>
        <p:grpSpPr>
          <a:xfrm>
            <a:off x="9312467" y="1942250"/>
            <a:ext cx="202517" cy="202517"/>
            <a:chOff x="361477" y="1105173"/>
            <a:chExt cx="353898" cy="353898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874ECD8-147A-7DE6-952B-82D7F88A3C0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Multiply 137">
              <a:extLst>
                <a:ext uri="{FF2B5EF4-FFF2-40B4-BE49-F238E27FC236}">
                  <a16:creationId xmlns:a16="http://schemas.microsoft.com/office/drawing/2014/main" id="{DF9EC076-0E05-196E-F528-72B1CBA7C093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805B34B-1264-CAA0-B015-9013F204BF14}"/>
              </a:ext>
            </a:extLst>
          </p:cNvPr>
          <p:cNvCxnSpPr>
            <a:cxnSpLocks/>
          </p:cNvCxnSpPr>
          <p:nvPr/>
        </p:nvCxnSpPr>
        <p:spPr>
          <a:xfrm flipV="1">
            <a:off x="8786023" y="2043479"/>
            <a:ext cx="0" cy="132588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426F465-B0AB-675F-21FD-C5F5B68548DD}"/>
              </a:ext>
            </a:extLst>
          </p:cNvPr>
          <p:cNvCxnSpPr>
            <a:cxnSpLocks/>
          </p:cNvCxnSpPr>
          <p:nvPr/>
        </p:nvCxnSpPr>
        <p:spPr>
          <a:xfrm>
            <a:off x="8786023" y="2043479"/>
            <a:ext cx="5215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1D24CEE-A203-77E4-CB5A-535616093F69}"/>
              </a:ext>
            </a:extLst>
          </p:cNvPr>
          <p:cNvCxnSpPr>
            <a:cxnSpLocks/>
          </p:cNvCxnSpPr>
          <p:nvPr/>
        </p:nvCxnSpPr>
        <p:spPr>
          <a:xfrm>
            <a:off x="8786023" y="3362203"/>
            <a:ext cx="622760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2D9F3A73-A9E7-E266-E68A-82C3745ADC1B}"/>
              </a:ext>
            </a:extLst>
          </p:cNvPr>
          <p:cNvSpPr/>
          <p:nvPr/>
        </p:nvSpPr>
        <p:spPr>
          <a:xfrm>
            <a:off x="8851434" y="3068109"/>
            <a:ext cx="1114695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LayerNorm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95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35215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83171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31126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E4A7-9B57-52AF-042C-97E0F071BF95}"/>
              </a:ext>
            </a:extLst>
          </p:cNvPr>
          <p:cNvSpPr/>
          <p:nvPr/>
        </p:nvSpPr>
        <p:spPr>
          <a:xfrm>
            <a:off x="9270382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45857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6742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299716" y="6177618"/>
            <a:ext cx="3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346522" y="6177618"/>
            <a:ext cx="1235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bought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5923152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an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8971F-58EE-C9A6-B913-D51B7F4D5A46}"/>
              </a:ext>
            </a:extLst>
          </p:cNvPr>
          <p:cNvSpPr txBox="1"/>
          <p:nvPr/>
        </p:nvSpPr>
        <p:spPr>
          <a:xfrm>
            <a:off x="7428645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apple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EF443-DB38-CB71-3BF1-AC30A1787B00}"/>
              </a:ext>
            </a:extLst>
          </p:cNvPr>
          <p:cNvSpPr txBox="1"/>
          <p:nvPr/>
        </p:nvSpPr>
        <p:spPr>
          <a:xfrm>
            <a:off x="8810334" y="6200948"/>
            <a:ext cx="1184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watch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1A643-1B7F-54A5-9650-469046B1EF55}"/>
              </a:ext>
            </a:extLst>
          </p:cNvPr>
          <p:cNvSpPr/>
          <p:nvPr/>
        </p:nvSpPr>
        <p:spPr>
          <a:xfrm>
            <a:off x="779082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6264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4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3333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84611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11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3220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03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/>
              <p:nvPr/>
            </p:nvSpPr>
            <p:spPr>
              <a:xfrm>
                <a:off x="780975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FF528A-2D65-29E2-1377-2B46EEDF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757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/>
              <p:nvPr/>
            </p:nvSpPr>
            <p:spPr>
              <a:xfrm>
                <a:off x="927038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BBBA09-30D0-8BCC-4EE7-3BBE3064C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382" y="5462499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7931" r="-10345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376922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524878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672833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75F38-FE34-A28E-F5AA-9C3986C2C6F7}"/>
              </a:ext>
            </a:extLst>
          </p:cNvPr>
          <p:cNvSpPr/>
          <p:nvPr/>
        </p:nvSpPr>
        <p:spPr>
          <a:xfrm>
            <a:off x="9687451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ED003-1B11-2BA2-EB97-47B212076EE8}"/>
              </a:ext>
            </a:extLst>
          </p:cNvPr>
          <p:cNvSpPr/>
          <p:nvPr/>
        </p:nvSpPr>
        <p:spPr>
          <a:xfrm>
            <a:off x="820789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08864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293508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85" y="5596022"/>
                <a:ext cx="264672" cy="369332"/>
              </a:xfrm>
              <a:prstGeom prst="rect">
                <a:avLst/>
              </a:prstGeom>
              <a:blipFill>
                <a:blip r:embed="rId7"/>
                <a:stretch>
                  <a:fillRect r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338323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348449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90155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358574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485751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495877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537583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506002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633442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643568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685275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653694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FAD8FC-BD2E-4C31-4C58-5339AA0804F2}"/>
              </a:ext>
            </a:extLst>
          </p:cNvPr>
          <p:cNvGrpSpPr/>
          <p:nvPr/>
        </p:nvGrpSpPr>
        <p:grpSpPr>
          <a:xfrm>
            <a:off x="7817197" y="4954525"/>
            <a:ext cx="202517" cy="202517"/>
            <a:chOff x="361477" y="1105173"/>
            <a:chExt cx="353898" cy="35389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447E-578B-ACD5-BDCC-B0FB85E4B8AC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>
              <a:extLst>
                <a:ext uri="{FF2B5EF4-FFF2-40B4-BE49-F238E27FC236}">
                  <a16:creationId xmlns:a16="http://schemas.microsoft.com/office/drawing/2014/main" id="{2A0BDB48-914E-C38C-278F-8AC4BF89D697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F0255D-A14C-7F7C-3031-EF19DBFC7A7E}"/>
              </a:ext>
            </a:extLst>
          </p:cNvPr>
          <p:cNvCxnSpPr>
            <a:endCxn id="79" idx="4"/>
          </p:cNvCxnSpPr>
          <p:nvPr/>
        </p:nvCxnSpPr>
        <p:spPr>
          <a:xfrm flipV="1">
            <a:off x="791845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3ADABC-F101-1A25-3A03-3C09DE042E1A}"/>
              </a:ext>
            </a:extLst>
          </p:cNvPr>
          <p:cNvCxnSpPr>
            <a:cxnSpLocks/>
          </p:cNvCxnSpPr>
          <p:nvPr/>
        </p:nvCxnSpPr>
        <p:spPr>
          <a:xfrm flipV="1">
            <a:off x="833552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A0CB64-9E77-6000-6580-3E063E33558E}"/>
              </a:ext>
            </a:extLst>
          </p:cNvPr>
          <p:cNvCxnSpPr>
            <a:cxnSpLocks/>
            <a:endCxn id="79" idx="6"/>
          </p:cNvCxnSpPr>
          <p:nvPr/>
        </p:nvCxnSpPr>
        <p:spPr>
          <a:xfrm flipH="1">
            <a:off x="801971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4B72D1-E72B-7FFF-E1DB-61B2E92085B4}"/>
              </a:ext>
            </a:extLst>
          </p:cNvPr>
          <p:cNvGrpSpPr/>
          <p:nvPr/>
        </p:nvGrpSpPr>
        <p:grpSpPr>
          <a:xfrm>
            <a:off x="9299964" y="4954525"/>
            <a:ext cx="202517" cy="202517"/>
            <a:chOff x="361477" y="1105173"/>
            <a:chExt cx="353898" cy="35389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F20DFB-7195-094B-7F4F-71FAFCC30233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Multiply 85">
              <a:extLst>
                <a:ext uri="{FF2B5EF4-FFF2-40B4-BE49-F238E27FC236}">
                  <a16:creationId xmlns:a16="http://schemas.microsoft.com/office/drawing/2014/main" id="{C3B70D52-5705-13C3-4379-59674DF8412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157D20-DE68-6C1E-041A-15C74B0C712C}"/>
              </a:ext>
            </a:extLst>
          </p:cNvPr>
          <p:cNvCxnSpPr>
            <a:endCxn id="85" idx="4"/>
          </p:cNvCxnSpPr>
          <p:nvPr/>
        </p:nvCxnSpPr>
        <p:spPr>
          <a:xfrm flipV="1">
            <a:off x="9401223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CD5624-BA9A-C083-DABF-EFEB94F7390F}"/>
              </a:ext>
            </a:extLst>
          </p:cNvPr>
          <p:cNvCxnSpPr>
            <a:cxnSpLocks/>
          </p:cNvCxnSpPr>
          <p:nvPr/>
        </p:nvCxnSpPr>
        <p:spPr>
          <a:xfrm flipV="1">
            <a:off x="9818292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F137CE8-BBD7-B740-B83D-D1FDF3F48579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9502481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3199757" y="3942680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348449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495877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644986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F042A53-912D-B76F-ACDE-D9C8372F319F}"/>
              </a:ext>
            </a:extLst>
          </p:cNvPr>
          <p:cNvCxnSpPr>
            <a:cxnSpLocks/>
          </p:cNvCxnSpPr>
          <p:nvPr/>
        </p:nvCxnSpPr>
        <p:spPr>
          <a:xfrm flipV="1">
            <a:off x="7919798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692D957-64F8-4450-61D2-D0EB03C6A406}"/>
              </a:ext>
            </a:extLst>
          </p:cNvPr>
          <p:cNvCxnSpPr>
            <a:cxnSpLocks/>
          </p:cNvCxnSpPr>
          <p:nvPr/>
        </p:nvCxnSpPr>
        <p:spPr>
          <a:xfrm flipV="1">
            <a:off x="9409003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383569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94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1935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531808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082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680047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470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/>
              <p:nvPr/>
            </p:nvSpPr>
            <p:spPr>
              <a:xfrm>
                <a:off x="8282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308CC4C-831D-8DE7-6ADB-F1BA60EE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85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/>
              <p:nvPr/>
            </p:nvSpPr>
            <p:spPr>
              <a:xfrm>
                <a:off x="976524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8EB2DB1-A65F-9E4D-D705-E66742A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245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45161" r="-1290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5894368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8AF4E89-1032-A9F8-E8F3-7B68F468263C}"/>
              </a:ext>
            </a:extLst>
          </p:cNvPr>
          <p:cNvSpPr/>
          <p:nvPr/>
        </p:nvSpPr>
        <p:spPr>
          <a:xfrm>
            <a:off x="3199757" y="3170004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84E620-F9FD-8B84-4902-BA27BBEC69F2}"/>
              </a:ext>
            </a:extLst>
          </p:cNvPr>
          <p:cNvSpPr txBox="1"/>
          <p:nvPr/>
        </p:nvSpPr>
        <p:spPr>
          <a:xfrm>
            <a:off x="5894368" y="3269572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787164A-848C-15A0-3F99-29396977167E}"/>
              </a:ext>
            </a:extLst>
          </p:cNvPr>
          <p:cNvSpPr/>
          <p:nvPr/>
        </p:nvSpPr>
        <p:spPr>
          <a:xfrm>
            <a:off x="3199757" y="2397329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A86F3A-55CA-FC61-0C80-6FD66607D11E}"/>
              </a:ext>
            </a:extLst>
          </p:cNvPr>
          <p:cNvSpPr txBox="1"/>
          <p:nvPr/>
        </p:nvSpPr>
        <p:spPr>
          <a:xfrm>
            <a:off x="5894368" y="249689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#3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CA3EEC8-B033-BB03-07BC-519EC9FD95F0}"/>
              </a:ext>
            </a:extLst>
          </p:cNvPr>
          <p:cNvSpPr/>
          <p:nvPr/>
        </p:nvSpPr>
        <p:spPr>
          <a:xfrm>
            <a:off x="3199757" y="1624654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95F676-7391-424F-9687-10836C6870D7}"/>
              </a:ext>
            </a:extLst>
          </p:cNvPr>
          <p:cNvSpPr txBox="1"/>
          <p:nvPr/>
        </p:nvSpPr>
        <p:spPr>
          <a:xfrm>
            <a:off x="5894368" y="1724222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#4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88DC016-4795-41E6-0EBF-B2AC1556CB87}"/>
              </a:ext>
            </a:extLst>
          </p:cNvPr>
          <p:cNvSpPr/>
          <p:nvPr/>
        </p:nvSpPr>
        <p:spPr>
          <a:xfrm>
            <a:off x="3199757" y="851979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370159-FF43-3129-73E4-935B2D684360}"/>
              </a:ext>
            </a:extLst>
          </p:cNvPr>
          <p:cNvSpPr txBox="1"/>
          <p:nvPr/>
        </p:nvSpPr>
        <p:spPr>
          <a:xfrm>
            <a:off x="5894368" y="95154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#5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3199757" y="79304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B77074-2E82-59A7-5E44-0E9991DA5681}"/>
              </a:ext>
            </a:extLst>
          </p:cNvPr>
          <p:cNvSpPr txBox="1"/>
          <p:nvPr/>
        </p:nvSpPr>
        <p:spPr>
          <a:xfrm>
            <a:off x="5894368" y="178872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#6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E09E4E5-2D08-9325-D24D-3AB6A94F7333}"/>
              </a:ext>
            </a:extLst>
          </p:cNvPr>
          <p:cNvCxnSpPr>
            <a:cxnSpLocks/>
          </p:cNvCxnSpPr>
          <p:nvPr/>
        </p:nvCxnSpPr>
        <p:spPr>
          <a:xfrm flipV="1">
            <a:off x="6798736" y="3830806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2A9391-29F1-214A-F8BA-3614EEF9C0C8}"/>
              </a:ext>
            </a:extLst>
          </p:cNvPr>
          <p:cNvCxnSpPr>
            <a:cxnSpLocks/>
          </p:cNvCxnSpPr>
          <p:nvPr/>
        </p:nvCxnSpPr>
        <p:spPr>
          <a:xfrm flipV="1">
            <a:off x="6798736" y="3058130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42585DF-6D53-62C7-9AC0-DEFB03E0E282}"/>
              </a:ext>
            </a:extLst>
          </p:cNvPr>
          <p:cNvCxnSpPr>
            <a:cxnSpLocks/>
          </p:cNvCxnSpPr>
          <p:nvPr/>
        </p:nvCxnSpPr>
        <p:spPr>
          <a:xfrm flipV="1">
            <a:off x="6790932" y="2285456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9A2BBBF-3312-F50D-3D32-A97A7BEBC2A3}"/>
              </a:ext>
            </a:extLst>
          </p:cNvPr>
          <p:cNvCxnSpPr>
            <a:cxnSpLocks/>
          </p:cNvCxnSpPr>
          <p:nvPr/>
        </p:nvCxnSpPr>
        <p:spPr>
          <a:xfrm flipV="1">
            <a:off x="6790932" y="1512780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1EF9B80-FC72-3187-5AC7-1D68D89F53B4}"/>
              </a:ext>
            </a:extLst>
          </p:cNvPr>
          <p:cNvCxnSpPr>
            <a:cxnSpLocks/>
          </p:cNvCxnSpPr>
          <p:nvPr/>
        </p:nvCxnSpPr>
        <p:spPr>
          <a:xfrm flipV="1">
            <a:off x="6787199" y="740105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801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39" grpId="0"/>
      <p:bldP spid="43" grpId="0" animBg="1"/>
      <p:bldP spid="44" grpId="0"/>
      <p:bldP spid="45" grpId="0" animBg="1"/>
      <p:bldP spid="47" grpId="0"/>
      <p:bldP spid="49" grpId="0" animBg="1"/>
      <p:bldP spid="5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3199757" y="3942680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5894368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8AF4E89-1032-A9F8-E8F3-7B68F468263C}"/>
              </a:ext>
            </a:extLst>
          </p:cNvPr>
          <p:cNvSpPr/>
          <p:nvPr/>
        </p:nvSpPr>
        <p:spPr>
          <a:xfrm>
            <a:off x="3199757" y="3170004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84E620-F9FD-8B84-4902-BA27BBEC69F2}"/>
              </a:ext>
            </a:extLst>
          </p:cNvPr>
          <p:cNvSpPr txBox="1"/>
          <p:nvPr/>
        </p:nvSpPr>
        <p:spPr>
          <a:xfrm>
            <a:off x="5894368" y="3269572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787164A-848C-15A0-3F99-29396977167E}"/>
              </a:ext>
            </a:extLst>
          </p:cNvPr>
          <p:cNvSpPr/>
          <p:nvPr/>
        </p:nvSpPr>
        <p:spPr>
          <a:xfrm>
            <a:off x="3199757" y="2397329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A86F3A-55CA-FC61-0C80-6FD66607D11E}"/>
              </a:ext>
            </a:extLst>
          </p:cNvPr>
          <p:cNvSpPr txBox="1"/>
          <p:nvPr/>
        </p:nvSpPr>
        <p:spPr>
          <a:xfrm>
            <a:off x="5894368" y="249689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#3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CA3EEC8-B033-BB03-07BC-519EC9FD95F0}"/>
              </a:ext>
            </a:extLst>
          </p:cNvPr>
          <p:cNvSpPr/>
          <p:nvPr/>
        </p:nvSpPr>
        <p:spPr>
          <a:xfrm>
            <a:off x="3199757" y="1624654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95F676-7391-424F-9687-10836C6870D7}"/>
              </a:ext>
            </a:extLst>
          </p:cNvPr>
          <p:cNvSpPr txBox="1"/>
          <p:nvPr/>
        </p:nvSpPr>
        <p:spPr>
          <a:xfrm>
            <a:off x="5894368" y="1724222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#4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88DC016-4795-41E6-0EBF-B2AC1556CB87}"/>
              </a:ext>
            </a:extLst>
          </p:cNvPr>
          <p:cNvSpPr/>
          <p:nvPr/>
        </p:nvSpPr>
        <p:spPr>
          <a:xfrm>
            <a:off x="3199757" y="851979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370159-FF43-3129-73E4-935B2D684360}"/>
              </a:ext>
            </a:extLst>
          </p:cNvPr>
          <p:cNvSpPr txBox="1"/>
          <p:nvPr/>
        </p:nvSpPr>
        <p:spPr>
          <a:xfrm>
            <a:off x="5894368" y="95154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#5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3199757" y="79304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B77074-2E82-59A7-5E44-0E9991DA5681}"/>
              </a:ext>
            </a:extLst>
          </p:cNvPr>
          <p:cNvSpPr txBox="1"/>
          <p:nvPr/>
        </p:nvSpPr>
        <p:spPr>
          <a:xfrm>
            <a:off x="5894368" y="178872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#6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E09E4E5-2D08-9325-D24D-3AB6A94F7333}"/>
              </a:ext>
            </a:extLst>
          </p:cNvPr>
          <p:cNvCxnSpPr>
            <a:cxnSpLocks/>
          </p:cNvCxnSpPr>
          <p:nvPr/>
        </p:nvCxnSpPr>
        <p:spPr>
          <a:xfrm flipV="1">
            <a:off x="6798736" y="3830806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2A9391-29F1-214A-F8BA-3614EEF9C0C8}"/>
              </a:ext>
            </a:extLst>
          </p:cNvPr>
          <p:cNvCxnSpPr>
            <a:cxnSpLocks/>
          </p:cNvCxnSpPr>
          <p:nvPr/>
        </p:nvCxnSpPr>
        <p:spPr>
          <a:xfrm flipV="1">
            <a:off x="6798736" y="3058130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42585DF-6D53-62C7-9AC0-DEFB03E0E282}"/>
              </a:ext>
            </a:extLst>
          </p:cNvPr>
          <p:cNvCxnSpPr>
            <a:cxnSpLocks/>
          </p:cNvCxnSpPr>
          <p:nvPr/>
        </p:nvCxnSpPr>
        <p:spPr>
          <a:xfrm flipV="1">
            <a:off x="6790932" y="2285456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9A2BBBF-3312-F50D-3D32-A97A7BEBC2A3}"/>
              </a:ext>
            </a:extLst>
          </p:cNvPr>
          <p:cNvCxnSpPr>
            <a:cxnSpLocks/>
          </p:cNvCxnSpPr>
          <p:nvPr/>
        </p:nvCxnSpPr>
        <p:spPr>
          <a:xfrm flipV="1">
            <a:off x="6790932" y="1512780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1EF9B80-FC72-3187-5AC7-1D68D89F53B4}"/>
              </a:ext>
            </a:extLst>
          </p:cNvPr>
          <p:cNvCxnSpPr>
            <a:cxnSpLocks/>
          </p:cNvCxnSpPr>
          <p:nvPr/>
        </p:nvCxnSpPr>
        <p:spPr>
          <a:xfrm flipV="1">
            <a:off x="6787199" y="740105"/>
            <a:ext cx="0" cy="111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45857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6742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35215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83171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31126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150672" y="6177618"/>
            <a:ext cx="869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715684" y="6177618"/>
            <a:ext cx="8337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6016494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6264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4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3333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84611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11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3220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03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376922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524878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672833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08864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293508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85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338323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348449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90155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358574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485751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495877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537583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506002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633442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643568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685275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653694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348449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495877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644986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383569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94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1935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531808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082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680047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470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17BFC46-DB6E-B5A6-911C-0CC8697CDEA8}"/>
              </a:ext>
            </a:extLst>
          </p:cNvPr>
          <p:cNvSpPr/>
          <p:nvPr/>
        </p:nvSpPr>
        <p:spPr>
          <a:xfrm>
            <a:off x="779082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0AE990-75CD-1CF0-578B-27569007D02D}"/>
                  </a:ext>
                </a:extLst>
              </p:cNvPr>
              <p:cNvSpPr txBox="1"/>
              <p:nvPr/>
            </p:nvSpPr>
            <p:spPr>
              <a:xfrm>
                <a:off x="780975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0AE990-75CD-1CF0-578B-27569007D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757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886BCC2-AD30-7A56-692B-68EDDA02D0F5}"/>
              </a:ext>
            </a:extLst>
          </p:cNvPr>
          <p:cNvSpPr/>
          <p:nvPr/>
        </p:nvSpPr>
        <p:spPr>
          <a:xfrm>
            <a:off x="820789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A63609-AB3A-BE76-22CC-92C15645F983}"/>
              </a:ext>
            </a:extLst>
          </p:cNvPr>
          <p:cNvGrpSpPr/>
          <p:nvPr/>
        </p:nvGrpSpPr>
        <p:grpSpPr>
          <a:xfrm>
            <a:off x="7817197" y="4954525"/>
            <a:ext cx="202517" cy="202517"/>
            <a:chOff x="361477" y="1105173"/>
            <a:chExt cx="353898" cy="35389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62D682-ED31-7283-497A-A0E78A31AF8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Multiply 18">
              <a:extLst>
                <a:ext uri="{FF2B5EF4-FFF2-40B4-BE49-F238E27FC236}">
                  <a16:creationId xmlns:a16="http://schemas.microsoft.com/office/drawing/2014/main" id="{74C868DC-2C13-1BF7-E179-A264647850B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CAC27F-821A-6BCF-79BE-7B0CCA695C04}"/>
              </a:ext>
            </a:extLst>
          </p:cNvPr>
          <p:cNvCxnSpPr>
            <a:endCxn id="12" idx="4"/>
          </p:cNvCxnSpPr>
          <p:nvPr/>
        </p:nvCxnSpPr>
        <p:spPr>
          <a:xfrm flipV="1">
            <a:off x="791845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B62749-F6A3-42B5-8BEA-254B3A503B1A}"/>
              </a:ext>
            </a:extLst>
          </p:cNvPr>
          <p:cNvCxnSpPr>
            <a:cxnSpLocks/>
          </p:cNvCxnSpPr>
          <p:nvPr/>
        </p:nvCxnSpPr>
        <p:spPr>
          <a:xfrm flipV="1">
            <a:off x="8335525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4A7754-D0F1-B317-1785-5E7EB549A085}"/>
              </a:ext>
            </a:extLst>
          </p:cNvPr>
          <p:cNvCxnSpPr>
            <a:cxnSpLocks/>
            <a:endCxn id="12" idx="6"/>
          </p:cNvCxnSpPr>
          <p:nvPr/>
        </p:nvCxnSpPr>
        <p:spPr>
          <a:xfrm flipH="1">
            <a:off x="801971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34BEDF7-4EAD-FC14-B969-6E5B6BDC108D}"/>
              </a:ext>
            </a:extLst>
          </p:cNvPr>
          <p:cNvCxnSpPr>
            <a:cxnSpLocks/>
          </p:cNvCxnSpPr>
          <p:nvPr/>
        </p:nvCxnSpPr>
        <p:spPr>
          <a:xfrm flipV="1">
            <a:off x="7919798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E5AD117-3107-5944-56E4-9DAA60565116}"/>
                  </a:ext>
                </a:extLst>
              </p:cNvPr>
              <p:cNvSpPr txBox="1"/>
              <p:nvPr/>
            </p:nvSpPr>
            <p:spPr>
              <a:xfrm>
                <a:off x="8282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E5AD117-3107-5944-56E4-9DAA60565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858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DA8A4968-97F8-E327-BC3E-E3EB282F5254}"/>
              </a:ext>
            </a:extLst>
          </p:cNvPr>
          <p:cNvSpPr txBox="1"/>
          <p:nvPr/>
        </p:nvSpPr>
        <p:spPr>
          <a:xfrm>
            <a:off x="7611504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55371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3199757" y="3942680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5894368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3199757" y="79304"/>
            <a:ext cx="6935031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B77074-2E82-59A7-5E44-0E9991DA5681}"/>
              </a:ext>
            </a:extLst>
          </p:cNvPr>
          <p:cNvSpPr txBox="1"/>
          <p:nvPr/>
        </p:nvSpPr>
        <p:spPr>
          <a:xfrm>
            <a:off x="5894368" y="178872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E0AAC-4C82-1EBF-A58E-C53BF64E4237}"/>
              </a:ext>
            </a:extLst>
          </p:cNvPr>
          <p:cNvSpPr txBox="1"/>
          <p:nvPr/>
        </p:nvSpPr>
        <p:spPr>
          <a:xfrm>
            <a:off x="1458570" y="5370166"/>
            <a:ext cx="162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Embedded</a:t>
            </a:r>
          </a:p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00258-C33A-7FDC-1B74-50E696D9A796}"/>
              </a:ext>
            </a:extLst>
          </p:cNvPr>
          <p:cNvSpPr txBox="1"/>
          <p:nvPr/>
        </p:nvSpPr>
        <p:spPr>
          <a:xfrm>
            <a:off x="1467428" y="6195026"/>
            <a:ext cx="1625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highlight>
                  <a:srgbClr val="FFFFFF"/>
                </a:highlight>
                <a:latin typeface="Google Sans"/>
              </a:rPr>
              <a:t>Tokens</a:t>
            </a:r>
            <a:endParaRPr lang="en-U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335215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4831711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631126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150672" y="6177618"/>
            <a:ext cx="869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4715684" y="6177618"/>
            <a:ext cx="8337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6016494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336264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4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3333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4846110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110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63220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03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376922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5248780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672833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08864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293508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85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338323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348449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90155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358574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4857511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4958770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5375839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5060028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633442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643568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860673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653694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348449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495877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  <a:stCxn id="73" idx="0"/>
          </p:cNvCxnSpPr>
          <p:nvPr/>
        </p:nvCxnSpPr>
        <p:spPr>
          <a:xfrm flipV="1">
            <a:off x="6435688" y="4603480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383569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94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1935" r="-967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5318082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082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680047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470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17BFC46-DB6E-B5A6-911C-0CC8697CDEA8}"/>
              </a:ext>
            </a:extLst>
          </p:cNvPr>
          <p:cNvSpPr/>
          <p:nvPr/>
        </p:nvSpPr>
        <p:spPr>
          <a:xfrm>
            <a:off x="779082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0AE990-75CD-1CF0-578B-27569007D02D}"/>
                  </a:ext>
                </a:extLst>
              </p:cNvPr>
              <p:cNvSpPr txBox="1"/>
              <p:nvPr/>
            </p:nvSpPr>
            <p:spPr>
              <a:xfrm>
                <a:off x="7809757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0AE990-75CD-1CF0-578B-27569007D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757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886BCC2-AD30-7A56-692B-68EDDA02D0F5}"/>
              </a:ext>
            </a:extLst>
          </p:cNvPr>
          <p:cNvSpPr/>
          <p:nvPr/>
        </p:nvSpPr>
        <p:spPr>
          <a:xfrm>
            <a:off x="820789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A63609-AB3A-BE76-22CC-92C15645F983}"/>
              </a:ext>
            </a:extLst>
          </p:cNvPr>
          <p:cNvGrpSpPr/>
          <p:nvPr/>
        </p:nvGrpSpPr>
        <p:grpSpPr>
          <a:xfrm>
            <a:off x="7817197" y="4954525"/>
            <a:ext cx="202517" cy="202517"/>
            <a:chOff x="361477" y="1105173"/>
            <a:chExt cx="353898" cy="35389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62D682-ED31-7283-497A-A0E78A31AF8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Multiply 18">
              <a:extLst>
                <a:ext uri="{FF2B5EF4-FFF2-40B4-BE49-F238E27FC236}">
                  <a16:creationId xmlns:a16="http://schemas.microsoft.com/office/drawing/2014/main" id="{74C868DC-2C13-1BF7-E179-A264647850B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CAC27F-821A-6BCF-79BE-7B0CCA695C04}"/>
              </a:ext>
            </a:extLst>
          </p:cNvPr>
          <p:cNvCxnSpPr>
            <a:endCxn id="12" idx="4"/>
          </p:cNvCxnSpPr>
          <p:nvPr/>
        </p:nvCxnSpPr>
        <p:spPr>
          <a:xfrm flipV="1">
            <a:off x="7918456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B62749-F6A3-42B5-8BEA-254B3A503B1A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8335525" y="5055783"/>
            <a:ext cx="4705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4A7754-D0F1-B317-1785-5E7EB549A085}"/>
              </a:ext>
            </a:extLst>
          </p:cNvPr>
          <p:cNvCxnSpPr>
            <a:cxnSpLocks/>
            <a:endCxn id="12" idx="6"/>
          </p:cNvCxnSpPr>
          <p:nvPr/>
        </p:nvCxnSpPr>
        <p:spPr>
          <a:xfrm flipH="1">
            <a:off x="8019714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34BEDF7-4EAD-FC14-B969-6E5B6BDC108D}"/>
              </a:ext>
            </a:extLst>
          </p:cNvPr>
          <p:cNvCxnSpPr>
            <a:cxnSpLocks/>
          </p:cNvCxnSpPr>
          <p:nvPr/>
        </p:nvCxnSpPr>
        <p:spPr>
          <a:xfrm flipV="1">
            <a:off x="7919798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E5AD117-3107-5944-56E4-9DAA60565116}"/>
                  </a:ext>
                </a:extLst>
              </p:cNvPr>
              <p:cNvSpPr txBox="1"/>
              <p:nvPr/>
            </p:nvSpPr>
            <p:spPr>
              <a:xfrm>
                <a:off x="8282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E5AD117-3107-5944-56E4-9DAA60565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858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DA8A4968-97F8-E327-BC3E-E3EB282F5254}"/>
              </a:ext>
            </a:extLst>
          </p:cNvPr>
          <p:cNvSpPr txBox="1"/>
          <p:nvPr/>
        </p:nvSpPr>
        <p:spPr>
          <a:xfrm>
            <a:off x="7611504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ACD7D07-A51C-3CD7-B29D-561999C7AAF6}"/>
                  </a:ext>
                </a:extLst>
              </p:cNvPr>
              <p:cNvSpPr txBox="1"/>
              <p:nvPr/>
            </p:nvSpPr>
            <p:spPr>
              <a:xfrm>
                <a:off x="6485917" y="2314242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ACD7D07-A51C-3CD7-B29D-561999C7A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917" y="2314242"/>
                <a:ext cx="4345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04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2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6703916" y="394267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10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3332693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  <a:stCxn id="54" idx="0"/>
          </p:cNvCxnSpPr>
          <p:nvPr/>
        </p:nvCxnSpPr>
        <p:spPr>
          <a:xfrm flipH="1" flipV="1">
            <a:off x="4367506" y="5055783"/>
            <a:ext cx="4705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/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6F02F4B1-B8C0-2156-C757-F1612A2F85ED}"/>
              </a:ext>
            </a:extLst>
          </p:cNvPr>
          <p:cNvSpPr/>
          <p:nvPr/>
        </p:nvSpPr>
        <p:spPr>
          <a:xfrm>
            <a:off x="6703916" y="291254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7998772" y="4043741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/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blipFill>
                <a:blip r:embed="rId18"/>
                <a:stretch>
                  <a:fillRect l="-1439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0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F2B4251F-9209-4077-6861-A6597DED0687}"/>
              </a:ext>
            </a:extLst>
          </p:cNvPr>
          <p:cNvSpPr/>
          <p:nvPr/>
        </p:nvSpPr>
        <p:spPr>
          <a:xfrm>
            <a:off x="6703917" y="1692109"/>
            <a:ext cx="4257652" cy="3299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5286ACC-DCFB-6723-CD57-570D1DFAD9EC}"/>
              </a:ext>
            </a:extLst>
          </p:cNvPr>
          <p:cNvSpPr txBox="1"/>
          <p:nvPr/>
        </p:nvSpPr>
        <p:spPr>
          <a:xfrm>
            <a:off x="8301359" y="1668561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26A6063B-8AE1-8BC5-4C8C-234601078494}"/>
              </a:ext>
            </a:extLst>
          </p:cNvPr>
          <p:cNvSpPr/>
          <p:nvPr/>
        </p:nvSpPr>
        <p:spPr>
          <a:xfrm>
            <a:off x="6718329" y="2301943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75F5941-634B-AEF0-C8DE-061361E19D1E}"/>
              </a:ext>
            </a:extLst>
          </p:cNvPr>
          <p:cNvSpPr txBox="1"/>
          <p:nvPr/>
        </p:nvSpPr>
        <p:spPr>
          <a:xfrm>
            <a:off x="8338359" y="2274920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E41EBFDC-8BD4-64D6-A18C-BF57B573AB69}"/>
              </a:ext>
            </a:extLst>
          </p:cNvPr>
          <p:cNvCxnSpPr>
            <a:cxnSpLocks/>
            <a:stCxn id="98" idx="0"/>
            <a:endCxn id="162" idx="2"/>
          </p:cNvCxnSpPr>
          <p:nvPr/>
        </p:nvCxnSpPr>
        <p:spPr>
          <a:xfrm flipH="1" flipV="1">
            <a:off x="8832739" y="2644252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D4448C-91B6-1246-C943-8EC44AAC63C7}"/>
              </a:ext>
            </a:extLst>
          </p:cNvPr>
          <p:cNvCxnSpPr>
            <a:cxnSpLocks/>
          </p:cNvCxnSpPr>
          <p:nvPr/>
        </p:nvCxnSpPr>
        <p:spPr>
          <a:xfrm flipH="1" flipV="1">
            <a:off x="8832739" y="2053838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stCxn id="172" idx="3"/>
            <a:endCxn id="40" idx="1"/>
          </p:cNvCxnSpPr>
          <p:nvPr/>
        </p:nvCxnSpPr>
        <p:spPr>
          <a:xfrm>
            <a:off x="4684382" y="2414657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C3A4EE9-FF1D-2338-CC94-851B9A20178E}"/>
              </a:ext>
            </a:extLst>
          </p:cNvPr>
          <p:cNvCxnSpPr>
            <a:cxnSpLocks/>
            <a:stCxn id="172" idx="3"/>
            <a:endCxn id="98" idx="1"/>
          </p:cNvCxnSpPr>
          <p:nvPr/>
        </p:nvCxnSpPr>
        <p:spPr>
          <a:xfrm>
            <a:off x="4684382" y="2414657"/>
            <a:ext cx="2019534" cy="828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/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B4CC8C49-8AAB-B360-E4C4-304F2190C0BF}"/>
              </a:ext>
            </a:extLst>
          </p:cNvPr>
          <p:cNvCxnSpPr>
            <a:cxnSpLocks/>
          </p:cNvCxnSpPr>
          <p:nvPr/>
        </p:nvCxnSpPr>
        <p:spPr>
          <a:xfrm>
            <a:off x="6670234" y="935408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B610D301-F437-5D09-FBAF-3568C4D92ADC}"/>
              </a:ext>
            </a:extLst>
          </p:cNvPr>
          <p:cNvCxnSpPr>
            <a:cxnSpLocks/>
          </p:cNvCxnSpPr>
          <p:nvPr/>
        </p:nvCxnSpPr>
        <p:spPr>
          <a:xfrm flipV="1">
            <a:off x="6670234" y="248263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60E1C6CE-4191-5FD7-A0E7-6A94E186E04E}"/>
              </a:ext>
            </a:extLst>
          </p:cNvPr>
          <p:cNvSpPr txBox="1"/>
          <p:nvPr/>
        </p:nvSpPr>
        <p:spPr>
          <a:xfrm>
            <a:off x="6824760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9A9C4D4-0F88-61BE-C215-74B86D9B9AC6}"/>
              </a:ext>
            </a:extLst>
          </p:cNvPr>
          <p:cNvSpPr txBox="1"/>
          <p:nvPr/>
        </p:nvSpPr>
        <p:spPr>
          <a:xfrm>
            <a:off x="7287114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14C3C6C-9FFD-D741-B508-9B58ABC0A31D}"/>
              </a:ext>
            </a:extLst>
          </p:cNvPr>
          <p:cNvSpPr txBox="1"/>
          <p:nvPr/>
        </p:nvSpPr>
        <p:spPr>
          <a:xfrm>
            <a:off x="7749468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715CF0C-7793-1813-4AD0-A8F7161454B9}"/>
              </a:ext>
            </a:extLst>
          </p:cNvPr>
          <p:cNvSpPr txBox="1"/>
          <p:nvPr/>
        </p:nvSpPr>
        <p:spPr>
          <a:xfrm>
            <a:off x="8211822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FB0DEBD-5CD6-9E8A-F6A6-CAA30E5CEA8D}"/>
              </a:ext>
            </a:extLst>
          </p:cNvPr>
          <p:cNvSpPr txBox="1"/>
          <p:nvPr/>
        </p:nvSpPr>
        <p:spPr>
          <a:xfrm>
            <a:off x="9556960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0D162FC0-2124-9A48-35E6-223495AED284}"/>
                  </a:ext>
                </a:extLst>
              </p:cNvPr>
              <p:cNvSpPr txBox="1"/>
              <p:nvPr/>
            </p:nvSpPr>
            <p:spPr>
              <a:xfrm>
                <a:off x="9183495" y="945534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0D162FC0-2124-9A48-35E6-223495AED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45534"/>
                <a:ext cx="444559" cy="461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Rectangle 186">
            <a:extLst>
              <a:ext uri="{FF2B5EF4-FFF2-40B4-BE49-F238E27FC236}">
                <a16:creationId xmlns:a16="http://schemas.microsoft.com/office/drawing/2014/main" id="{BCB18551-679E-61CD-B190-A2E09BE5ABBE}"/>
              </a:ext>
            </a:extLst>
          </p:cNvPr>
          <p:cNvSpPr/>
          <p:nvPr/>
        </p:nvSpPr>
        <p:spPr>
          <a:xfrm>
            <a:off x="6933309" y="318354"/>
            <a:ext cx="249493" cy="60319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2217728-00F3-9890-BF6B-70981C555D47}"/>
              </a:ext>
            </a:extLst>
          </p:cNvPr>
          <p:cNvSpPr/>
          <p:nvPr/>
        </p:nvSpPr>
        <p:spPr>
          <a:xfrm>
            <a:off x="7401612" y="772321"/>
            <a:ext cx="249493" cy="1492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2FF711B-13BF-17A3-098F-52FB6B67A12E}"/>
              </a:ext>
            </a:extLst>
          </p:cNvPr>
          <p:cNvSpPr/>
          <p:nvPr/>
        </p:nvSpPr>
        <p:spPr>
          <a:xfrm>
            <a:off x="7869915" y="611584"/>
            <a:ext cx="249493" cy="3099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8DD1F40-9DA3-0165-91EF-416093E24631}"/>
              </a:ext>
            </a:extLst>
          </p:cNvPr>
          <p:cNvSpPr/>
          <p:nvPr/>
        </p:nvSpPr>
        <p:spPr>
          <a:xfrm>
            <a:off x="8338218" y="844406"/>
            <a:ext cx="249493" cy="771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D64B8BC-1EC2-EB17-F2FE-00F852B51C97}"/>
              </a:ext>
            </a:extLst>
          </p:cNvPr>
          <p:cNvSpPr/>
          <p:nvPr/>
        </p:nvSpPr>
        <p:spPr>
          <a:xfrm>
            <a:off x="9274825" y="87583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8596D1D5-3A71-1687-078C-CAECAB6B034C}"/>
              </a:ext>
            </a:extLst>
          </p:cNvPr>
          <p:cNvSpPr txBox="1"/>
          <p:nvPr/>
        </p:nvSpPr>
        <p:spPr>
          <a:xfrm>
            <a:off x="8674177" y="93524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2D0A6E6D-79AC-8E37-7655-C651DF7C275B}"/>
              </a:ext>
            </a:extLst>
          </p:cNvPr>
          <p:cNvSpPr/>
          <p:nvPr/>
        </p:nvSpPr>
        <p:spPr>
          <a:xfrm>
            <a:off x="8806521" y="87583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A577970-D04F-228C-3A93-43BF2775D3FF}"/>
              </a:ext>
            </a:extLst>
          </p:cNvPr>
          <p:cNvSpPr/>
          <p:nvPr/>
        </p:nvSpPr>
        <p:spPr>
          <a:xfrm>
            <a:off x="9699741" y="87583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6824760" y="94971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69E10544-B589-0DA9-C1AF-4EC4FE20B9EA}"/>
              </a:ext>
            </a:extLst>
          </p:cNvPr>
          <p:cNvSpPr txBox="1"/>
          <p:nvPr/>
        </p:nvSpPr>
        <p:spPr>
          <a:xfrm>
            <a:off x="7287114" y="94971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C95B7F6-DF4E-9387-7980-F97490CCED23}"/>
              </a:ext>
            </a:extLst>
          </p:cNvPr>
          <p:cNvSpPr txBox="1"/>
          <p:nvPr/>
        </p:nvSpPr>
        <p:spPr>
          <a:xfrm>
            <a:off x="7749468" y="94971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E67B024-C35C-F5F7-9DA1-0E04EC4507DF}"/>
              </a:ext>
            </a:extLst>
          </p:cNvPr>
          <p:cNvSpPr txBox="1"/>
          <p:nvPr/>
        </p:nvSpPr>
        <p:spPr>
          <a:xfrm>
            <a:off x="8211822" y="94971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056333AF-F487-7018-C44B-B6307AEE58DD}"/>
              </a:ext>
            </a:extLst>
          </p:cNvPr>
          <p:cNvSpPr txBox="1"/>
          <p:nvPr/>
        </p:nvSpPr>
        <p:spPr>
          <a:xfrm>
            <a:off x="9556960" y="94971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18324EA4-F0FC-DC0F-9CAC-9CFE2A1500CF}"/>
                  </a:ext>
                </a:extLst>
              </p:cNvPr>
              <p:cNvSpPr txBox="1"/>
              <p:nvPr/>
            </p:nvSpPr>
            <p:spPr>
              <a:xfrm>
                <a:off x="9183495" y="949712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18324EA4-F0FC-DC0F-9CAC-9CFE2A150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49712"/>
                <a:ext cx="444559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667FB18B-81C5-ADE0-0CDB-F3845B89A15B}"/>
              </a:ext>
            </a:extLst>
          </p:cNvPr>
          <p:cNvSpPr txBox="1"/>
          <p:nvPr/>
        </p:nvSpPr>
        <p:spPr>
          <a:xfrm>
            <a:off x="8673898" y="925658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6DB379A4-0F1B-36DE-0D6D-8B021B06B039}"/>
              </a:ext>
            </a:extLst>
          </p:cNvPr>
          <p:cNvSpPr/>
          <p:nvPr/>
        </p:nvSpPr>
        <p:spPr>
          <a:xfrm>
            <a:off x="10152459" y="87583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A7780D9-D608-65DC-3F1B-81A666BF800E}"/>
              </a:ext>
            </a:extLst>
          </p:cNvPr>
          <p:cNvSpPr txBox="1"/>
          <p:nvPr/>
        </p:nvSpPr>
        <p:spPr>
          <a:xfrm>
            <a:off x="9925623" y="945534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F51FAABB-3B9C-EA87-A047-2538F24E1423}"/>
              </a:ext>
            </a:extLst>
          </p:cNvPr>
          <p:cNvCxnSpPr>
            <a:cxnSpLocks/>
            <a:stCxn id="73" idx="0"/>
          </p:cNvCxnSpPr>
          <p:nvPr/>
        </p:nvCxnSpPr>
        <p:spPr>
          <a:xfrm flipV="1">
            <a:off x="2907708" y="4603480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167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/>
      <p:bldP spid="4" grpId="0" animBg="1"/>
      <p:bldP spid="10" grpId="0" animBg="1"/>
      <p:bldP spid="12" grpId="0" animBg="1"/>
      <p:bldP spid="19" grpId="0"/>
      <p:bldP spid="20" grpId="0"/>
      <p:bldP spid="38" grpId="0"/>
      <p:bldP spid="40" grpId="0" animBg="1"/>
      <p:bldP spid="94" grpId="0" animBg="1"/>
      <p:bldP spid="95" grpId="0"/>
      <p:bldP spid="97" grpId="0"/>
      <p:bldP spid="98" grpId="0" animBg="1"/>
      <p:bldP spid="99" grpId="0"/>
      <p:bldP spid="100" grpId="0"/>
      <p:bldP spid="101" grpId="0"/>
      <p:bldP spid="102" grpId="0" animBg="1"/>
      <p:bldP spid="105" grpId="0"/>
      <p:bldP spid="108" grpId="0" animBg="1"/>
      <p:bldP spid="112" grpId="0" animBg="1"/>
      <p:bldP spid="144" grpId="0"/>
      <p:bldP spid="158" grpId="0" animBg="1"/>
      <p:bldP spid="160" grpId="0"/>
      <p:bldP spid="161" grpId="0" animBg="1"/>
      <p:bldP spid="162" grpId="0"/>
      <p:bldP spid="178" grpId="0"/>
      <p:bldP spid="181" grpId="0"/>
      <p:bldP spid="182" grpId="0"/>
      <p:bldP spid="183" grpId="0"/>
      <p:bldP spid="184" grpId="0"/>
      <p:bldP spid="185" grpId="0"/>
      <p:bldP spid="186" grpId="0"/>
      <p:bldP spid="187" grpId="0" animBg="1"/>
      <p:bldP spid="188" grpId="0" animBg="1"/>
      <p:bldP spid="189" grpId="0" animBg="1"/>
      <p:bldP spid="190" grpId="0" animBg="1"/>
      <p:bldP spid="191" grpId="0" animBg="1"/>
      <p:bldP spid="192" grpId="0"/>
      <p:bldP spid="193" grpId="0" animBg="1"/>
      <p:bldP spid="194" grpId="0" animBg="1"/>
      <p:bldP spid="195" grpId="0"/>
      <p:bldP spid="196" grpId="0"/>
      <p:bldP spid="197" grpId="0"/>
      <p:bldP spid="198" grpId="0"/>
      <p:bldP spid="199" grpId="0"/>
      <p:bldP spid="200" grpId="0"/>
      <p:bldP spid="201" grpId="0"/>
      <p:bldP spid="202" grpId="0" animBg="1"/>
      <p:bldP spid="20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9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6703916" y="394267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/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6F02F4B1-B8C0-2156-C757-F1612A2F85ED}"/>
              </a:ext>
            </a:extLst>
          </p:cNvPr>
          <p:cNvSpPr/>
          <p:nvPr/>
        </p:nvSpPr>
        <p:spPr>
          <a:xfrm>
            <a:off x="6703916" y="291254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7998772" y="4043741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/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blipFill>
                <a:blip r:embed="rId18"/>
                <a:stretch>
                  <a:fillRect l="-1439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20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1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F2B4251F-9209-4077-6861-A6597DED0687}"/>
              </a:ext>
            </a:extLst>
          </p:cNvPr>
          <p:cNvSpPr/>
          <p:nvPr/>
        </p:nvSpPr>
        <p:spPr>
          <a:xfrm>
            <a:off x="6703917" y="1692109"/>
            <a:ext cx="4257652" cy="3299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5286ACC-DCFB-6723-CD57-570D1DFAD9EC}"/>
              </a:ext>
            </a:extLst>
          </p:cNvPr>
          <p:cNvSpPr txBox="1"/>
          <p:nvPr/>
        </p:nvSpPr>
        <p:spPr>
          <a:xfrm>
            <a:off x="8301359" y="1668561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26A6063B-8AE1-8BC5-4C8C-234601078494}"/>
              </a:ext>
            </a:extLst>
          </p:cNvPr>
          <p:cNvSpPr/>
          <p:nvPr/>
        </p:nvSpPr>
        <p:spPr>
          <a:xfrm>
            <a:off x="6718329" y="2301943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75F5941-634B-AEF0-C8DE-061361E19D1E}"/>
              </a:ext>
            </a:extLst>
          </p:cNvPr>
          <p:cNvSpPr txBox="1"/>
          <p:nvPr/>
        </p:nvSpPr>
        <p:spPr>
          <a:xfrm>
            <a:off x="8338359" y="2274920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E41EBFDC-8BD4-64D6-A18C-BF57B573AB69}"/>
              </a:ext>
            </a:extLst>
          </p:cNvPr>
          <p:cNvCxnSpPr>
            <a:cxnSpLocks/>
            <a:stCxn id="98" idx="0"/>
            <a:endCxn id="162" idx="2"/>
          </p:cNvCxnSpPr>
          <p:nvPr/>
        </p:nvCxnSpPr>
        <p:spPr>
          <a:xfrm flipH="1" flipV="1">
            <a:off x="8832739" y="2644252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D4448C-91B6-1246-C943-8EC44AAC63C7}"/>
              </a:ext>
            </a:extLst>
          </p:cNvPr>
          <p:cNvCxnSpPr>
            <a:cxnSpLocks/>
          </p:cNvCxnSpPr>
          <p:nvPr/>
        </p:nvCxnSpPr>
        <p:spPr>
          <a:xfrm flipH="1" flipV="1">
            <a:off x="8832739" y="2053838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stCxn id="172" idx="3"/>
            <a:endCxn id="40" idx="1"/>
          </p:cNvCxnSpPr>
          <p:nvPr/>
        </p:nvCxnSpPr>
        <p:spPr>
          <a:xfrm>
            <a:off x="4684382" y="2414657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C3A4EE9-FF1D-2338-CC94-851B9A20178E}"/>
              </a:ext>
            </a:extLst>
          </p:cNvPr>
          <p:cNvCxnSpPr>
            <a:cxnSpLocks/>
            <a:stCxn id="172" idx="3"/>
            <a:endCxn id="98" idx="1"/>
          </p:cNvCxnSpPr>
          <p:nvPr/>
        </p:nvCxnSpPr>
        <p:spPr>
          <a:xfrm>
            <a:off x="4684382" y="2414657"/>
            <a:ext cx="2019534" cy="828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/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237693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446013-101E-AE3C-2D7F-6F0ECCE9F6E7}"/>
              </a:ext>
            </a:extLst>
          </p:cNvPr>
          <p:cNvCxnSpPr>
            <a:cxnSpLocks/>
          </p:cNvCxnSpPr>
          <p:nvPr/>
        </p:nvCxnSpPr>
        <p:spPr>
          <a:xfrm>
            <a:off x="6670234" y="935408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600CC2-3038-FB8B-9D39-B8A250EC0749}"/>
              </a:ext>
            </a:extLst>
          </p:cNvPr>
          <p:cNvCxnSpPr>
            <a:cxnSpLocks/>
          </p:cNvCxnSpPr>
          <p:nvPr/>
        </p:nvCxnSpPr>
        <p:spPr>
          <a:xfrm flipV="1">
            <a:off x="6670234" y="248263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5E0CA2A-0628-B44B-1517-38F035E6158C}"/>
              </a:ext>
            </a:extLst>
          </p:cNvPr>
          <p:cNvSpPr txBox="1"/>
          <p:nvPr/>
        </p:nvSpPr>
        <p:spPr>
          <a:xfrm>
            <a:off x="6824760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E676A-02FB-5580-4598-4ACF42CC4137}"/>
              </a:ext>
            </a:extLst>
          </p:cNvPr>
          <p:cNvSpPr txBox="1"/>
          <p:nvPr/>
        </p:nvSpPr>
        <p:spPr>
          <a:xfrm>
            <a:off x="7287114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DD1F47-1D19-7B6E-9B01-BF987E55214B}"/>
              </a:ext>
            </a:extLst>
          </p:cNvPr>
          <p:cNvSpPr txBox="1"/>
          <p:nvPr/>
        </p:nvSpPr>
        <p:spPr>
          <a:xfrm>
            <a:off x="7749468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39DA28-972B-F26E-ACE8-598D23F03DC4}"/>
              </a:ext>
            </a:extLst>
          </p:cNvPr>
          <p:cNvSpPr txBox="1"/>
          <p:nvPr/>
        </p:nvSpPr>
        <p:spPr>
          <a:xfrm>
            <a:off x="8211822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2D5176-B22D-9207-7DA5-B1D8BB3002CD}"/>
              </a:ext>
            </a:extLst>
          </p:cNvPr>
          <p:cNvSpPr txBox="1"/>
          <p:nvPr/>
        </p:nvSpPr>
        <p:spPr>
          <a:xfrm>
            <a:off x="9556960" y="94553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602349F-A6B7-E6B6-5F9D-7DC607E07D47}"/>
                  </a:ext>
                </a:extLst>
              </p:cNvPr>
              <p:cNvSpPr txBox="1"/>
              <p:nvPr/>
            </p:nvSpPr>
            <p:spPr>
              <a:xfrm>
                <a:off x="9183495" y="945534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602349F-A6B7-E6B6-5F9D-7DC607E07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45534"/>
                <a:ext cx="444559" cy="461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D90F884C-9599-9345-B1C4-0D56C9D3B2EE}"/>
              </a:ext>
            </a:extLst>
          </p:cNvPr>
          <p:cNvSpPr/>
          <p:nvPr/>
        </p:nvSpPr>
        <p:spPr>
          <a:xfrm>
            <a:off x="6933309" y="318354"/>
            <a:ext cx="249493" cy="60319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85C8F0-6A0F-C420-EE4B-16E0530FD4CB}"/>
              </a:ext>
            </a:extLst>
          </p:cNvPr>
          <p:cNvSpPr/>
          <p:nvPr/>
        </p:nvSpPr>
        <p:spPr>
          <a:xfrm>
            <a:off x="7401612" y="772321"/>
            <a:ext cx="249493" cy="1492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E42F9F-AA33-F455-086E-A5AB8928C8F5}"/>
              </a:ext>
            </a:extLst>
          </p:cNvPr>
          <p:cNvSpPr/>
          <p:nvPr/>
        </p:nvSpPr>
        <p:spPr>
          <a:xfrm>
            <a:off x="7869915" y="611584"/>
            <a:ext cx="249493" cy="3099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F9881E-F8B5-EC7E-F719-AD711A0B8F78}"/>
              </a:ext>
            </a:extLst>
          </p:cNvPr>
          <p:cNvSpPr/>
          <p:nvPr/>
        </p:nvSpPr>
        <p:spPr>
          <a:xfrm>
            <a:off x="8338218" y="844406"/>
            <a:ext cx="249493" cy="771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560E72-1F58-71B4-0C7A-3F6959EB54D4}"/>
              </a:ext>
            </a:extLst>
          </p:cNvPr>
          <p:cNvSpPr/>
          <p:nvPr/>
        </p:nvSpPr>
        <p:spPr>
          <a:xfrm>
            <a:off x="9274825" y="87583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39C11D-6352-AFC5-2630-4908E19A0B88}"/>
              </a:ext>
            </a:extLst>
          </p:cNvPr>
          <p:cNvSpPr txBox="1"/>
          <p:nvPr/>
        </p:nvSpPr>
        <p:spPr>
          <a:xfrm>
            <a:off x="8674177" y="93524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051927-CA37-F148-3B56-248840A7C928}"/>
              </a:ext>
            </a:extLst>
          </p:cNvPr>
          <p:cNvSpPr/>
          <p:nvPr/>
        </p:nvSpPr>
        <p:spPr>
          <a:xfrm>
            <a:off x="8806521" y="87583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041510-F2D7-FD7E-BF35-C001B6F8E6A4}"/>
              </a:ext>
            </a:extLst>
          </p:cNvPr>
          <p:cNvSpPr/>
          <p:nvPr/>
        </p:nvSpPr>
        <p:spPr>
          <a:xfrm>
            <a:off x="9699741" y="87583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50D6AD-E12A-BCD2-1C88-68B06814A202}"/>
              </a:ext>
            </a:extLst>
          </p:cNvPr>
          <p:cNvSpPr txBox="1"/>
          <p:nvPr/>
        </p:nvSpPr>
        <p:spPr>
          <a:xfrm>
            <a:off x="7287114" y="94971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62B727-CF06-77AE-A67F-51A7DC828B40}"/>
              </a:ext>
            </a:extLst>
          </p:cNvPr>
          <p:cNvSpPr txBox="1"/>
          <p:nvPr/>
        </p:nvSpPr>
        <p:spPr>
          <a:xfrm>
            <a:off x="7749468" y="94971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110F87-01BE-DFC7-DC79-DD61F78AFB5C}"/>
              </a:ext>
            </a:extLst>
          </p:cNvPr>
          <p:cNvSpPr txBox="1"/>
          <p:nvPr/>
        </p:nvSpPr>
        <p:spPr>
          <a:xfrm>
            <a:off x="8211822" y="94971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1AAF00-29B1-A246-6A52-594FF56872EC}"/>
              </a:ext>
            </a:extLst>
          </p:cNvPr>
          <p:cNvSpPr txBox="1"/>
          <p:nvPr/>
        </p:nvSpPr>
        <p:spPr>
          <a:xfrm>
            <a:off x="9556960" y="94971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F48F6BB-DA41-F497-3B32-C09C0FD807CE}"/>
                  </a:ext>
                </a:extLst>
              </p:cNvPr>
              <p:cNvSpPr txBox="1"/>
              <p:nvPr/>
            </p:nvSpPr>
            <p:spPr>
              <a:xfrm>
                <a:off x="9183495" y="949712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F48F6BB-DA41-F497-3B32-C09C0FD80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49712"/>
                <a:ext cx="444559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EFD4B500-0C28-C9EF-8B59-B343CF4B5F22}"/>
              </a:ext>
            </a:extLst>
          </p:cNvPr>
          <p:cNvSpPr txBox="1"/>
          <p:nvPr/>
        </p:nvSpPr>
        <p:spPr>
          <a:xfrm>
            <a:off x="8674176" y="936413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6ABD822-F617-B3EE-CFD8-705F9FCCEC4D}"/>
              </a:ext>
            </a:extLst>
          </p:cNvPr>
          <p:cNvSpPr/>
          <p:nvPr/>
        </p:nvSpPr>
        <p:spPr>
          <a:xfrm>
            <a:off x="10152459" y="87583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D20456-8ECF-BA05-135C-8AE753D2B3EE}"/>
              </a:ext>
            </a:extLst>
          </p:cNvPr>
          <p:cNvSpPr txBox="1"/>
          <p:nvPr/>
        </p:nvSpPr>
        <p:spPr>
          <a:xfrm>
            <a:off x="9925623" y="945534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99774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1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98" grpId="0" animBg="1"/>
      <p:bldP spid="99" grpId="0"/>
      <p:bldP spid="100" grpId="0"/>
      <p:bldP spid="103" grpId="0" animBg="1"/>
      <p:bldP spid="106" grpId="0"/>
      <p:bldP spid="109" grpId="0" animBg="1"/>
      <p:bldP spid="145" grpId="0"/>
      <p:bldP spid="158" grpId="0" animBg="1"/>
      <p:bldP spid="160" grpId="0"/>
      <p:bldP spid="161" grpId="0" animBg="1"/>
      <p:bldP spid="16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9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0000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0000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6703916" y="394267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30000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/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6F02F4B1-B8C0-2156-C757-F1612A2F85ED}"/>
              </a:ext>
            </a:extLst>
          </p:cNvPr>
          <p:cNvSpPr/>
          <p:nvPr/>
        </p:nvSpPr>
        <p:spPr>
          <a:xfrm>
            <a:off x="6703916" y="291254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7998772" y="4043741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/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blipFill>
                <a:blip r:embed="rId18"/>
                <a:stretch>
                  <a:fillRect l="-1439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20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1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F2B4251F-9209-4077-6861-A6597DED0687}"/>
              </a:ext>
            </a:extLst>
          </p:cNvPr>
          <p:cNvSpPr/>
          <p:nvPr/>
        </p:nvSpPr>
        <p:spPr>
          <a:xfrm>
            <a:off x="6703917" y="1692109"/>
            <a:ext cx="4257652" cy="3299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5286ACC-DCFB-6723-CD57-570D1DFAD9EC}"/>
              </a:ext>
            </a:extLst>
          </p:cNvPr>
          <p:cNvSpPr txBox="1"/>
          <p:nvPr/>
        </p:nvSpPr>
        <p:spPr>
          <a:xfrm>
            <a:off x="8301359" y="1668561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26A6063B-8AE1-8BC5-4C8C-234601078494}"/>
              </a:ext>
            </a:extLst>
          </p:cNvPr>
          <p:cNvSpPr/>
          <p:nvPr/>
        </p:nvSpPr>
        <p:spPr>
          <a:xfrm>
            <a:off x="6718329" y="2301943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75F5941-634B-AEF0-C8DE-061361E19D1E}"/>
              </a:ext>
            </a:extLst>
          </p:cNvPr>
          <p:cNvSpPr txBox="1"/>
          <p:nvPr/>
        </p:nvSpPr>
        <p:spPr>
          <a:xfrm>
            <a:off x="8338359" y="2274920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E41EBFDC-8BD4-64D6-A18C-BF57B573AB69}"/>
              </a:ext>
            </a:extLst>
          </p:cNvPr>
          <p:cNvCxnSpPr>
            <a:cxnSpLocks/>
            <a:stCxn id="98" idx="0"/>
            <a:endCxn id="162" idx="2"/>
          </p:cNvCxnSpPr>
          <p:nvPr/>
        </p:nvCxnSpPr>
        <p:spPr>
          <a:xfrm flipH="1" flipV="1">
            <a:off x="8832739" y="2644252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D4448C-91B6-1246-C943-8EC44AAC63C7}"/>
              </a:ext>
            </a:extLst>
          </p:cNvPr>
          <p:cNvCxnSpPr>
            <a:cxnSpLocks/>
          </p:cNvCxnSpPr>
          <p:nvPr/>
        </p:nvCxnSpPr>
        <p:spPr>
          <a:xfrm flipH="1" flipV="1">
            <a:off x="8832739" y="2053838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stCxn id="172" idx="3"/>
            <a:endCxn id="40" idx="1"/>
          </p:cNvCxnSpPr>
          <p:nvPr/>
        </p:nvCxnSpPr>
        <p:spPr>
          <a:xfrm>
            <a:off x="4684382" y="2414657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C3A4EE9-FF1D-2338-CC94-851B9A20178E}"/>
              </a:ext>
            </a:extLst>
          </p:cNvPr>
          <p:cNvCxnSpPr>
            <a:cxnSpLocks/>
            <a:stCxn id="172" idx="3"/>
            <a:endCxn id="98" idx="1"/>
          </p:cNvCxnSpPr>
          <p:nvPr/>
        </p:nvCxnSpPr>
        <p:spPr>
          <a:xfrm>
            <a:off x="4684382" y="2414657"/>
            <a:ext cx="2019534" cy="828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/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237693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E36A347-1D64-E8A0-9ACF-56F82159B7F7}"/>
              </a:ext>
            </a:extLst>
          </p:cNvPr>
          <p:cNvCxnSpPr>
            <a:cxnSpLocks/>
          </p:cNvCxnSpPr>
          <p:nvPr/>
        </p:nvCxnSpPr>
        <p:spPr>
          <a:xfrm>
            <a:off x="6670234" y="937788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F198D7-D7E9-F966-8066-ABF0B6067D64}"/>
              </a:ext>
            </a:extLst>
          </p:cNvPr>
          <p:cNvCxnSpPr>
            <a:cxnSpLocks/>
          </p:cNvCxnSpPr>
          <p:nvPr/>
        </p:nvCxnSpPr>
        <p:spPr>
          <a:xfrm flipV="1">
            <a:off x="6670234" y="250643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63C215-5EDA-5807-65E1-AEBA3A552842}"/>
              </a:ext>
            </a:extLst>
          </p:cNvPr>
          <p:cNvSpPr txBox="1"/>
          <p:nvPr/>
        </p:nvSpPr>
        <p:spPr>
          <a:xfrm>
            <a:off x="6824760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7D336B-189F-BBF5-5AB8-199E12F51696}"/>
              </a:ext>
            </a:extLst>
          </p:cNvPr>
          <p:cNvSpPr txBox="1"/>
          <p:nvPr/>
        </p:nvSpPr>
        <p:spPr>
          <a:xfrm>
            <a:off x="7287114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92B8C-7504-44B9-4BDA-FCCBEE86B7F4}"/>
              </a:ext>
            </a:extLst>
          </p:cNvPr>
          <p:cNvSpPr txBox="1"/>
          <p:nvPr/>
        </p:nvSpPr>
        <p:spPr>
          <a:xfrm>
            <a:off x="7749468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480FE-E525-A6BF-FE71-CF2C29926C67}"/>
              </a:ext>
            </a:extLst>
          </p:cNvPr>
          <p:cNvSpPr txBox="1"/>
          <p:nvPr/>
        </p:nvSpPr>
        <p:spPr>
          <a:xfrm>
            <a:off x="8211822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C6B78D-12A2-6F6E-BD01-0F36297AD96E}"/>
              </a:ext>
            </a:extLst>
          </p:cNvPr>
          <p:cNvSpPr txBox="1"/>
          <p:nvPr/>
        </p:nvSpPr>
        <p:spPr>
          <a:xfrm>
            <a:off x="9556960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081188-FE0B-7BE2-5748-F8D353C094BB}"/>
                  </a:ext>
                </a:extLst>
              </p:cNvPr>
              <p:cNvSpPr txBox="1"/>
              <p:nvPr/>
            </p:nvSpPr>
            <p:spPr>
              <a:xfrm>
                <a:off x="9183495" y="947914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081188-FE0B-7BE2-5748-F8D353C09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47914"/>
                <a:ext cx="444559" cy="461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93906B88-8089-C4E2-1C31-FBE833875B82}"/>
              </a:ext>
            </a:extLst>
          </p:cNvPr>
          <p:cNvSpPr/>
          <p:nvPr/>
        </p:nvSpPr>
        <p:spPr>
          <a:xfrm>
            <a:off x="6933309" y="87821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1BE8AE-6D8E-88DF-E423-DCBD70C4475E}"/>
              </a:ext>
            </a:extLst>
          </p:cNvPr>
          <p:cNvSpPr/>
          <p:nvPr/>
        </p:nvSpPr>
        <p:spPr>
          <a:xfrm>
            <a:off x="7401612" y="370163"/>
            <a:ext cx="249493" cy="5537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A6A1C4-E3AD-E391-B797-A7D1293E5321}"/>
              </a:ext>
            </a:extLst>
          </p:cNvPr>
          <p:cNvSpPr/>
          <p:nvPr/>
        </p:nvSpPr>
        <p:spPr>
          <a:xfrm>
            <a:off x="7869915" y="624887"/>
            <a:ext cx="249493" cy="2990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DF146C-8BB9-FB6C-AACF-2397D601972D}"/>
              </a:ext>
            </a:extLst>
          </p:cNvPr>
          <p:cNvSpPr/>
          <p:nvPr/>
        </p:nvSpPr>
        <p:spPr>
          <a:xfrm>
            <a:off x="8338218" y="736406"/>
            <a:ext cx="249493" cy="18752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D4CB27-A922-6D6E-C8D9-778207371611}"/>
              </a:ext>
            </a:extLst>
          </p:cNvPr>
          <p:cNvSpPr/>
          <p:nvPr/>
        </p:nvSpPr>
        <p:spPr>
          <a:xfrm>
            <a:off x="9274825" y="87821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8DF245-A30C-3FDC-F889-F4F6BD0D720F}"/>
              </a:ext>
            </a:extLst>
          </p:cNvPr>
          <p:cNvSpPr txBox="1"/>
          <p:nvPr/>
        </p:nvSpPr>
        <p:spPr>
          <a:xfrm>
            <a:off x="8674177" y="93762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669071-D2BF-B173-1672-E81A7E6DBF57}"/>
              </a:ext>
            </a:extLst>
          </p:cNvPr>
          <p:cNvSpPr/>
          <p:nvPr/>
        </p:nvSpPr>
        <p:spPr>
          <a:xfrm>
            <a:off x="8806521" y="869778"/>
            <a:ext cx="249493" cy="541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DA6820-1E10-469B-0888-73F130454966}"/>
              </a:ext>
            </a:extLst>
          </p:cNvPr>
          <p:cNvSpPr/>
          <p:nvPr/>
        </p:nvSpPr>
        <p:spPr>
          <a:xfrm>
            <a:off x="9699741" y="87821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7287114" y="95209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D8431C-CD09-0E5F-10B2-1200C54F04BF}"/>
              </a:ext>
            </a:extLst>
          </p:cNvPr>
          <p:cNvSpPr txBox="1"/>
          <p:nvPr/>
        </p:nvSpPr>
        <p:spPr>
          <a:xfrm>
            <a:off x="7749468" y="95209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CAC170-A804-1E65-4215-B0CE1E8802EE}"/>
              </a:ext>
            </a:extLst>
          </p:cNvPr>
          <p:cNvSpPr txBox="1"/>
          <p:nvPr/>
        </p:nvSpPr>
        <p:spPr>
          <a:xfrm>
            <a:off x="8211822" y="95209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6F8E1F-341E-85EB-EEFA-376340A88B29}"/>
              </a:ext>
            </a:extLst>
          </p:cNvPr>
          <p:cNvSpPr txBox="1"/>
          <p:nvPr/>
        </p:nvSpPr>
        <p:spPr>
          <a:xfrm>
            <a:off x="9556960" y="95209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8C4D9A-6060-8915-1A9E-D6138B4B4221}"/>
                  </a:ext>
                </a:extLst>
              </p:cNvPr>
              <p:cNvSpPr txBox="1"/>
              <p:nvPr/>
            </p:nvSpPr>
            <p:spPr>
              <a:xfrm>
                <a:off x="9183495" y="952092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8C4D9A-6060-8915-1A9E-D6138B4B4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52092"/>
                <a:ext cx="444559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6F5A3BFF-ECC9-C77B-B3E4-F86C1AD17175}"/>
              </a:ext>
            </a:extLst>
          </p:cNvPr>
          <p:cNvSpPr txBox="1"/>
          <p:nvPr/>
        </p:nvSpPr>
        <p:spPr>
          <a:xfrm>
            <a:off x="9925623" y="954735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F82FF27-A8FB-514A-AA0E-1C64DA541458}"/>
              </a:ext>
            </a:extLst>
          </p:cNvPr>
          <p:cNvSpPr/>
          <p:nvPr/>
        </p:nvSpPr>
        <p:spPr>
          <a:xfrm>
            <a:off x="10152459" y="87821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29CCF2-7C9F-25C2-A18F-4B3706260346}"/>
              </a:ext>
            </a:extLst>
          </p:cNvPr>
          <p:cNvSpPr txBox="1"/>
          <p:nvPr/>
        </p:nvSpPr>
        <p:spPr>
          <a:xfrm>
            <a:off x="9925623" y="947914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38853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9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6703916" y="394267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/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6F02F4B1-B8C0-2156-C757-F1612A2F85ED}"/>
              </a:ext>
            </a:extLst>
          </p:cNvPr>
          <p:cNvSpPr/>
          <p:nvPr/>
        </p:nvSpPr>
        <p:spPr>
          <a:xfrm>
            <a:off x="6703916" y="291254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7998772" y="4043741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/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blipFill>
                <a:blip r:embed="rId14"/>
                <a:stretch>
                  <a:fillRect l="-1439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17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F2B4251F-9209-4077-6861-A6597DED0687}"/>
              </a:ext>
            </a:extLst>
          </p:cNvPr>
          <p:cNvSpPr/>
          <p:nvPr/>
        </p:nvSpPr>
        <p:spPr>
          <a:xfrm>
            <a:off x="6703917" y="1692109"/>
            <a:ext cx="4257652" cy="3299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5286ACC-DCFB-6723-CD57-570D1DFAD9EC}"/>
              </a:ext>
            </a:extLst>
          </p:cNvPr>
          <p:cNvSpPr txBox="1"/>
          <p:nvPr/>
        </p:nvSpPr>
        <p:spPr>
          <a:xfrm>
            <a:off x="8301359" y="1668561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26A6063B-8AE1-8BC5-4C8C-234601078494}"/>
              </a:ext>
            </a:extLst>
          </p:cNvPr>
          <p:cNvSpPr/>
          <p:nvPr/>
        </p:nvSpPr>
        <p:spPr>
          <a:xfrm>
            <a:off x="6718329" y="2301943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75F5941-634B-AEF0-C8DE-061361E19D1E}"/>
              </a:ext>
            </a:extLst>
          </p:cNvPr>
          <p:cNvSpPr txBox="1"/>
          <p:nvPr/>
        </p:nvSpPr>
        <p:spPr>
          <a:xfrm>
            <a:off x="8338359" y="2274920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E41EBFDC-8BD4-64D6-A18C-BF57B573AB69}"/>
              </a:ext>
            </a:extLst>
          </p:cNvPr>
          <p:cNvCxnSpPr>
            <a:cxnSpLocks/>
            <a:stCxn id="98" idx="0"/>
            <a:endCxn id="162" idx="2"/>
          </p:cNvCxnSpPr>
          <p:nvPr/>
        </p:nvCxnSpPr>
        <p:spPr>
          <a:xfrm flipH="1" flipV="1">
            <a:off x="8832739" y="2644252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D4448C-91B6-1246-C943-8EC44AAC63C7}"/>
              </a:ext>
            </a:extLst>
          </p:cNvPr>
          <p:cNvCxnSpPr>
            <a:cxnSpLocks/>
          </p:cNvCxnSpPr>
          <p:nvPr/>
        </p:nvCxnSpPr>
        <p:spPr>
          <a:xfrm flipH="1" flipV="1">
            <a:off x="8832739" y="2053838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stCxn id="172" idx="3"/>
            <a:endCxn id="40" idx="1"/>
          </p:cNvCxnSpPr>
          <p:nvPr/>
        </p:nvCxnSpPr>
        <p:spPr>
          <a:xfrm>
            <a:off x="4684382" y="2414657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C3A4EE9-FF1D-2338-CC94-851B9A20178E}"/>
              </a:ext>
            </a:extLst>
          </p:cNvPr>
          <p:cNvCxnSpPr>
            <a:cxnSpLocks/>
            <a:stCxn id="172" idx="3"/>
            <a:endCxn id="98" idx="1"/>
          </p:cNvCxnSpPr>
          <p:nvPr/>
        </p:nvCxnSpPr>
        <p:spPr>
          <a:xfrm>
            <a:off x="4684382" y="2414657"/>
            <a:ext cx="2019534" cy="828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/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E36A347-1D64-E8A0-9ACF-56F82159B7F7}"/>
              </a:ext>
            </a:extLst>
          </p:cNvPr>
          <p:cNvCxnSpPr>
            <a:cxnSpLocks/>
          </p:cNvCxnSpPr>
          <p:nvPr/>
        </p:nvCxnSpPr>
        <p:spPr>
          <a:xfrm>
            <a:off x="6670234" y="937788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F198D7-D7E9-F966-8066-ABF0B6067D64}"/>
              </a:ext>
            </a:extLst>
          </p:cNvPr>
          <p:cNvCxnSpPr>
            <a:cxnSpLocks/>
          </p:cNvCxnSpPr>
          <p:nvPr/>
        </p:nvCxnSpPr>
        <p:spPr>
          <a:xfrm flipV="1">
            <a:off x="6670234" y="250643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63C215-5EDA-5807-65E1-AEBA3A552842}"/>
              </a:ext>
            </a:extLst>
          </p:cNvPr>
          <p:cNvSpPr txBox="1"/>
          <p:nvPr/>
        </p:nvSpPr>
        <p:spPr>
          <a:xfrm>
            <a:off x="6824760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7D336B-189F-BBF5-5AB8-199E12F51696}"/>
              </a:ext>
            </a:extLst>
          </p:cNvPr>
          <p:cNvSpPr txBox="1"/>
          <p:nvPr/>
        </p:nvSpPr>
        <p:spPr>
          <a:xfrm>
            <a:off x="7287114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92B8C-7504-44B9-4BDA-FCCBEE86B7F4}"/>
              </a:ext>
            </a:extLst>
          </p:cNvPr>
          <p:cNvSpPr txBox="1"/>
          <p:nvPr/>
        </p:nvSpPr>
        <p:spPr>
          <a:xfrm>
            <a:off x="7749468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480FE-E525-A6BF-FE71-CF2C29926C67}"/>
              </a:ext>
            </a:extLst>
          </p:cNvPr>
          <p:cNvSpPr txBox="1"/>
          <p:nvPr/>
        </p:nvSpPr>
        <p:spPr>
          <a:xfrm>
            <a:off x="8211822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C6B78D-12A2-6F6E-BD01-0F36297AD96E}"/>
              </a:ext>
            </a:extLst>
          </p:cNvPr>
          <p:cNvSpPr txBox="1"/>
          <p:nvPr/>
        </p:nvSpPr>
        <p:spPr>
          <a:xfrm>
            <a:off x="9556960" y="947914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081188-FE0B-7BE2-5748-F8D353C094BB}"/>
                  </a:ext>
                </a:extLst>
              </p:cNvPr>
              <p:cNvSpPr txBox="1"/>
              <p:nvPr/>
            </p:nvSpPr>
            <p:spPr>
              <a:xfrm>
                <a:off x="9183495" y="947914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081188-FE0B-7BE2-5748-F8D353C09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47914"/>
                <a:ext cx="444559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93906B88-8089-C4E2-1C31-FBE833875B82}"/>
              </a:ext>
            </a:extLst>
          </p:cNvPr>
          <p:cNvSpPr/>
          <p:nvPr/>
        </p:nvSpPr>
        <p:spPr>
          <a:xfrm>
            <a:off x="6933309" y="87821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1BE8AE-6D8E-88DF-E423-DCBD70C4475E}"/>
              </a:ext>
            </a:extLst>
          </p:cNvPr>
          <p:cNvSpPr/>
          <p:nvPr/>
        </p:nvSpPr>
        <p:spPr>
          <a:xfrm>
            <a:off x="7401612" y="370163"/>
            <a:ext cx="249493" cy="5537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A6A1C4-E3AD-E391-B797-A7D1293E5321}"/>
              </a:ext>
            </a:extLst>
          </p:cNvPr>
          <p:cNvSpPr/>
          <p:nvPr/>
        </p:nvSpPr>
        <p:spPr>
          <a:xfrm>
            <a:off x="7869915" y="624887"/>
            <a:ext cx="249493" cy="2990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DF146C-8BB9-FB6C-AACF-2397D601972D}"/>
              </a:ext>
            </a:extLst>
          </p:cNvPr>
          <p:cNvSpPr/>
          <p:nvPr/>
        </p:nvSpPr>
        <p:spPr>
          <a:xfrm>
            <a:off x="8338218" y="736406"/>
            <a:ext cx="249493" cy="18752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D4CB27-A922-6D6E-C8D9-778207371611}"/>
              </a:ext>
            </a:extLst>
          </p:cNvPr>
          <p:cNvSpPr/>
          <p:nvPr/>
        </p:nvSpPr>
        <p:spPr>
          <a:xfrm>
            <a:off x="9274825" y="87821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8DF245-A30C-3FDC-F889-F4F6BD0D720F}"/>
              </a:ext>
            </a:extLst>
          </p:cNvPr>
          <p:cNvSpPr txBox="1"/>
          <p:nvPr/>
        </p:nvSpPr>
        <p:spPr>
          <a:xfrm>
            <a:off x="8674177" y="93762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669071-D2BF-B173-1672-E81A7E6DBF57}"/>
              </a:ext>
            </a:extLst>
          </p:cNvPr>
          <p:cNvSpPr/>
          <p:nvPr/>
        </p:nvSpPr>
        <p:spPr>
          <a:xfrm>
            <a:off x="8806521" y="869778"/>
            <a:ext cx="249493" cy="541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DA6820-1E10-469B-0888-73F130454966}"/>
              </a:ext>
            </a:extLst>
          </p:cNvPr>
          <p:cNvSpPr/>
          <p:nvPr/>
        </p:nvSpPr>
        <p:spPr>
          <a:xfrm>
            <a:off x="9699741" y="87821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D8431C-CD09-0E5F-10B2-1200C54F04BF}"/>
              </a:ext>
            </a:extLst>
          </p:cNvPr>
          <p:cNvSpPr txBox="1"/>
          <p:nvPr/>
        </p:nvSpPr>
        <p:spPr>
          <a:xfrm>
            <a:off x="7749468" y="95209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CAC170-A804-1E65-4215-B0CE1E8802EE}"/>
              </a:ext>
            </a:extLst>
          </p:cNvPr>
          <p:cNvSpPr txBox="1"/>
          <p:nvPr/>
        </p:nvSpPr>
        <p:spPr>
          <a:xfrm>
            <a:off x="8211822" y="95209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6F8E1F-341E-85EB-EEFA-376340A88B29}"/>
              </a:ext>
            </a:extLst>
          </p:cNvPr>
          <p:cNvSpPr txBox="1"/>
          <p:nvPr/>
        </p:nvSpPr>
        <p:spPr>
          <a:xfrm>
            <a:off x="9556960" y="95209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8C4D9A-6060-8915-1A9E-D6138B4B4221}"/>
                  </a:ext>
                </a:extLst>
              </p:cNvPr>
              <p:cNvSpPr txBox="1"/>
              <p:nvPr/>
            </p:nvSpPr>
            <p:spPr>
              <a:xfrm>
                <a:off x="9183495" y="952092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8C4D9A-6060-8915-1A9E-D6138B4B4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52092"/>
                <a:ext cx="444559" cy="4616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6F5A3BFF-ECC9-C77B-B3E4-F86C1AD17175}"/>
              </a:ext>
            </a:extLst>
          </p:cNvPr>
          <p:cNvSpPr txBox="1"/>
          <p:nvPr/>
        </p:nvSpPr>
        <p:spPr>
          <a:xfrm>
            <a:off x="9925623" y="954735"/>
            <a:ext cx="98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F82FF27-A8FB-514A-AA0E-1C64DA541458}"/>
              </a:ext>
            </a:extLst>
          </p:cNvPr>
          <p:cNvSpPr/>
          <p:nvPr/>
        </p:nvSpPr>
        <p:spPr>
          <a:xfrm>
            <a:off x="10152459" y="878210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29CCF2-7C9F-25C2-A18F-4B3706260346}"/>
              </a:ext>
            </a:extLst>
          </p:cNvPr>
          <p:cNvSpPr txBox="1"/>
          <p:nvPr/>
        </p:nvSpPr>
        <p:spPr>
          <a:xfrm>
            <a:off x="9925623" y="947914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  <a:stCxn id="83" idx="0"/>
          </p:cNvCxnSpPr>
          <p:nvPr/>
        </p:nvCxnSpPr>
        <p:spPr>
          <a:xfrm flipV="1">
            <a:off x="9330309" y="4603480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A5D9C7A-1BDB-511C-1C11-07AABA434A2A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A5D9C7A-1BDB-511C-1C11-07AABA434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86751A3-05B0-F081-3D66-EA846956DC89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86751A3-05B0-F081-3D66-EA846956D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C2F1372-F033-DEAD-6A22-79C83824469E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C2F1372-F033-DEAD-6A22-79C838244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27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E038909-B28F-4F8C-AF94-7D6056602C4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E038909-B28F-4F8C-AF94-7D6056602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28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275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1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98" grpId="0" animBg="1"/>
      <p:bldP spid="99" grpId="0"/>
      <p:bldP spid="100" grpId="0"/>
      <p:bldP spid="158" grpId="0" animBg="1"/>
      <p:bldP spid="160" grpId="0"/>
      <p:bldP spid="161" grpId="0" animBg="1"/>
      <p:bldP spid="79" grpId="0" animBg="1"/>
      <p:bldP spid="80" grpId="0"/>
      <p:bldP spid="81" grpId="0" animBg="1"/>
      <p:bldP spid="8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9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6703916" y="394267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/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6F02F4B1-B8C0-2156-C757-F1612A2F85ED}"/>
              </a:ext>
            </a:extLst>
          </p:cNvPr>
          <p:cNvSpPr/>
          <p:nvPr/>
        </p:nvSpPr>
        <p:spPr>
          <a:xfrm>
            <a:off x="6703916" y="291254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7998772" y="4043741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/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blipFill>
                <a:blip r:embed="rId14"/>
                <a:stretch>
                  <a:fillRect l="-1439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17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F2B4251F-9209-4077-6861-A6597DED0687}"/>
              </a:ext>
            </a:extLst>
          </p:cNvPr>
          <p:cNvSpPr/>
          <p:nvPr/>
        </p:nvSpPr>
        <p:spPr>
          <a:xfrm>
            <a:off x="6703917" y="1692109"/>
            <a:ext cx="4257652" cy="3299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5286ACC-DCFB-6723-CD57-570D1DFAD9EC}"/>
              </a:ext>
            </a:extLst>
          </p:cNvPr>
          <p:cNvSpPr txBox="1"/>
          <p:nvPr/>
        </p:nvSpPr>
        <p:spPr>
          <a:xfrm>
            <a:off x="8301359" y="1668561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26A6063B-8AE1-8BC5-4C8C-234601078494}"/>
              </a:ext>
            </a:extLst>
          </p:cNvPr>
          <p:cNvSpPr/>
          <p:nvPr/>
        </p:nvSpPr>
        <p:spPr>
          <a:xfrm>
            <a:off x="6718329" y="2301943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75F5941-634B-AEF0-C8DE-061361E19D1E}"/>
              </a:ext>
            </a:extLst>
          </p:cNvPr>
          <p:cNvSpPr txBox="1"/>
          <p:nvPr/>
        </p:nvSpPr>
        <p:spPr>
          <a:xfrm>
            <a:off x="8338359" y="2274920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E41EBFDC-8BD4-64D6-A18C-BF57B573AB69}"/>
              </a:ext>
            </a:extLst>
          </p:cNvPr>
          <p:cNvCxnSpPr>
            <a:cxnSpLocks/>
            <a:stCxn id="98" idx="0"/>
            <a:endCxn id="162" idx="2"/>
          </p:cNvCxnSpPr>
          <p:nvPr/>
        </p:nvCxnSpPr>
        <p:spPr>
          <a:xfrm flipH="1" flipV="1">
            <a:off x="8832739" y="2644252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D4448C-91B6-1246-C943-8EC44AAC63C7}"/>
              </a:ext>
            </a:extLst>
          </p:cNvPr>
          <p:cNvCxnSpPr>
            <a:cxnSpLocks/>
          </p:cNvCxnSpPr>
          <p:nvPr/>
        </p:nvCxnSpPr>
        <p:spPr>
          <a:xfrm flipH="1" flipV="1">
            <a:off x="8832739" y="2053838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stCxn id="172" idx="3"/>
            <a:endCxn id="40" idx="1"/>
          </p:cNvCxnSpPr>
          <p:nvPr/>
        </p:nvCxnSpPr>
        <p:spPr>
          <a:xfrm>
            <a:off x="4684382" y="2414657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C3A4EE9-FF1D-2338-CC94-851B9A20178E}"/>
              </a:ext>
            </a:extLst>
          </p:cNvPr>
          <p:cNvCxnSpPr>
            <a:cxnSpLocks/>
            <a:stCxn id="172" idx="3"/>
            <a:endCxn id="98" idx="1"/>
          </p:cNvCxnSpPr>
          <p:nvPr/>
        </p:nvCxnSpPr>
        <p:spPr>
          <a:xfrm>
            <a:off x="4684382" y="2414657"/>
            <a:ext cx="2019534" cy="828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/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  <a:stCxn id="83" idx="0"/>
          </p:cNvCxnSpPr>
          <p:nvPr/>
        </p:nvCxnSpPr>
        <p:spPr>
          <a:xfrm flipV="1">
            <a:off x="9330309" y="4603480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8F698C9-98C9-DBD0-3D01-938C00F5F32E}"/>
              </a:ext>
            </a:extLst>
          </p:cNvPr>
          <p:cNvCxnSpPr>
            <a:cxnSpLocks/>
          </p:cNvCxnSpPr>
          <p:nvPr/>
        </p:nvCxnSpPr>
        <p:spPr>
          <a:xfrm>
            <a:off x="6670234" y="938534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0AF1C7F-869D-0FC1-ADC1-E207EB01DEB4}"/>
              </a:ext>
            </a:extLst>
          </p:cNvPr>
          <p:cNvCxnSpPr>
            <a:cxnSpLocks/>
          </p:cNvCxnSpPr>
          <p:nvPr/>
        </p:nvCxnSpPr>
        <p:spPr>
          <a:xfrm flipV="1">
            <a:off x="6670234" y="251389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93DC5F94-159F-64CD-1531-C5D30008DD31}"/>
              </a:ext>
            </a:extLst>
          </p:cNvPr>
          <p:cNvSpPr txBox="1"/>
          <p:nvPr/>
        </p:nvSpPr>
        <p:spPr>
          <a:xfrm>
            <a:off x="6824760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CF38DC1-0192-CDBB-A66A-874FE407EC0D}"/>
              </a:ext>
            </a:extLst>
          </p:cNvPr>
          <p:cNvSpPr txBox="1"/>
          <p:nvPr/>
        </p:nvSpPr>
        <p:spPr>
          <a:xfrm>
            <a:off x="7287114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3AC3BB2-9E26-6E33-BCB4-31429BF297EC}"/>
              </a:ext>
            </a:extLst>
          </p:cNvPr>
          <p:cNvSpPr txBox="1"/>
          <p:nvPr/>
        </p:nvSpPr>
        <p:spPr>
          <a:xfrm>
            <a:off x="7749468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CA45FA9-67D8-25E0-780E-B0066A2E284E}"/>
              </a:ext>
            </a:extLst>
          </p:cNvPr>
          <p:cNvSpPr txBox="1"/>
          <p:nvPr/>
        </p:nvSpPr>
        <p:spPr>
          <a:xfrm>
            <a:off x="8211822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51158B2-FAA5-522B-BD98-55D9C637676E}"/>
              </a:ext>
            </a:extLst>
          </p:cNvPr>
          <p:cNvSpPr txBox="1"/>
          <p:nvPr/>
        </p:nvSpPr>
        <p:spPr>
          <a:xfrm>
            <a:off x="9556960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F492946-53AF-DD1B-BB71-B3FFF51D828C}"/>
                  </a:ext>
                </a:extLst>
              </p:cNvPr>
              <p:cNvSpPr txBox="1"/>
              <p:nvPr/>
            </p:nvSpPr>
            <p:spPr>
              <a:xfrm>
                <a:off x="9183495" y="948660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F492946-53AF-DD1B-BB71-B3FFF51D8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48660"/>
                <a:ext cx="444559" cy="461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Rectangle 134">
            <a:extLst>
              <a:ext uri="{FF2B5EF4-FFF2-40B4-BE49-F238E27FC236}">
                <a16:creationId xmlns:a16="http://schemas.microsoft.com/office/drawing/2014/main" id="{9B1C8EC2-FBE7-9E82-C881-37784069474E}"/>
              </a:ext>
            </a:extLst>
          </p:cNvPr>
          <p:cNvSpPr/>
          <p:nvPr/>
        </p:nvSpPr>
        <p:spPr>
          <a:xfrm>
            <a:off x="6933309" y="878956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92844A6-58A4-B8E5-51B4-E5F3744133E8}"/>
              </a:ext>
            </a:extLst>
          </p:cNvPr>
          <p:cNvSpPr/>
          <p:nvPr/>
        </p:nvSpPr>
        <p:spPr>
          <a:xfrm>
            <a:off x="7401612" y="827731"/>
            <a:ext cx="249493" cy="969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0C0839A-0099-EE25-D744-0615FDA49312}"/>
              </a:ext>
            </a:extLst>
          </p:cNvPr>
          <p:cNvSpPr/>
          <p:nvPr/>
        </p:nvSpPr>
        <p:spPr>
          <a:xfrm>
            <a:off x="7869915" y="870685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C865673-6850-BBFD-1DDA-F91068A633DB}"/>
              </a:ext>
            </a:extLst>
          </p:cNvPr>
          <p:cNvSpPr/>
          <p:nvPr/>
        </p:nvSpPr>
        <p:spPr>
          <a:xfrm>
            <a:off x="8338218" y="662889"/>
            <a:ext cx="249493" cy="26178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92E690F-61DD-19D8-4258-DC85347C4529}"/>
              </a:ext>
            </a:extLst>
          </p:cNvPr>
          <p:cNvSpPr/>
          <p:nvPr/>
        </p:nvSpPr>
        <p:spPr>
          <a:xfrm>
            <a:off x="9274825" y="878956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C451D59-0AE8-D1AE-7077-011E7F94C480}"/>
              </a:ext>
            </a:extLst>
          </p:cNvPr>
          <p:cNvSpPr txBox="1"/>
          <p:nvPr/>
        </p:nvSpPr>
        <p:spPr>
          <a:xfrm>
            <a:off x="8674177" y="938373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6C7D304-62F4-B346-C361-A3AA467457E2}"/>
              </a:ext>
            </a:extLst>
          </p:cNvPr>
          <p:cNvSpPr/>
          <p:nvPr/>
        </p:nvSpPr>
        <p:spPr>
          <a:xfrm>
            <a:off x="8806521" y="370910"/>
            <a:ext cx="249493" cy="5537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015651C-BA60-CF2A-EC7F-D8C41F5AD33E}"/>
              </a:ext>
            </a:extLst>
          </p:cNvPr>
          <p:cNvSpPr/>
          <p:nvPr/>
        </p:nvSpPr>
        <p:spPr>
          <a:xfrm>
            <a:off x="9699741" y="789696"/>
            <a:ext cx="249493" cy="1349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AC6A555-9147-90D8-DEEC-527956F62ADF}"/>
              </a:ext>
            </a:extLst>
          </p:cNvPr>
          <p:cNvSpPr txBox="1"/>
          <p:nvPr/>
        </p:nvSpPr>
        <p:spPr>
          <a:xfrm>
            <a:off x="7749468" y="952838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1E3B0D1-5E00-2793-8769-40E85A2DAE6B}"/>
              </a:ext>
            </a:extLst>
          </p:cNvPr>
          <p:cNvSpPr txBox="1"/>
          <p:nvPr/>
        </p:nvSpPr>
        <p:spPr>
          <a:xfrm>
            <a:off x="8211822" y="952838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DFA9A17-C6E7-E69A-3E58-A2665B2D11CA}"/>
              </a:ext>
            </a:extLst>
          </p:cNvPr>
          <p:cNvSpPr txBox="1"/>
          <p:nvPr/>
        </p:nvSpPr>
        <p:spPr>
          <a:xfrm>
            <a:off x="9556960" y="952838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7773A3A-5DF9-3A58-27FE-BC78B53B1BA3}"/>
                  </a:ext>
                </a:extLst>
              </p:cNvPr>
              <p:cNvSpPr txBox="1"/>
              <p:nvPr/>
            </p:nvSpPr>
            <p:spPr>
              <a:xfrm>
                <a:off x="9183495" y="952838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7773A3A-5DF9-3A58-27FE-BC78B53B1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52838"/>
                <a:ext cx="444559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Rectangle 150">
            <a:extLst>
              <a:ext uri="{FF2B5EF4-FFF2-40B4-BE49-F238E27FC236}">
                <a16:creationId xmlns:a16="http://schemas.microsoft.com/office/drawing/2014/main" id="{C5FAA039-55DA-EBAB-ED39-FEA4DC05165A}"/>
              </a:ext>
            </a:extLst>
          </p:cNvPr>
          <p:cNvSpPr/>
          <p:nvPr/>
        </p:nvSpPr>
        <p:spPr>
          <a:xfrm>
            <a:off x="10152459" y="878956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0C58DF8-A9AA-F0CA-0154-020FCEBFC511}"/>
              </a:ext>
            </a:extLst>
          </p:cNvPr>
          <p:cNvSpPr txBox="1"/>
          <p:nvPr/>
        </p:nvSpPr>
        <p:spPr>
          <a:xfrm>
            <a:off x="9925623" y="948660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721D569-DEE7-5FAD-8735-4EA5AE23059E}"/>
              </a:ext>
            </a:extLst>
          </p:cNvPr>
          <p:cNvSpPr txBox="1"/>
          <p:nvPr/>
        </p:nvSpPr>
        <p:spPr>
          <a:xfrm>
            <a:off x="8672638" y="954387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237EF05-F397-B60E-2F5A-C79A5C1D4DAF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237EF05-F397-B60E-2F5A-C79A5C1D4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04610D3E-842D-6537-E046-03CFE2254BA0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04610D3E-842D-6537-E046-03CFE2254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B6C60CB-B301-7FD7-5456-EA0D0EACF308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B6C60CB-B301-7FD7-5456-EA0D0EACF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27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064A5484-BCFA-E787-BEB7-8717D5DD6EC6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064A5484-BCFA-E787-BEB7-8717D5DD6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28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36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6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0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6703916" y="394267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/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C4B23C-D757-3E5D-6B68-080DCEF32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6F02F4B1-B8C0-2156-C757-F1612A2F85ED}"/>
              </a:ext>
            </a:extLst>
          </p:cNvPr>
          <p:cNvSpPr/>
          <p:nvPr/>
        </p:nvSpPr>
        <p:spPr>
          <a:xfrm>
            <a:off x="6703916" y="291254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7998772" y="4043741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/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777AFEC-194C-9A96-E6EE-C783F9561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blipFill>
                <a:blip r:embed="rId19"/>
                <a:stretch>
                  <a:fillRect l="-1439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20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2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F2B4251F-9209-4077-6861-A6597DED0687}"/>
              </a:ext>
            </a:extLst>
          </p:cNvPr>
          <p:cNvSpPr/>
          <p:nvPr/>
        </p:nvSpPr>
        <p:spPr>
          <a:xfrm>
            <a:off x="6703917" y="1692109"/>
            <a:ext cx="4257652" cy="3299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5286ACC-DCFB-6723-CD57-570D1DFAD9EC}"/>
              </a:ext>
            </a:extLst>
          </p:cNvPr>
          <p:cNvSpPr txBox="1"/>
          <p:nvPr/>
        </p:nvSpPr>
        <p:spPr>
          <a:xfrm>
            <a:off x="8301359" y="1668561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26A6063B-8AE1-8BC5-4C8C-234601078494}"/>
              </a:ext>
            </a:extLst>
          </p:cNvPr>
          <p:cNvSpPr/>
          <p:nvPr/>
        </p:nvSpPr>
        <p:spPr>
          <a:xfrm>
            <a:off x="6718329" y="2301943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75F5941-634B-AEF0-C8DE-061361E19D1E}"/>
              </a:ext>
            </a:extLst>
          </p:cNvPr>
          <p:cNvSpPr txBox="1"/>
          <p:nvPr/>
        </p:nvSpPr>
        <p:spPr>
          <a:xfrm>
            <a:off x="8338359" y="2274920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E41EBFDC-8BD4-64D6-A18C-BF57B573AB69}"/>
              </a:ext>
            </a:extLst>
          </p:cNvPr>
          <p:cNvCxnSpPr>
            <a:cxnSpLocks/>
            <a:stCxn id="98" idx="0"/>
            <a:endCxn id="162" idx="2"/>
          </p:cNvCxnSpPr>
          <p:nvPr/>
        </p:nvCxnSpPr>
        <p:spPr>
          <a:xfrm flipH="1" flipV="1">
            <a:off x="8832739" y="2644252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D4448C-91B6-1246-C943-8EC44AAC63C7}"/>
              </a:ext>
            </a:extLst>
          </p:cNvPr>
          <p:cNvCxnSpPr>
            <a:cxnSpLocks/>
          </p:cNvCxnSpPr>
          <p:nvPr/>
        </p:nvCxnSpPr>
        <p:spPr>
          <a:xfrm flipH="1" flipV="1">
            <a:off x="8832739" y="2053838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stCxn id="172" idx="3"/>
            <a:endCxn id="40" idx="1"/>
          </p:cNvCxnSpPr>
          <p:nvPr/>
        </p:nvCxnSpPr>
        <p:spPr>
          <a:xfrm>
            <a:off x="4684382" y="2414657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C3A4EE9-FF1D-2338-CC94-851B9A20178E}"/>
              </a:ext>
            </a:extLst>
          </p:cNvPr>
          <p:cNvCxnSpPr>
            <a:cxnSpLocks/>
            <a:stCxn id="172" idx="3"/>
            <a:endCxn id="98" idx="1"/>
          </p:cNvCxnSpPr>
          <p:nvPr/>
        </p:nvCxnSpPr>
        <p:spPr>
          <a:xfrm>
            <a:off x="4684382" y="2414657"/>
            <a:ext cx="2019534" cy="828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/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A071BE9-ACC9-A78E-B8D0-4D6936CDA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  <a:stCxn id="83" idx="0"/>
          </p:cNvCxnSpPr>
          <p:nvPr/>
        </p:nvCxnSpPr>
        <p:spPr>
          <a:xfrm flipV="1">
            <a:off x="9330309" y="4603480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27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8F698C9-98C9-DBD0-3D01-938C00F5F32E}"/>
              </a:ext>
            </a:extLst>
          </p:cNvPr>
          <p:cNvCxnSpPr>
            <a:cxnSpLocks/>
          </p:cNvCxnSpPr>
          <p:nvPr/>
        </p:nvCxnSpPr>
        <p:spPr>
          <a:xfrm>
            <a:off x="6670234" y="938534"/>
            <a:ext cx="3902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0AF1C7F-869D-0FC1-ADC1-E207EB01DEB4}"/>
              </a:ext>
            </a:extLst>
          </p:cNvPr>
          <p:cNvCxnSpPr>
            <a:cxnSpLocks/>
          </p:cNvCxnSpPr>
          <p:nvPr/>
        </p:nvCxnSpPr>
        <p:spPr>
          <a:xfrm flipV="1">
            <a:off x="6670234" y="251389"/>
            <a:ext cx="0" cy="70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93DC5F94-159F-64CD-1531-C5D30008DD31}"/>
              </a:ext>
            </a:extLst>
          </p:cNvPr>
          <p:cNvSpPr txBox="1"/>
          <p:nvPr/>
        </p:nvSpPr>
        <p:spPr>
          <a:xfrm>
            <a:off x="6824760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4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CF38DC1-0192-CDBB-A66A-874FE407EC0D}"/>
              </a:ext>
            </a:extLst>
          </p:cNvPr>
          <p:cNvSpPr txBox="1"/>
          <p:nvPr/>
        </p:nvSpPr>
        <p:spPr>
          <a:xfrm>
            <a:off x="7287114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400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3AC3BB2-9E26-6E33-BCB4-31429BF297EC}"/>
              </a:ext>
            </a:extLst>
          </p:cNvPr>
          <p:cNvSpPr txBox="1"/>
          <p:nvPr/>
        </p:nvSpPr>
        <p:spPr>
          <a:xfrm>
            <a:off x="7749468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CA45FA9-67D8-25E0-780E-B0066A2E284E}"/>
              </a:ext>
            </a:extLst>
          </p:cNvPr>
          <p:cNvSpPr txBox="1"/>
          <p:nvPr/>
        </p:nvSpPr>
        <p:spPr>
          <a:xfrm>
            <a:off x="8211822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51158B2-FAA5-522B-BD98-55D9C637676E}"/>
              </a:ext>
            </a:extLst>
          </p:cNvPr>
          <p:cNvSpPr txBox="1"/>
          <p:nvPr/>
        </p:nvSpPr>
        <p:spPr>
          <a:xfrm>
            <a:off x="9556960" y="94866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F492946-53AF-DD1B-BB71-B3FFF51D828C}"/>
                  </a:ext>
                </a:extLst>
              </p:cNvPr>
              <p:cNvSpPr txBox="1"/>
              <p:nvPr/>
            </p:nvSpPr>
            <p:spPr>
              <a:xfrm>
                <a:off x="9183495" y="948660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F492946-53AF-DD1B-BB71-B3FFF51D8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48660"/>
                <a:ext cx="444559" cy="4616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Rectangle 134">
            <a:extLst>
              <a:ext uri="{FF2B5EF4-FFF2-40B4-BE49-F238E27FC236}">
                <a16:creationId xmlns:a16="http://schemas.microsoft.com/office/drawing/2014/main" id="{9B1C8EC2-FBE7-9E82-C881-37784069474E}"/>
              </a:ext>
            </a:extLst>
          </p:cNvPr>
          <p:cNvSpPr/>
          <p:nvPr/>
        </p:nvSpPr>
        <p:spPr>
          <a:xfrm>
            <a:off x="6933309" y="878956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92844A6-58A4-B8E5-51B4-E5F3744133E8}"/>
              </a:ext>
            </a:extLst>
          </p:cNvPr>
          <p:cNvSpPr/>
          <p:nvPr/>
        </p:nvSpPr>
        <p:spPr>
          <a:xfrm>
            <a:off x="7401612" y="827731"/>
            <a:ext cx="249493" cy="969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0C0839A-0099-EE25-D744-0615FDA49312}"/>
              </a:ext>
            </a:extLst>
          </p:cNvPr>
          <p:cNvSpPr/>
          <p:nvPr/>
        </p:nvSpPr>
        <p:spPr>
          <a:xfrm>
            <a:off x="7869915" y="870685"/>
            <a:ext cx="249493" cy="539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C865673-6850-BBFD-1DDA-F91068A633DB}"/>
              </a:ext>
            </a:extLst>
          </p:cNvPr>
          <p:cNvSpPr/>
          <p:nvPr/>
        </p:nvSpPr>
        <p:spPr>
          <a:xfrm>
            <a:off x="8338218" y="662889"/>
            <a:ext cx="249493" cy="26178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92E690F-61DD-19D8-4258-DC85347C4529}"/>
              </a:ext>
            </a:extLst>
          </p:cNvPr>
          <p:cNvSpPr/>
          <p:nvPr/>
        </p:nvSpPr>
        <p:spPr>
          <a:xfrm>
            <a:off x="9274825" y="878956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C451D59-0AE8-D1AE-7077-011E7F94C480}"/>
              </a:ext>
            </a:extLst>
          </p:cNvPr>
          <p:cNvSpPr txBox="1"/>
          <p:nvPr/>
        </p:nvSpPr>
        <p:spPr>
          <a:xfrm>
            <a:off x="8674177" y="938373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6C7D304-62F4-B346-C361-A3AA467457E2}"/>
              </a:ext>
            </a:extLst>
          </p:cNvPr>
          <p:cNvSpPr/>
          <p:nvPr/>
        </p:nvSpPr>
        <p:spPr>
          <a:xfrm>
            <a:off x="8806521" y="370910"/>
            <a:ext cx="249493" cy="55376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015651C-BA60-CF2A-EC7F-D8C41F5AD33E}"/>
              </a:ext>
            </a:extLst>
          </p:cNvPr>
          <p:cNvSpPr/>
          <p:nvPr/>
        </p:nvSpPr>
        <p:spPr>
          <a:xfrm>
            <a:off x="9699741" y="789696"/>
            <a:ext cx="249493" cy="1349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AC6A555-9147-90D8-DEEC-527956F62ADF}"/>
              </a:ext>
            </a:extLst>
          </p:cNvPr>
          <p:cNvSpPr txBox="1"/>
          <p:nvPr/>
        </p:nvSpPr>
        <p:spPr>
          <a:xfrm>
            <a:off x="7749468" y="952838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吃</a:t>
            </a:r>
            <a:endParaRPr lang="en-US" sz="24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1E3B0D1-5E00-2793-8769-40E85A2DAE6B}"/>
              </a:ext>
            </a:extLst>
          </p:cNvPr>
          <p:cNvSpPr txBox="1"/>
          <p:nvPr/>
        </p:nvSpPr>
        <p:spPr>
          <a:xfrm>
            <a:off x="8211822" y="952838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饱</a:t>
            </a:r>
            <a:endParaRPr lang="en-US" sz="2400" b="1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DFA9A17-C6E7-E69A-3E58-A2665B2D11CA}"/>
              </a:ext>
            </a:extLst>
          </p:cNvPr>
          <p:cNvSpPr txBox="1"/>
          <p:nvPr/>
        </p:nvSpPr>
        <p:spPr>
          <a:xfrm>
            <a:off x="9556960" y="952838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7773A3A-5DF9-3A58-27FE-BC78B53B1BA3}"/>
                  </a:ext>
                </a:extLst>
              </p:cNvPr>
              <p:cNvSpPr txBox="1"/>
              <p:nvPr/>
            </p:nvSpPr>
            <p:spPr>
              <a:xfrm>
                <a:off x="9183495" y="952838"/>
                <a:ext cx="4445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7773A3A-5DF9-3A58-27FE-BC78B53B1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95" y="952838"/>
                <a:ext cx="444559" cy="46166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Rectangle 150">
            <a:extLst>
              <a:ext uri="{FF2B5EF4-FFF2-40B4-BE49-F238E27FC236}">
                <a16:creationId xmlns:a16="http://schemas.microsoft.com/office/drawing/2014/main" id="{C5FAA039-55DA-EBAB-ED39-FEA4DC05165A}"/>
              </a:ext>
            </a:extLst>
          </p:cNvPr>
          <p:cNvSpPr/>
          <p:nvPr/>
        </p:nvSpPr>
        <p:spPr>
          <a:xfrm>
            <a:off x="10152459" y="878956"/>
            <a:ext cx="249493" cy="4571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0C58DF8-A9AA-F0CA-0154-020FCEBFC511}"/>
              </a:ext>
            </a:extLst>
          </p:cNvPr>
          <p:cNvSpPr txBox="1"/>
          <p:nvPr/>
        </p:nvSpPr>
        <p:spPr>
          <a:xfrm>
            <a:off x="9925623" y="948660"/>
            <a:ext cx="906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30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10406076" y="4603480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31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381C5812-C8B5-2565-8335-1CFC02EC06B7}"/>
              </a:ext>
            </a:extLst>
          </p:cNvPr>
          <p:cNvSpPr txBox="1"/>
          <p:nvPr/>
        </p:nvSpPr>
        <p:spPr>
          <a:xfrm>
            <a:off x="10797269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8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B30A6E-1D55-3AD7-3C81-5BA65844A324}"/>
              </a:ext>
            </a:extLst>
          </p:cNvPr>
          <p:cNvSpPr txBox="1"/>
          <p:nvPr/>
        </p:nvSpPr>
        <p:spPr>
          <a:xfrm>
            <a:off x="11141720" y="6172172"/>
            <a:ext cx="1205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83577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10" grpId="0"/>
      <p:bldP spid="119" grpId="0"/>
      <p:bldP spid="120" grpId="0"/>
      <p:bldP spid="124" grpId="0"/>
      <p:bldP spid="125" grpId="0"/>
      <p:bldP spid="135" grpId="0" animBg="1"/>
      <p:bldP spid="136" grpId="0" animBg="1"/>
      <p:bldP spid="137" grpId="0" animBg="1"/>
      <p:bldP spid="138" grpId="0" animBg="1"/>
      <p:bldP spid="139" grpId="0" animBg="1"/>
      <p:bldP spid="140" grpId="0"/>
      <p:bldP spid="143" grpId="0" animBg="1"/>
      <p:bldP spid="146" grpId="0" animBg="1"/>
      <p:bldP spid="147" grpId="0"/>
      <p:bldP spid="148" grpId="0"/>
      <p:bldP spid="149" grpId="0"/>
      <p:bldP spid="150" grpId="0"/>
      <p:bldP spid="151" grpId="0" animBg="1"/>
      <p:bldP spid="152" grpId="0"/>
      <p:bldP spid="8" grpId="0" animBg="1"/>
      <p:bldP spid="9" grpId="0"/>
      <p:bldP spid="14" grpId="0" animBg="1"/>
      <p:bldP spid="32" grpId="0"/>
      <p:bldP spid="36" grpId="0"/>
      <p:bldP spid="3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6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0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6703916" y="394267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7998772" y="4043741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0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stCxn id="172" idx="3"/>
            <a:endCxn id="40" idx="1"/>
          </p:cNvCxnSpPr>
          <p:nvPr/>
        </p:nvCxnSpPr>
        <p:spPr>
          <a:xfrm>
            <a:off x="4684382" y="2414657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  <a:stCxn id="83" idx="0"/>
          </p:cNvCxnSpPr>
          <p:nvPr/>
        </p:nvCxnSpPr>
        <p:spPr>
          <a:xfrm flipV="1">
            <a:off x="9330309" y="4603480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10406076" y="4603480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381C5812-C8B5-2565-8335-1CFC02EC06B7}"/>
              </a:ext>
            </a:extLst>
          </p:cNvPr>
          <p:cNvSpPr txBox="1"/>
          <p:nvPr/>
        </p:nvSpPr>
        <p:spPr>
          <a:xfrm>
            <a:off x="10797269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？</a:t>
            </a:r>
            <a:endParaRPr lang="en-US" sz="28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B30A6E-1D55-3AD7-3C81-5BA65844A324}"/>
              </a:ext>
            </a:extLst>
          </p:cNvPr>
          <p:cNvSpPr txBox="1"/>
          <p:nvPr/>
        </p:nvSpPr>
        <p:spPr>
          <a:xfrm>
            <a:off x="11141720" y="6172172"/>
            <a:ext cx="1205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&lt;end&gt;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5568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6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0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5876657" y="226396"/>
            <a:ext cx="6015090" cy="4369799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0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stCxn id="172" idx="3"/>
            <a:endCxn id="40" idx="1"/>
          </p:cNvCxnSpPr>
          <p:nvPr/>
        </p:nvCxnSpPr>
        <p:spPr>
          <a:xfrm flipV="1">
            <a:off x="4684382" y="2411296"/>
            <a:ext cx="1192275" cy="33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8A2C76BA-6998-6CB9-9AA6-8CA41C93CAB2}"/>
              </a:ext>
            </a:extLst>
          </p:cNvPr>
          <p:cNvSpPr txBox="1"/>
          <p:nvPr/>
        </p:nvSpPr>
        <p:spPr>
          <a:xfrm>
            <a:off x="7523403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2F522740-DB4D-FEF9-31FE-7B19C21D1637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</p:spTree>
    <p:extLst>
      <p:ext uri="{BB962C8B-B14F-4D97-AF65-F5344CB8AC3E}">
        <p14:creationId xmlns:p14="http://schemas.microsoft.com/office/powerpoint/2010/main" val="1723559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6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0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5876657" y="226396"/>
            <a:ext cx="6015090" cy="4369799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0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stCxn id="172" idx="3"/>
            <a:endCxn id="40" idx="1"/>
          </p:cNvCxnSpPr>
          <p:nvPr/>
        </p:nvCxnSpPr>
        <p:spPr>
          <a:xfrm flipV="1">
            <a:off x="4684382" y="2411296"/>
            <a:ext cx="1192275" cy="33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8A2C76BA-6998-6CB9-9AA6-8CA41C93CAB2}"/>
              </a:ext>
            </a:extLst>
          </p:cNvPr>
          <p:cNvSpPr txBox="1"/>
          <p:nvPr/>
        </p:nvSpPr>
        <p:spPr>
          <a:xfrm>
            <a:off x="7523403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D82AA1-F690-9672-3DF5-A59D04C8BAEA}"/>
              </a:ext>
            </a:extLst>
          </p:cNvPr>
          <p:cNvSpPr/>
          <p:nvPr/>
        </p:nvSpPr>
        <p:spPr>
          <a:xfrm>
            <a:off x="80330" y="682848"/>
            <a:ext cx="4864159" cy="6195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867381-487F-F9B8-69A5-D37E290FF01F}"/>
              </a:ext>
            </a:extLst>
          </p:cNvPr>
          <p:cNvSpPr/>
          <p:nvPr/>
        </p:nvSpPr>
        <p:spPr>
          <a:xfrm>
            <a:off x="1005880" y="2053147"/>
            <a:ext cx="4864159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7DE17F-F347-5045-8A01-2DA541E3C255}"/>
              </a:ext>
            </a:extLst>
          </p:cNvPr>
          <p:cNvSpPr/>
          <p:nvPr/>
        </p:nvSpPr>
        <p:spPr>
          <a:xfrm>
            <a:off x="972224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B5048C-9B8B-DDD5-C88C-55CEC63A610E}"/>
              </a:ext>
            </a:extLst>
          </p:cNvPr>
          <p:cNvSpPr/>
          <p:nvPr/>
        </p:nvSpPr>
        <p:spPr>
          <a:xfrm>
            <a:off x="2047095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865E8B-A89F-E5F4-5A59-E3614B350763}"/>
              </a:ext>
            </a:extLst>
          </p:cNvPr>
          <p:cNvSpPr/>
          <p:nvPr/>
        </p:nvSpPr>
        <p:spPr>
          <a:xfrm>
            <a:off x="3087570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6E1B47-1326-3252-8A6A-1B0D5D5B1FB0}"/>
              </a:ext>
            </a:extLst>
          </p:cNvPr>
          <p:cNvSpPr/>
          <p:nvPr/>
        </p:nvSpPr>
        <p:spPr>
          <a:xfrm>
            <a:off x="4163337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4CF405B-8181-A790-6383-2B5E82ECCFA7}"/>
              </a:ext>
            </a:extLst>
          </p:cNvPr>
          <p:cNvSpPr/>
          <p:nvPr/>
        </p:nvSpPr>
        <p:spPr>
          <a:xfrm>
            <a:off x="426717" y="1019778"/>
            <a:ext cx="4725774" cy="1199352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27CF1E-AFF6-098C-C1AD-4ED2600ABDDB}"/>
              </a:ext>
            </a:extLst>
          </p:cNvPr>
          <p:cNvSpPr/>
          <p:nvPr/>
        </p:nvSpPr>
        <p:spPr>
          <a:xfrm>
            <a:off x="972224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8F75CC-DFCF-3F5F-AC9A-7DB4BD2A6EA5}"/>
              </a:ext>
            </a:extLst>
          </p:cNvPr>
          <p:cNvSpPr/>
          <p:nvPr/>
        </p:nvSpPr>
        <p:spPr>
          <a:xfrm>
            <a:off x="2047095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B142D8-84B6-0B19-5DFA-2E689063CFE1}"/>
              </a:ext>
            </a:extLst>
          </p:cNvPr>
          <p:cNvSpPr/>
          <p:nvPr/>
        </p:nvSpPr>
        <p:spPr>
          <a:xfrm>
            <a:off x="3087570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0A1CD01-AC93-E8F6-53B7-BA877245821F}"/>
              </a:ext>
            </a:extLst>
          </p:cNvPr>
          <p:cNvSpPr/>
          <p:nvPr/>
        </p:nvSpPr>
        <p:spPr>
          <a:xfrm>
            <a:off x="4163337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8C44EF9-9066-30DF-B310-AA8BA38F3D87}"/>
              </a:ext>
            </a:extLst>
          </p:cNvPr>
          <p:cNvCxnSpPr>
            <a:stCxn id="43" idx="0"/>
            <a:endCxn id="57" idx="2"/>
          </p:cNvCxnSpPr>
          <p:nvPr/>
        </p:nvCxnSpPr>
        <p:spPr>
          <a:xfrm flipV="1">
            <a:off x="1104560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A437B52-1648-8019-8668-ED6909A03DB7}"/>
              </a:ext>
            </a:extLst>
          </p:cNvPr>
          <p:cNvCxnSpPr>
            <a:cxnSpLocks/>
            <a:stCxn id="43" idx="0"/>
            <a:endCxn id="58" idx="2"/>
          </p:cNvCxnSpPr>
          <p:nvPr/>
        </p:nvCxnSpPr>
        <p:spPr>
          <a:xfrm flipV="1">
            <a:off x="1104560" y="958819"/>
            <a:ext cx="1074871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3268A42-7EFE-FEE0-A6E3-E0D7741444F4}"/>
              </a:ext>
            </a:extLst>
          </p:cNvPr>
          <p:cNvCxnSpPr>
            <a:cxnSpLocks/>
            <a:stCxn id="43" idx="0"/>
            <a:endCxn id="59" idx="2"/>
          </p:cNvCxnSpPr>
          <p:nvPr/>
        </p:nvCxnSpPr>
        <p:spPr>
          <a:xfrm flipV="1">
            <a:off x="1104560" y="958819"/>
            <a:ext cx="2115346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CC91991-B3DE-ADBA-DFFA-DD749BCBED26}"/>
              </a:ext>
            </a:extLst>
          </p:cNvPr>
          <p:cNvCxnSpPr>
            <a:cxnSpLocks/>
            <a:stCxn id="43" idx="0"/>
            <a:endCxn id="78" idx="2"/>
          </p:cNvCxnSpPr>
          <p:nvPr/>
        </p:nvCxnSpPr>
        <p:spPr>
          <a:xfrm flipV="1">
            <a:off x="1104560" y="958819"/>
            <a:ext cx="3191113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6C1C56E-8770-F610-AD27-111D76505384}"/>
              </a:ext>
            </a:extLst>
          </p:cNvPr>
          <p:cNvCxnSpPr>
            <a:cxnSpLocks/>
            <a:stCxn id="45" idx="0"/>
            <a:endCxn id="57" idx="2"/>
          </p:cNvCxnSpPr>
          <p:nvPr/>
        </p:nvCxnSpPr>
        <p:spPr>
          <a:xfrm flipH="1" flipV="1">
            <a:off x="1104560" y="958819"/>
            <a:ext cx="1074871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4788F9F-3CF1-2C2D-7A37-5048FDBF8223}"/>
              </a:ext>
            </a:extLst>
          </p:cNvPr>
          <p:cNvCxnSpPr>
            <a:cxnSpLocks/>
            <a:stCxn id="45" idx="0"/>
            <a:endCxn id="58" idx="2"/>
          </p:cNvCxnSpPr>
          <p:nvPr/>
        </p:nvCxnSpPr>
        <p:spPr>
          <a:xfrm flipV="1">
            <a:off x="2179431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80E3662-8290-DD5B-9973-C1AF5C0D6E14}"/>
              </a:ext>
            </a:extLst>
          </p:cNvPr>
          <p:cNvCxnSpPr>
            <a:cxnSpLocks/>
            <a:stCxn id="45" idx="0"/>
            <a:endCxn id="59" idx="2"/>
          </p:cNvCxnSpPr>
          <p:nvPr/>
        </p:nvCxnSpPr>
        <p:spPr>
          <a:xfrm flipV="1">
            <a:off x="2179431" y="958819"/>
            <a:ext cx="1040475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9FA59F1-43CD-802A-AEA3-6D96B62EA723}"/>
              </a:ext>
            </a:extLst>
          </p:cNvPr>
          <p:cNvCxnSpPr>
            <a:cxnSpLocks/>
            <a:stCxn id="45" idx="0"/>
            <a:endCxn id="78" idx="2"/>
          </p:cNvCxnSpPr>
          <p:nvPr/>
        </p:nvCxnSpPr>
        <p:spPr>
          <a:xfrm flipV="1">
            <a:off x="2179431" y="958819"/>
            <a:ext cx="2116242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61D12593-3A68-8FE3-A70F-3E241E87DE3D}"/>
              </a:ext>
            </a:extLst>
          </p:cNvPr>
          <p:cNvCxnSpPr>
            <a:cxnSpLocks/>
            <a:stCxn id="47" idx="0"/>
            <a:endCxn id="57" idx="2"/>
          </p:cNvCxnSpPr>
          <p:nvPr/>
        </p:nvCxnSpPr>
        <p:spPr>
          <a:xfrm flipH="1" flipV="1">
            <a:off x="1104560" y="958819"/>
            <a:ext cx="2115346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F748FE18-64F1-EF3C-2D78-D9B108B61D74}"/>
              </a:ext>
            </a:extLst>
          </p:cNvPr>
          <p:cNvCxnSpPr>
            <a:cxnSpLocks/>
            <a:stCxn id="47" idx="0"/>
            <a:endCxn id="58" idx="2"/>
          </p:cNvCxnSpPr>
          <p:nvPr/>
        </p:nvCxnSpPr>
        <p:spPr>
          <a:xfrm flipH="1" flipV="1">
            <a:off x="2179431" y="958819"/>
            <a:ext cx="1040475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8A64689-2293-164E-AFFC-6B5E74204315}"/>
              </a:ext>
            </a:extLst>
          </p:cNvPr>
          <p:cNvCxnSpPr>
            <a:cxnSpLocks/>
            <a:stCxn id="47" idx="0"/>
            <a:endCxn id="59" idx="2"/>
          </p:cNvCxnSpPr>
          <p:nvPr/>
        </p:nvCxnSpPr>
        <p:spPr>
          <a:xfrm flipV="1">
            <a:off x="3219906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F71B2DB-7D27-DDED-5F47-C2F0C14C2ECC}"/>
              </a:ext>
            </a:extLst>
          </p:cNvPr>
          <p:cNvCxnSpPr>
            <a:cxnSpLocks/>
            <a:stCxn id="47" idx="0"/>
            <a:endCxn id="78" idx="2"/>
          </p:cNvCxnSpPr>
          <p:nvPr/>
        </p:nvCxnSpPr>
        <p:spPr>
          <a:xfrm flipV="1">
            <a:off x="3219906" y="958819"/>
            <a:ext cx="1075767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32ABB75-DCC6-98A0-E46D-C8DA6603CD82}"/>
              </a:ext>
            </a:extLst>
          </p:cNvPr>
          <p:cNvCxnSpPr>
            <a:cxnSpLocks/>
            <a:stCxn id="53" idx="0"/>
            <a:endCxn id="78" idx="2"/>
          </p:cNvCxnSpPr>
          <p:nvPr/>
        </p:nvCxnSpPr>
        <p:spPr>
          <a:xfrm flipV="1">
            <a:off x="4295673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226AEEA-7087-E7DB-3F25-6B69870A9811}"/>
              </a:ext>
            </a:extLst>
          </p:cNvPr>
          <p:cNvCxnSpPr>
            <a:cxnSpLocks/>
            <a:stCxn id="53" idx="0"/>
            <a:endCxn id="59" idx="2"/>
          </p:cNvCxnSpPr>
          <p:nvPr/>
        </p:nvCxnSpPr>
        <p:spPr>
          <a:xfrm flipH="1" flipV="1">
            <a:off x="3219906" y="958819"/>
            <a:ext cx="1075767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174C12E7-829E-95E6-C940-BEDB7A6B286A}"/>
              </a:ext>
            </a:extLst>
          </p:cNvPr>
          <p:cNvCxnSpPr>
            <a:cxnSpLocks/>
            <a:stCxn id="53" idx="0"/>
            <a:endCxn id="58" idx="2"/>
          </p:cNvCxnSpPr>
          <p:nvPr/>
        </p:nvCxnSpPr>
        <p:spPr>
          <a:xfrm flipH="1" flipV="1">
            <a:off x="2179431" y="958819"/>
            <a:ext cx="2116242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7D9C5521-B098-E88E-4DD7-96B5BEDC8DC8}"/>
              </a:ext>
            </a:extLst>
          </p:cNvPr>
          <p:cNvCxnSpPr>
            <a:cxnSpLocks/>
            <a:stCxn id="53" idx="0"/>
            <a:endCxn id="57" idx="2"/>
          </p:cNvCxnSpPr>
          <p:nvPr/>
        </p:nvCxnSpPr>
        <p:spPr>
          <a:xfrm flipH="1" flipV="1">
            <a:off x="1104560" y="958819"/>
            <a:ext cx="3191113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695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7" grpId="0" animBg="1"/>
      <p:bldP spid="53" grpId="0" animBg="1"/>
      <p:bldP spid="55" grpId="0" animBg="1"/>
      <p:bldP spid="57" grpId="0" animBg="1"/>
      <p:bldP spid="58" grpId="0" animBg="1"/>
      <p:bldP spid="59" grpId="0" animBg="1"/>
      <p:bldP spid="7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6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0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5876657" y="226396"/>
            <a:ext cx="6015090" cy="4369799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0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stCxn id="172" idx="3"/>
            <a:endCxn id="40" idx="1"/>
          </p:cNvCxnSpPr>
          <p:nvPr/>
        </p:nvCxnSpPr>
        <p:spPr>
          <a:xfrm flipV="1">
            <a:off x="4684382" y="2411296"/>
            <a:ext cx="1192275" cy="33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8A2C76BA-6998-6CB9-9AA6-8CA41C93CAB2}"/>
              </a:ext>
            </a:extLst>
          </p:cNvPr>
          <p:cNvSpPr txBox="1"/>
          <p:nvPr/>
        </p:nvSpPr>
        <p:spPr>
          <a:xfrm>
            <a:off x="7523403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D82AA1-F690-9672-3DF5-A59D04C8BAEA}"/>
              </a:ext>
            </a:extLst>
          </p:cNvPr>
          <p:cNvSpPr/>
          <p:nvPr/>
        </p:nvSpPr>
        <p:spPr>
          <a:xfrm>
            <a:off x="80330" y="682848"/>
            <a:ext cx="4864159" cy="6195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867381-487F-F9B8-69A5-D37E290FF01F}"/>
              </a:ext>
            </a:extLst>
          </p:cNvPr>
          <p:cNvSpPr/>
          <p:nvPr/>
        </p:nvSpPr>
        <p:spPr>
          <a:xfrm>
            <a:off x="1005880" y="2053147"/>
            <a:ext cx="4864159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7DE17F-F347-5045-8A01-2DA541E3C255}"/>
              </a:ext>
            </a:extLst>
          </p:cNvPr>
          <p:cNvSpPr/>
          <p:nvPr/>
        </p:nvSpPr>
        <p:spPr>
          <a:xfrm>
            <a:off x="972224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B5048C-9B8B-DDD5-C88C-55CEC63A610E}"/>
              </a:ext>
            </a:extLst>
          </p:cNvPr>
          <p:cNvSpPr/>
          <p:nvPr/>
        </p:nvSpPr>
        <p:spPr>
          <a:xfrm>
            <a:off x="2047095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865E8B-A89F-E5F4-5A59-E3614B350763}"/>
              </a:ext>
            </a:extLst>
          </p:cNvPr>
          <p:cNvSpPr/>
          <p:nvPr/>
        </p:nvSpPr>
        <p:spPr>
          <a:xfrm>
            <a:off x="3087570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6E1B47-1326-3252-8A6A-1B0D5D5B1FB0}"/>
              </a:ext>
            </a:extLst>
          </p:cNvPr>
          <p:cNvSpPr/>
          <p:nvPr/>
        </p:nvSpPr>
        <p:spPr>
          <a:xfrm>
            <a:off x="4163337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4CF405B-8181-A790-6383-2B5E82ECCFA7}"/>
              </a:ext>
            </a:extLst>
          </p:cNvPr>
          <p:cNvSpPr/>
          <p:nvPr/>
        </p:nvSpPr>
        <p:spPr>
          <a:xfrm>
            <a:off x="426717" y="1019778"/>
            <a:ext cx="4725774" cy="1199352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27CF1E-AFF6-098C-C1AD-4ED2600ABDDB}"/>
              </a:ext>
            </a:extLst>
          </p:cNvPr>
          <p:cNvSpPr/>
          <p:nvPr/>
        </p:nvSpPr>
        <p:spPr>
          <a:xfrm>
            <a:off x="972224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8F75CC-DFCF-3F5F-AC9A-7DB4BD2A6EA5}"/>
              </a:ext>
            </a:extLst>
          </p:cNvPr>
          <p:cNvSpPr/>
          <p:nvPr/>
        </p:nvSpPr>
        <p:spPr>
          <a:xfrm>
            <a:off x="2047095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B142D8-84B6-0B19-5DFA-2E689063CFE1}"/>
              </a:ext>
            </a:extLst>
          </p:cNvPr>
          <p:cNvSpPr/>
          <p:nvPr/>
        </p:nvSpPr>
        <p:spPr>
          <a:xfrm>
            <a:off x="3087570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0A1CD01-AC93-E8F6-53B7-BA877245821F}"/>
              </a:ext>
            </a:extLst>
          </p:cNvPr>
          <p:cNvSpPr/>
          <p:nvPr/>
        </p:nvSpPr>
        <p:spPr>
          <a:xfrm>
            <a:off x="4163337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8C44EF9-9066-30DF-B310-AA8BA38F3D87}"/>
              </a:ext>
            </a:extLst>
          </p:cNvPr>
          <p:cNvCxnSpPr>
            <a:stCxn id="43" idx="0"/>
            <a:endCxn id="57" idx="2"/>
          </p:cNvCxnSpPr>
          <p:nvPr/>
        </p:nvCxnSpPr>
        <p:spPr>
          <a:xfrm flipV="1">
            <a:off x="1104560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A437B52-1648-8019-8668-ED6909A03DB7}"/>
              </a:ext>
            </a:extLst>
          </p:cNvPr>
          <p:cNvCxnSpPr>
            <a:cxnSpLocks/>
            <a:stCxn id="43" idx="0"/>
            <a:endCxn id="58" idx="2"/>
          </p:cNvCxnSpPr>
          <p:nvPr/>
        </p:nvCxnSpPr>
        <p:spPr>
          <a:xfrm flipV="1">
            <a:off x="1104560" y="958819"/>
            <a:ext cx="1074871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3268A42-7EFE-FEE0-A6E3-E0D7741444F4}"/>
              </a:ext>
            </a:extLst>
          </p:cNvPr>
          <p:cNvCxnSpPr>
            <a:cxnSpLocks/>
            <a:stCxn id="43" idx="0"/>
            <a:endCxn id="59" idx="2"/>
          </p:cNvCxnSpPr>
          <p:nvPr/>
        </p:nvCxnSpPr>
        <p:spPr>
          <a:xfrm flipV="1">
            <a:off x="1104560" y="958819"/>
            <a:ext cx="2115346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CC91991-B3DE-ADBA-DFFA-DD749BCBED26}"/>
              </a:ext>
            </a:extLst>
          </p:cNvPr>
          <p:cNvCxnSpPr>
            <a:cxnSpLocks/>
            <a:stCxn id="43" idx="0"/>
            <a:endCxn id="78" idx="2"/>
          </p:cNvCxnSpPr>
          <p:nvPr/>
        </p:nvCxnSpPr>
        <p:spPr>
          <a:xfrm flipV="1">
            <a:off x="1104560" y="958819"/>
            <a:ext cx="3191113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6C1C56E-8770-F610-AD27-111D76505384}"/>
              </a:ext>
            </a:extLst>
          </p:cNvPr>
          <p:cNvCxnSpPr>
            <a:cxnSpLocks/>
            <a:stCxn id="45" idx="0"/>
            <a:endCxn id="57" idx="2"/>
          </p:cNvCxnSpPr>
          <p:nvPr/>
        </p:nvCxnSpPr>
        <p:spPr>
          <a:xfrm flipH="1" flipV="1">
            <a:off x="1104560" y="958819"/>
            <a:ext cx="1074871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4788F9F-3CF1-2C2D-7A37-5048FDBF8223}"/>
              </a:ext>
            </a:extLst>
          </p:cNvPr>
          <p:cNvCxnSpPr>
            <a:cxnSpLocks/>
            <a:stCxn id="45" idx="0"/>
            <a:endCxn id="58" idx="2"/>
          </p:cNvCxnSpPr>
          <p:nvPr/>
        </p:nvCxnSpPr>
        <p:spPr>
          <a:xfrm flipV="1">
            <a:off x="2179431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80E3662-8290-DD5B-9973-C1AF5C0D6E14}"/>
              </a:ext>
            </a:extLst>
          </p:cNvPr>
          <p:cNvCxnSpPr>
            <a:cxnSpLocks/>
            <a:stCxn id="45" idx="0"/>
            <a:endCxn id="59" idx="2"/>
          </p:cNvCxnSpPr>
          <p:nvPr/>
        </p:nvCxnSpPr>
        <p:spPr>
          <a:xfrm flipV="1">
            <a:off x="2179431" y="958819"/>
            <a:ext cx="1040475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9FA59F1-43CD-802A-AEA3-6D96B62EA723}"/>
              </a:ext>
            </a:extLst>
          </p:cNvPr>
          <p:cNvCxnSpPr>
            <a:cxnSpLocks/>
            <a:stCxn id="45" idx="0"/>
            <a:endCxn id="78" idx="2"/>
          </p:cNvCxnSpPr>
          <p:nvPr/>
        </p:nvCxnSpPr>
        <p:spPr>
          <a:xfrm flipV="1">
            <a:off x="2179431" y="958819"/>
            <a:ext cx="2116242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61D12593-3A68-8FE3-A70F-3E241E87DE3D}"/>
              </a:ext>
            </a:extLst>
          </p:cNvPr>
          <p:cNvCxnSpPr>
            <a:cxnSpLocks/>
            <a:stCxn id="47" idx="0"/>
            <a:endCxn id="57" idx="2"/>
          </p:cNvCxnSpPr>
          <p:nvPr/>
        </p:nvCxnSpPr>
        <p:spPr>
          <a:xfrm flipH="1" flipV="1">
            <a:off x="1104560" y="958819"/>
            <a:ext cx="2115346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F748FE18-64F1-EF3C-2D78-D9B108B61D74}"/>
              </a:ext>
            </a:extLst>
          </p:cNvPr>
          <p:cNvCxnSpPr>
            <a:cxnSpLocks/>
            <a:stCxn id="47" idx="0"/>
            <a:endCxn id="58" idx="2"/>
          </p:cNvCxnSpPr>
          <p:nvPr/>
        </p:nvCxnSpPr>
        <p:spPr>
          <a:xfrm flipH="1" flipV="1">
            <a:off x="2179431" y="958819"/>
            <a:ext cx="1040475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8A64689-2293-164E-AFFC-6B5E74204315}"/>
              </a:ext>
            </a:extLst>
          </p:cNvPr>
          <p:cNvCxnSpPr>
            <a:cxnSpLocks/>
            <a:stCxn id="47" idx="0"/>
            <a:endCxn id="59" idx="2"/>
          </p:cNvCxnSpPr>
          <p:nvPr/>
        </p:nvCxnSpPr>
        <p:spPr>
          <a:xfrm flipV="1">
            <a:off x="3219906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F71B2DB-7D27-DDED-5F47-C2F0C14C2ECC}"/>
              </a:ext>
            </a:extLst>
          </p:cNvPr>
          <p:cNvCxnSpPr>
            <a:cxnSpLocks/>
            <a:stCxn id="47" idx="0"/>
            <a:endCxn id="78" idx="2"/>
          </p:cNvCxnSpPr>
          <p:nvPr/>
        </p:nvCxnSpPr>
        <p:spPr>
          <a:xfrm flipV="1">
            <a:off x="3219906" y="958819"/>
            <a:ext cx="1075767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32ABB75-DCC6-98A0-E46D-C8DA6603CD82}"/>
              </a:ext>
            </a:extLst>
          </p:cNvPr>
          <p:cNvCxnSpPr>
            <a:cxnSpLocks/>
            <a:stCxn id="53" idx="0"/>
            <a:endCxn id="78" idx="2"/>
          </p:cNvCxnSpPr>
          <p:nvPr/>
        </p:nvCxnSpPr>
        <p:spPr>
          <a:xfrm flipV="1">
            <a:off x="4295673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226AEEA-7087-E7DB-3F25-6B69870A9811}"/>
              </a:ext>
            </a:extLst>
          </p:cNvPr>
          <p:cNvCxnSpPr>
            <a:cxnSpLocks/>
            <a:stCxn id="53" idx="0"/>
            <a:endCxn id="59" idx="2"/>
          </p:cNvCxnSpPr>
          <p:nvPr/>
        </p:nvCxnSpPr>
        <p:spPr>
          <a:xfrm flipH="1" flipV="1">
            <a:off x="3219906" y="958819"/>
            <a:ext cx="1075767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174C12E7-829E-95E6-C940-BEDB7A6B286A}"/>
              </a:ext>
            </a:extLst>
          </p:cNvPr>
          <p:cNvCxnSpPr>
            <a:cxnSpLocks/>
            <a:stCxn id="53" idx="0"/>
            <a:endCxn id="58" idx="2"/>
          </p:cNvCxnSpPr>
          <p:nvPr/>
        </p:nvCxnSpPr>
        <p:spPr>
          <a:xfrm flipH="1" flipV="1">
            <a:off x="2179431" y="958819"/>
            <a:ext cx="2116242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7D9C5521-B098-E88E-4DD7-96B5BEDC8DC8}"/>
              </a:ext>
            </a:extLst>
          </p:cNvPr>
          <p:cNvCxnSpPr>
            <a:cxnSpLocks/>
            <a:stCxn id="53" idx="0"/>
            <a:endCxn id="57" idx="2"/>
          </p:cNvCxnSpPr>
          <p:nvPr/>
        </p:nvCxnSpPr>
        <p:spPr>
          <a:xfrm flipH="1" flipV="1">
            <a:off x="1104560" y="958819"/>
            <a:ext cx="3191113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228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6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0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5876657" y="226396"/>
            <a:ext cx="6015090" cy="4369799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0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stCxn id="172" idx="3"/>
            <a:endCxn id="40" idx="1"/>
          </p:cNvCxnSpPr>
          <p:nvPr/>
        </p:nvCxnSpPr>
        <p:spPr>
          <a:xfrm flipV="1">
            <a:off x="4684382" y="2411296"/>
            <a:ext cx="1192275" cy="33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8A2C76BA-6998-6CB9-9AA6-8CA41C93CAB2}"/>
              </a:ext>
            </a:extLst>
          </p:cNvPr>
          <p:cNvSpPr txBox="1"/>
          <p:nvPr/>
        </p:nvSpPr>
        <p:spPr>
          <a:xfrm>
            <a:off x="7523403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D82AA1-F690-9672-3DF5-A59D04C8BAEA}"/>
              </a:ext>
            </a:extLst>
          </p:cNvPr>
          <p:cNvSpPr/>
          <p:nvPr/>
        </p:nvSpPr>
        <p:spPr>
          <a:xfrm>
            <a:off x="80330" y="682848"/>
            <a:ext cx="4864159" cy="6195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867381-487F-F9B8-69A5-D37E290FF01F}"/>
              </a:ext>
            </a:extLst>
          </p:cNvPr>
          <p:cNvSpPr/>
          <p:nvPr/>
        </p:nvSpPr>
        <p:spPr>
          <a:xfrm>
            <a:off x="1005880" y="2053147"/>
            <a:ext cx="4864159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7DE17F-F347-5045-8A01-2DA541E3C255}"/>
              </a:ext>
            </a:extLst>
          </p:cNvPr>
          <p:cNvSpPr/>
          <p:nvPr/>
        </p:nvSpPr>
        <p:spPr>
          <a:xfrm>
            <a:off x="972224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B5048C-9B8B-DDD5-C88C-55CEC63A610E}"/>
              </a:ext>
            </a:extLst>
          </p:cNvPr>
          <p:cNvSpPr/>
          <p:nvPr/>
        </p:nvSpPr>
        <p:spPr>
          <a:xfrm>
            <a:off x="2047095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865E8B-A89F-E5F4-5A59-E3614B350763}"/>
              </a:ext>
            </a:extLst>
          </p:cNvPr>
          <p:cNvSpPr/>
          <p:nvPr/>
        </p:nvSpPr>
        <p:spPr>
          <a:xfrm>
            <a:off x="3087570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6E1B47-1326-3252-8A6A-1B0D5D5B1FB0}"/>
              </a:ext>
            </a:extLst>
          </p:cNvPr>
          <p:cNvSpPr/>
          <p:nvPr/>
        </p:nvSpPr>
        <p:spPr>
          <a:xfrm>
            <a:off x="4163337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4CF405B-8181-A790-6383-2B5E82ECCFA7}"/>
              </a:ext>
            </a:extLst>
          </p:cNvPr>
          <p:cNvSpPr/>
          <p:nvPr/>
        </p:nvSpPr>
        <p:spPr>
          <a:xfrm>
            <a:off x="426717" y="1019778"/>
            <a:ext cx="4725774" cy="1199352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27CF1E-AFF6-098C-C1AD-4ED2600ABDDB}"/>
              </a:ext>
            </a:extLst>
          </p:cNvPr>
          <p:cNvSpPr/>
          <p:nvPr/>
        </p:nvSpPr>
        <p:spPr>
          <a:xfrm>
            <a:off x="972224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8F75CC-DFCF-3F5F-AC9A-7DB4BD2A6EA5}"/>
              </a:ext>
            </a:extLst>
          </p:cNvPr>
          <p:cNvSpPr/>
          <p:nvPr/>
        </p:nvSpPr>
        <p:spPr>
          <a:xfrm>
            <a:off x="2047095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B142D8-84B6-0B19-5DFA-2E689063CFE1}"/>
              </a:ext>
            </a:extLst>
          </p:cNvPr>
          <p:cNvSpPr/>
          <p:nvPr/>
        </p:nvSpPr>
        <p:spPr>
          <a:xfrm>
            <a:off x="3087570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0A1CD01-AC93-E8F6-53B7-BA877245821F}"/>
              </a:ext>
            </a:extLst>
          </p:cNvPr>
          <p:cNvSpPr/>
          <p:nvPr/>
        </p:nvSpPr>
        <p:spPr>
          <a:xfrm>
            <a:off x="4163337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8C44EF9-9066-30DF-B310-AA8BA38F3D87}"/>
              </a:ext>
            </a:extLst>
          </p:cNvPr>
          <p:cNvCxnSpPr>
            <a:stCxn id="43" idx="0"/>
            <a:endCxn id="57" idx="2"/>
          </p:cNvCxnSpPr>
          <p:nvPr/>
        </p:nvCxnSpPr>
        <p:spPr>
          <a:xfrm flipV="1">
            <a:off x="1104560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A437B52-1648-8019-8668-ED6909A03DB7}"/>
              </a:ext>
            </a:extLst>
          </p:cNvPr>
          <p:cNvCxnSpPr>
            <a:cxnSpLocks/>
            <a:stCxn id="43" idx="0"/>
            <a:endCxn id="58" idx="2"/>
          </p:cNvCxnSpPr>
          <p:nvPr/>
        </p:nvCxnSpPr>
        <p:spPr>
          <a:xfrm flipV="1">
            <a:off x="1104560" y="958819"/>
            <a:ext cx="1074871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3268A42-7EFE-FEE0-A6E3-E0D7741444F4}"/>
              </a:ext>
            </a:extLst>
          </p:cNvPr>
          <p:cNvCxnSpPr>
            <a:cxnSpLocks/>
            <a:stCxn id="43" idx="0"/>
            <a:endCxn id="59" idx="2"/>
          </p:cNvCxnSpPr>
          <p:nvPr/>
        </p:nvCxnSpPr>
        <p:spPr>
          <a:xfrm flipV="1">
            <a:off x="1104560" y="958819"/>
            <a:ext cx="2115346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CC91991-B3DE-ADBA-DFFA-DD749BCBED26}"/>
              </a:ext>
            </a:extLst>
          </p:cNvPr>
          <p:cNvCxnSpPr>
            <a:cxnSpLocks/>
            <a:stCxn id="43" idx="0"/>
            <a:endCxn id="78" idx="2"/>
          </p:cNvCxnSpPr>
          <p:nvPr/>
        </p:nvCxnSpPr>
        <p:spPr>
          <a:xfrm flipV="1">
            <a:off x="1104560" y="958819"/>
            <a:ext cx="3191113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4788F9F-3CF1-2C2D-7A37-5048FDBF8223}"/>
              </a:ext>
            </a:extLst>
          </p:cNvPr>
          <p:cNvCxnSpPr>
            <a:cxnSpLocks/>
            <a:stCxn id="45" idx="0"/>
            <a:endCxn id="58" idx="2"/>
          </p:cNvCxnSpPr>
          <p:nvPr/>
        </p:nvCxnSpPr>
        <p:spPr>
          <a:xfrm flipV="1">
            <a:off x="2179431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80E3662-8290-DD5B-9973-C1AF5C0D6E14}"/>
              </a:ext>
            </a:extLst>
          </p:cNvPr>
          <p:cNvCxnSpPr>
            <a:cxnSpLocks/>
            <a:stCxn id="45" idx="0"/>
            <a:endCxn id="59" idx="2"/>
          </p:cNvCxnSpPr>
          <p:nvPr/>
        </p:nvCxnSpPr>
        <p:spPr>
          <a:xfrm flipV="1">
            <a:off x="2179431" y="958819"/>
            <a:ext cx="1040475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9FA59F1-43CD-802A-AEA3-6D96B62EA723}"/>
              </a:ext>
            </a:extLst>
          </p:cNvPr>
          <p:cNvCxnSpPr>
            <a:cxnSpLocks/>
            <a:stCxn id="45" idx="0"/>
            <a:endCxn id="78" idx="2"/>
          </p:cNvCxnSpPr>
          <p:nvPr/>
        </p:nvCxnSpPr>
        <p:spPr>
          <a:xfrm flipV="1">
            <a:off x="2179431" y="958819"/>
            <a:ext cx="2116242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8A64689-2293-164E-AFFC-6B5E74204315}"/>
              </a:ext>
            </a:extLst>
          </p:cNvPr>
          <p:cNvCxnSpPr>
            <a:cxnSpLocks/>
            <a:stCxn id="47" idx="0"/>
            <a:endCxn id="59" idx="2"/>
          </p:cNvCxnSpPr>
          <p:nvPr/>
        </p:nvCxnSpPr>
        <p:spPr>
          <a:xfrm flipV="1">
            <a:off x="3219906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F71B2DB-7D27-DDED-5F47-C2F0C14C2ECC}"/>
              </a:ext>
            </a:extLst>
          </p:cNvPr>
          <p:cNvCxnSpPr>
            <a:cxnSpLocks/>
            <a:stCxn id="47" idx="0"/>
            <a:endCxn id="78" idx="2"/>
          </p:cNvCxnSpPr>
          <p:nvPr/>
        </p:nvCxnSpPr>
        <p:spPr>
          <a:xfrm flipV="1">
            <a:off x="3219906" y="958819"/>
            <a:ext cx="1075767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32ABB75-DCC6-98A0-E46D-C8DA6603CD82}"/>
              </a:ext>
            </a:extLst>
          </p:cNvPr>
          <p:cNvCxnSpPr>
            <a:cxnSpLocks/>
            <a:stCxn id="53" idx="0"/>
            <a:endCxn id="78" idx="2"/>
          </p:cNvCxnSpPr>
          <p:nvPr/>
        </p:nvCxnSpPr>
        <p:spPr>
          <a:xfrm flipV="1">
            <a:off x="4295673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E81404A-88FA-056B-0163-444AD3BF42CB}"/>
                  </a:ext>
                </a:extLst>
              </p:cNvPr>
              <p:cNvSpPr txBox="1"/>
              <p:nvPr/>
            </p:nvSpPr>
            <p:spPr>
              <a:xfrm>
                <a:off x="0" y="2988109"/>
                <a:ext cx="5846384" cy="838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E81404A-88FA-056B-0163-444AD3BF4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88109"/>
                <a:ext cx="5846384" cy="83843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2DD5558-B886-FFA5-3030-D0C59811CDC3}"/>
                  </a:ext>
                </a:extLst>
              </p:cNvPr>
              <p:cNvSpPr txBox="1"/>
              <p:nvPr/>
            </p:nvSpPr>
            <p:spPr>
              <a:xfrm>
                <a:off x="-75410" y="3792272"/>
                <a:ext cx="5846384" cy="838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MaskedAttention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2DD5558-B886-FFA5-3030-D0C59811C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410" y="3792272"/>
                <a:ext cx="5846384" cy="83843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226DFE1-99D9-AA5B-36D3-0C4BBB211504}"/>
                  </a:ext>
                </a:extLst>
              </p:cNvPr>
              <p:cNvSpPr txBox="1"/>
              <p:nvPr/>
            </p:nvSpPr>
            <p:spPr>
              <a:xfrm>
                <a:off x="113363" y="5467913"/>
                <a:ext cx="119870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226DFE1-99D9-AA5B-36D3-0C4BBB211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63" y="5467913"/>
                <a:ext cx="1198705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9" name="Table 118">
                <a:extLst>
                  <a:ext uri="{FF2B5EF4-FFF2-40B4-BE49-F238E27FC236}">
                    <a16:creationId xmlns:a16="http://schemas.microsoft.com/office/drawing/2014/main" id="{4FE202A4-FE96-A602-A3FC-2F8511EA9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1425261"/>
                  </p:ext>
                </p:extLst>
              </p:nvPr>
            </p:nvGraphicFramePr>
            <p:xfrm>
              <a:off x="1218903" y="4575666"/>
              <a:ext cx="2196145" cy="21961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9229">
                      <a:extLst>
                        <a:ext uri="{9D8B030D-6E8A-4147-A177-3AD203B41FA5}">
                          <a16:colId xmlns:a16="http://schemas.microsoft.com/office/drawing/2014/main" val="1627602644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3814245737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4042101791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1871427242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1588861638"/>
                        </a:ext>
                      </a:extLst>
                    </a:gridCol>
                  </a:tblGrid>
                  <a:tr h="4392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0944383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6986087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195589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381229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63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9" name="Table 118">
                <a:extLst>
                  <a:ext uri="{FF2B5EF4-FFF2-40B4-BE49-F238E27FC236}">
                    <a16:creationId xmlns:a16="http://schemas.microsoft.com/office/drawing/2014/main" id="{4FE202A4-FE96-A602-A3FC-2F8511EA9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1425261"/>
                  </p:ext>
                </p:extLst>
              </p:nvPr>
            </p:nvGraphicFramePr>
            <p:xfrm>
              <a:off x="1218903" y="4575666"/>
              <a:ext cx="2196145" cy="21961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9229">
                      <a:extLst>
                        <a:ext uri="{9D8B030D-6E8A-4147-A177-3AD203B41FA5}">
                          <a16:colId xmlns:a16="http://schemas.microsoft.com/office/drawing/2014/main" val="1627602644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3814245737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4042101791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1871427242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1588861638"/>
                        </a:ext>
                      </a:extLst>
                    </a:gridCol>
                  </a:tblGrid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2857" r="-40285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2857" r="-30285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2857" r="-211765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2857" r="-105714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2857" r="-571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0944383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102857" r="-40285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102857" r="-30285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102857" r="-21176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102857" r="-10571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102857" r="-571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6986087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208824" r="-402857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208824" r="-302857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208824" r="-211765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208824" r="-105714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208824" r="-5714" b="-2088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195589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300000" r="-402857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300000" r="-302857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300000" r="-211765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300000" r="-105714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300000" r="-5714" b="-1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381229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400000" r="-402857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400000" r="-302857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400000" r="-21176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400000" r="-10571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400000" r="-5714" b="-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638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92437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100" grpId="0"/>
      <p:bldP spid="107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A67B4-AA25-B0BD-7FF5-F8E6717924E3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768D1-100B-F34C-9278-DC3FE5C14713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AAC0B-B4A8-9569-565B-F5A99BB8FDC9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B0C8C-9944-0C41-5E94-F56EDDD3818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9C95E-0B57-2702-1034-F1BD978F21C4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96C1E-FA29-0C33-D472-A04E1DF9266D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534EE-0887-42BE-D44D-804C350A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6EF34E-5FE7-505F-64F5-08129F3D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AFB3B-C6AB-86E9-C055-65870CB87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B4BF20-583F-4225-549B-DE0C194D2F68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5553C-E8A3-C7CF-A73D-CB9C1F7A1465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6C43-5FF0-22BB-A270-B07A8335AF8A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87B38-973D-58AE-F28E-A740EA9A3C96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791F29-CE5E-D94C-30B3-DF79937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6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AC0AD7-6A86-1092-F68E-22643C3DA576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A5E52E-9F00-D1E7-482C-0013C5E543E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ultiply 41">
              <a:extLst>
                <a:ext uri="{FF2B5EF4-FFF2-40B4-BE49-F238E27FC236}">
                  <a16:creationId xmlns:a16="http://schemas.microsoft.com/office/drawing/2014/main" id="{DA0C5A3C-19FD-72F3-AD58-61F60E63F12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14673B-D660-1780-2208-1558D2B66BD8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C6039-4571-A0DA-961B-EBE8BAB2889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38997D-AAAD-898D-2F54-083706759716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47AB70-44B1-3B7B-2A22-76ABBEDA9DCB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318BAA9-C596-0202-210F-466AEE2FE88A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y 67">
              <a:extLst>
                <a:ext uri="{FF2B5EF4-FFF2-40B4-BE49-F238E27FC236}">
                  <a16:creationId xmlns:a16="http://schemas.microsoft.com/office/drawing/2014/main" id="{8855D6FA-5757-895C-EE8A-82D3CDF122C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EDE93A2-6477-ECE8-EB0F-5590124BD40C}"/>
              </a:ext>
            </a:extLst>
          </p:cNvPr>
          <p:cNvCxnSpPr>
            <a:endCxn id="67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0FA1F7-B294-7AD5-862F-B65BC52E2EF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219B7F-C0EF-FAEA-BC3A-DB8BF5BF30F9}"/>
              </a:ext>
            </a:extLst>
          </p:cNvPr>
          <p:cNvCxnSpPr>
            <a:cxnSpLocks/>
            <a:endCxn id="67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89F733-1B18-BB46-3873-A36AA3E70314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A0927DA-8033-8164-71A3-EB36F4C4CBD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y 73">
              <a:extLst>
                <a:ext uri="{FF2B5EF4-FFF2-40B4-BE49-F238E27FC236}">
                  <a16:creationId xmlns:a16="http://schemas.microsoft.com/office/drawing/2014/main" id="{66741F48-2BC2-9D69-6566-87D4605881BA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60484-E851-BE69-ECE1-4CB0B09E830C}"/>
              </a:ext>
            </a:extLst>
          </p:cNvPr>
          <p:cNvCxnSpPr>
            <a:endCxn id="73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8FD2F-B01E-BEE0-AEE4-716833D81489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1681B6-7781-DAD9-2D56-515B5EBD01DF}"/>
              </a:ext>
            </a:extLst>
          </p:cNvPr>
          <p:cNvCxnSpPr>
            <a:cxnSpLocks/>
            <a:endCxn id="73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920198D-2AE2-A223-9E31-27A6CB435F00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5012EAF-C824-D36C-3BD4-03E30666A3CA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58A2E69-E474-A88E-0035-0094D400746C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873BC-42E0-2E4D-D20D-4773DDB85F06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962228A-1171-A037-6D5E-876438A8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55224A5-D3CA-7FDC-6F26-334F7E75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71BB28B-85E0-90F7-C0C3-102432F7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55A3171-F4D2-E702-DE9F-B7759AC849B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08865F1-913E-E9D3-05FF-D881F25FB8E9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B77074-2E82-59A7-5E44-0E9991DA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0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91E3F9-F3C6-FCC8-C924-732BE1BF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5876657" y="226396"/>
            <a:ext cx="6015090" cy="4369799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359F4-35D1-A374-B974-AD537BA53DA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4C59F4-78D5-8710-1C3C-15B6C3C7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B76D872-E52B-1BAA-20E8-2661C9C6C93B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73CB7B-580B-1C6C-7F2C-7D5D97BA02DE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FC437-3A81-CC30-1AD6-A0C0AF34883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y 60">
              <a:extLst>
                <a:ext uri="{FF2B5EF4-FFF2-40B4-BE49-F238E27FC236}">
                  <a16:creationId xmlns:a16="http://schemas.microsoft.com/office/drawing/2014/main" id="{44D30F23-1573-4E2A-BB74-41325ABBDA3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0FB49E-06AC-AA4C-C045-604E985267EF}"/>
              </a:ext>
            </a:extLst>
          </p:cNvPr>
          <p:cNvCxnSpPr>
            <a:endCxn id="60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1C3A30-B2A5-21A8-E9A8-14F5741DE996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7253700-3B9D-C63C-A853-B07A847261E9}"/>
              </a:ext>
            </a:extLst>
          </p:cNvPr>
          <p:cNvCxnSpPr>
            <a:cxnSpLocks/>
            <a:endCxn id="60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3376963-DBF1-23EB-20CE-5E302D1D3370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6EECC6-075F-1BC5-3C18-13EE0A25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7800F8B4-0EBF-192F-207D-53F244CF0F6F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19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20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stCxn id="172" idx="3"/>
            <a:endCxn id="40" idx="1"/>
          </p:cNvCxnSpPr>
          <p:nvPr/>
        </p:nvCxnSpPr>
        <p:spPr>
          <a:xfrm flipV="1">
            <a:off x="4684382" y="2411296"/>
            <a:ext cx="1192275" cy="33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8A2C76BA-6998-6CB9-9AA6-8CA41C93CAB2}"/>
              </a:ext>
            </a:extLst>
          </p:cNvPr>
          <p:cNvSpPr txBox="1"/>
          <p:nvPr/>
        </p:nvSpPr>
        <p:spPr>
          <a:xfrm>
            <a:off x="7903502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D82AA1-F690-9672-3DF5-A59D04C8BAEA}"/>
              </a:ext>
            </a:extLst>
          </p:cNvPr>
          <p:cNvSpPr/>
          <p:nvPr/>
        </p:nvSpPr>
        <p:spPr>
          <a:xfrm>
            <a:off x="80330" y="682848"/>
            <a:ext cx="4864159" cy="6195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867381-487F-F9B8-69A5-D37E290FF01F}"/>
              </a:ext>
            </a:extLst>
          </p:cNvPr>
          <p:cNvSpPr/>
          <p:nvPr/>
        </p:nvSpPr>
        <p:spPr>
          <a:xfrm>
            <a:off x="1005880" y="2053147"/>
            <a:ext cx="4864159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7DE17F-F347-5045-8A01-2DA541E3C255}"/>
              </a:ext>
            </a:extLst>
          </p:cNvPr>
          <p:cNvSpPr/>
          <p:nvPr/>
        </p:nvSpPr>
        <p:spPr>
          <a:xfrm>
            <a:off x="972224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B5048C-9B8B-DDD5-C88C-55CEC63A610E}"/>
              </a:ext>
            </a:extLst>
          </p:cNvPr>
          <p:cNvSpPr/>
          <p:nvPr/>
        </p:nvSpPr>
        <p:spPr>
          <a:xfrm>
            <a:off x="2047095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865E8B-A89F-E5F4-5A59-E3614B350763}"/>
              </a:ext>
            </a:extLst>
          </p:cNvPr>
          <p:cNvSpPr/>
          <p:nvPr/>
        </p:nvSpPr>
        <p:spPr>
          <a:xfrm>
            <a:off x="3087570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6E1B47-1326-3252-8A6A-1B0D5D5B1FB0}"/>
              </a:ext>
            </a:extLst>
          </p:cNvPr>
          <p:cNvSpPr/>
          <p:nvPr/>
        </p:nvSpPr>
        <p:spPr>
          <a:xfrm>
            <a:off x="4163337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4CF405B-8181-A790-6383-2B5E82ECCFA7}"/>
              </a:ext>
            </a:extLst>
          </p:cNvPr>
          <p:cNvSpPr/>
          <p:nvPr/>
        </p:nvSpPr>
        <p:spPr>
          <a:xfrm>
            <a:off x="426717" y="1019778"/>
            <a:ext cx="4725774" cy="1199352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27CF1E-AFF6-098C-C1AD-4ED2600ABDDB}"/>
              </a:ext>
            </a:extLst>
          </p:cNvPr>
          <p:cNvSpPr/>
          <p:nvPr/>
        </p:nvSpPr>
        <p:spPr>
          <a:xfrm>
            <a:off x="972224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8F75CC-DFCF-3F5F-AC9A-7DB4BD2A6EA5}"/>
              </a:ext>
            </a:extLst>
          </p:cNvPr>
          <p:cNvSpPr/>
          <p:nvPr/>
        </p:nvSpPr>
        <p:spPr>
          <a:xfrm>
            <a:off x="2047095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B142D8-84B6-0B19-5DFA-2E689063CFE1}"/>
              </a:ext>
            </a:extLst>
          </p:cNvPr>
          <p:cNvSpPr/>
          <p:nvPr/>
        </p:nvSpPr>
        <p:spPr>
          <a:xfrm>
            <a:off x="3087570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0A1CD01-AC93-E8F6-53B7-BA877245821F}"/>
              </a:ext>
            </a:extLst>
          </p:cNvPr>
          <p:cNvSpPr/>
          <p:nvPr/>
        </p:nvSpPr>
        <p:spPr>
          <a:xfrm>
            <a:off x="4163337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8C44EF9-9066-30DF-B310-AA8BA38F3D87}"/>
              </a:ext>
            </a:extLst>
          </p:cNvPr>
          <p:cNvCxnSpPr>
            <a:stCxn id="43" idx="0"/>
            <a:endCxn id="57" idx="2"/>
          </p:cNvCxnSpPr>
          <p:nvPr/>
        </p:nvCxnSpPr>
        <p:spPr>
          <a:xfrm flipV="1">
            <a:off x="1104560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A437B52-1648-8019-8668-ED6909A03DB7}"/>
              </a:ext>
            </a:extLst>
          </p:cNvPr>
          <p:cNvCxnSpPr>
            <a:cxnSpLocks/>
            <a:stCxn id="43" idx="0"/>
            <a:endCxn id="58" idx="2"/>
          </p:cNvCxnSpPr>
          <p:nvPr/>
        </p:nvCxnSpPr>
        <p:spPr>
          <a:xfrm flipV="1">
            <a:off x="1104560" y="958819"/>
            <a:ext cx="1074871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3268A42-7EFE-FEE0-A6E3-E0D7741444F4}"/>
              </a:ext>
            </a:extLst>
          </p:cNvPr>
          <p:cNvCxnSpPr>
            <a:cxnSpLocks/>
            <a:stCxn id="43" idx="0"/>
            <a:endCxn id="59" idx="2"/>
          </p:cNvCxnSpPr>
          <p:nvPr/>
        </p:nvCxnSpPr>
        <p:spPr>
          <a:xfrm flipV="1">
            <a:off x="1104560" y="958819"/>
            <a:ext cx="2115346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CC91991-B3DE-ADBA-DFFA-DD749BCBED26}"/>
              </a:ext>
            </a:extLst>
          </p:cNvPr>
          <p:cNvCxnSpPr>
            <a:cxnSpLocks/>
            <a:stCxn id="43" idx="0"/>
            <a:endCxn id="78" idx="2"/>
          </p:cNvCxnSpPr>
          <p:nvPr/>
        </p:nvCxnSpPr>
        <p:spPr>
          <a:xfrm flipV="1">
            <a:off x="1104560" y="958819"/>
            <a:ext cx="3191113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4788F9F-3CF1-2C2D-7A37-5048FDBF8223}"/>
              </a:ext>
            </a:extLst>
          </p:cNvPr>
          <p:cNvCxnSpPr>
            <a:cxnSpLocks/>
            <a:stCxn id="45" idx="0"/>
            <a:endCxn id="58" idx="2"/>
          </p:cNvCxnSpPr>
          <p:nvPr/>
        </p:nvCxnSpPr>
        <p:spPr>
          <a:xfrm flipV="1">
            <a:off x="2179431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80E3662-8290-DD5B-9973-C1AF5C0D6E14}"/>
              </a:ext>
            </a:extLst>
          </p:cNvPr>
          <p:cNvCxnSpPr>
            <a:cxnSpLocks/>
            <a:stCxn id="45" idx="0"/>
            <a:endCxn id="59" idx="2"/>
          </p:cNvCxnSpPr>
          <p:nvPr/>
        </p:nvCxnSpPr>
        <p:spPr>
          <a:xfrm flipV="1">
            <a:off x="2179431" y="958819"/>
            <a:ext cx="1040475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9FA59F1-43CD-802A-AEA3-6D96B62EA723}"/>
              </a:ext>
            </a:extLst>
          </p:cNvPr>
          <p:cNvCxnSpPr>
            <a:cxnSpLocks/>
            <a:stCxn id="45" idx="0"/>
            <a:endCxn id="78" idx="2"/>
          </p:cNvCxnSpPr>
          <p:nvPr/>
        </p:nvCxnSpPr>
        <p:spPr>
          <a:xfrm flipV="1">
            <a:off x="2179431" y="958819"/>
            <a:ext cx="2116242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8A64689-2293-164E-AFFC-6B5E74204315}"/>
              </a:ext>
            </a:extLst>
          </p:cNvPr>
          <p:cNvCxnSpPr>
            <a:cxnSpLocks/>
            <a:stCxn id="47" idx="0"/>
            <a:endCxn id="59" idx="2"/>
          </p:cNvCxnSpPr>
          <p:nvPr/>
        </p:nvCxnSpPr>
        <p:spPr>
          <a:xfrm flipV="1">
            <a:off x="3219906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F71B2DB-7D27-DDED-5F47-C2F0C14C2ECC}"/>
              </a:ext>
            </a:extLst>
          </p:cNvPr>
          <p:cNvCxnSpPr>
            <a:cxnSpLocks/>
            <a:stCxn id="47" idx="0"/>
            <a:endCxn id="78" idx="2"/>
          </p:cNvCxnSpPr>
          <p:nvPr/>
        </p:nvCxnSpPr>
        <p:spPr>
          <a:xfrm flipV="1">
            <a:off x="3219906" y="958819"/>
            <a:ext cx="1075767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32ABB75-DCC6-98A0-E46D-C8DA6603CD82}"/>
              </a:ext>
            </a:extLst>
          </p:cNvPr>
          <p:cNvCxnSpPr>
            <a:cxnSpLocks/>
            <a:stCxn id="53" idx="0"/>
            <a:endCxn id="78" idx="2"/>
          </p:cNvCxnSpPr>
          <p:nvPr/>
        </p:nvCxnSpPr>
        <p:spPr>
          <a:xfrm flipV="1">
            <a:off x="4295673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E81404A-88FA-056B-0163-444AD3BF42CB}"/>
                  </a:ext>
                </a:extLst>
              </p:cNvPr>
              <p:cNvSpPr txBox="1"/>
              <p:nvPr/>
            </p:nvSpPr>
            <p:spPr>
              <a:xfrm>
                <a:off x="0" y="2988109"/>
                <a:ext cx="5846384" cy="838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E81404A-88FA-056B-0163-444AD3BF4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88109"/>
                <a:ext cx="5846384" cy="83843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2DD5558-B886-FFA5-3030-D0C59811CDC3}"/>
                  </a:ext>
                </a:extLst>
              </p:cNvPr>
              <p:cNvSpPr txBox="1"/>
              <p:nvPr/>
            </p:nvSpPr>
            <p:spPr>
              <a:xfrm>
                <a:off x="-75410" y="3792272"/>
                <a:ext cx="5846384" cy="838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MaskedAttention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2DD5558-B886-FFA5-3030-D0C59811C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410" y="3792272"/>
                <a:ext cx="5846384" cy="83843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226DFE1-99D9-AA5B-36D3-0C4BBB211504}"/>
                  </a:ext>
                </a:extLst>
              </p:cNvPr>
              <p:cNvSpPr txBox="1"/>
              <p:nvPr/>
            </p:nvSpPr>
            <p:spPr>
              <a:xfrm>
                <a:off x="113363" y="5467913"/>
                <a:ext cx="119870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226DFE1-99D9-AA5B-36D3-0C4BBB211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63" y="5467913"/>
                <a:ext cx="1198705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9" name="Table 118">
                <a:extLst>
                  <a:ext uri="{FF2B5EF4-FFF2-40B4-BE49-F238E27FC236}">
                    <a16:creationId xmlns:a16="http://schemas.microsoft.com/office/drawing/2014/main" id="{4FE202A4-FE96-A602-A3FC-2F8511EA985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8903" y="4575666"/>
              <a:ext cx="2196145" cy="21961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9229">
                      <a:extLst>
                        <a:ext uri="{9D8B030D-6E8A-4147-A177-3AD203B41FA5}">
                          <a16:colId xmlns:a16="http://schemas.microsoft.com/office/drawing/2014/main" val="1627602644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3814245737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4042101791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1871427242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1588861638"/>
                        </a:ext>
                      </a:extLst>
                    </a:gridCol>
                  </a:tblGrid>
                  <a:tr h="4392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0944383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6986087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195589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381229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500" b="0" dirty="0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63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9" name="Table 118">
                <a:extLst>
                  <a:ext uri="{FF2B5EF4-FFF2-40B4-BE49-F238E27FC236}">
                    <a16:creationId xmlns:a16="http://schemas.microsoft.com/office/drawing/2014/main" id="{4FE202A4-FE96-A602-A3FC-2F8511EA985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8903" y="4575666"/>
              <a:ext cx="2196145" cy="21961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9229">
                      <a:extLst>
                        <a:ext uri="{9D8B030D-6E8A-4147-A177-3AD203B41FA5}">
                          <a16:colId xmlns:a16="http://schemas.microsoft.com/office/drawing/2014/main" val="1627602644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3814245737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4042101791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1871427242"/>
                        </a:ext>
                      </a:extLst>
                    </a:gridCol>
                    <a:gridCol w="439229">
                      <a:extLst>
                        <a:ext uri="{9D8B030D-6E8A-4147-A177-3AD203B41FA5}">
                          <a16:colId xmlns:a16="http://schemas.microsoft.com/office/drawing/2014/main" val="1588861638"/>
                        </a:ext>
                      </a:extLst>
                    </a:gridCol>
                  </a:tblGrid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2857" r="-40285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2857" r="-30285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2857" r="-211765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2857" r="-105714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2857" r="-571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0944383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102857" r="-40285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102857" r="-30285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102857" r="-21176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102857" r="-10571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102857" r="-571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6986087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208824" r="-402857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208824" r="-302857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208824" r="-211765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208824" r="-105714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208824" r="-5714" b="-2088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195589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300000" r="-402857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300000" r="-302857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300000" r="-211765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300000" r="-105714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300000" r="-5714" b="-1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381229"/>
                      </a:ext>
                    </a:extLst>
                  </a:tr>
                  <a:tr h="439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t="-400000" r="-402857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100000" t="-400000" r="-302857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05882" t="-400000" r="-21176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97143" t="-400000" r="-10571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825" marR="99825" marT="49912" marB="499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397143" t="-400000" r="-5714" b="-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638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F333A17F-2B88-357D-5A5C-6C6FDBEF3534}"/>
              </a:ext>
            </a:extLst>
          </p:cNvPr>
          <p:cNvSpPr txBox="1"/>
          <p:nvPr/>
        </p:nvSpPr>
        <p:spPr>
          <a:xfrm>
            <a:off x="7109914" y="3937053"/>
            <a:ext cx="1081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Masked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1997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1B330803-CBFD-3F40-C1D3-EBE81751E98C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442ECB-A183-2735-6E9D-137116C8AF35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6259-C836-5E92-640C-EF91A2A6AD82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72D3D-1D0E-588D-80E5-8EED2A7B099E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9B8349-872B-9A16-BF4F-CDF43FD9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517D29-496B-706F-5019-918AFBB0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98B606-A142-6000-D27F-0FD774CE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5876657" y="226396"/>
            <a:ext cx="6015090" cy="4369799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0A67C8-3A86-1C11-1DB4-DBE81074A745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36F89F-A1D9-1A5B-015C-70C8B0B6A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9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stCxn id="172" idx="3"/>
            <a:endCxn id="40" idx="1"/>
          </p:cNvCxnSpPr>
          <p:nvPr/>
        </p:nvCxnSpPr>
        <p:spPr>
          <a:xfrm flipV="1">
            <a:off x="4684382" y="2411296"/>
            <a:ext cx="1192275" cy="33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15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D82AA1-F690-9672-3DF5-A59D04C8BAEA}"/>
              </a:ext>
            </a:extLst>
          </p:cNvPr>
          <p:cNvSpPr/>
          <p:nvPr/>
        </p:nvSpPr>
        <p:spPr>
          <a:xfrm>
            <a:off x="80330" y="682848"/>
            <a:ext cx="4864159" cy="6195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867381-487F-F9B8-69A5-D37E290FF01F}"/>
              </a:ext>
            </a:extLst>
          </p:cNvPr>
          <p:cNvSpPr/>
          <p:nvPr/>
        </p:nvSpPr>
        <p:spPr>
          <a:xfrm>
            <a:off x="1005880" y="2053147"/>
            <a:ext cx="4864159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7DE17F-F347-5045-8A01-2DA541E3C255}"/>
              </a:ext>
            </a:extLst>
          </p:cNvPr>
          <p:cNvSpPr/>
          <p:nvPr/>
        </p:nvSpPr>
        <p:spPr>
          <a:xfrm>
            <a:off x="972224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B5048C-9B8B-DDD5-C88C-55CEC63A610E}"/>
              </a:ext>
            </a:extLst>
          </p:cNvPr>
          <p:cNvSpPr/>
          <p:nvPr/>
        </p:nvSpPr>
        <p:spPr>
          <a:xfrm>
            <a:off x="2047095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865E8B-A89F-E5F4-5A59-E3614B350763}"/>
              </a:ext>
            </a:extLst>
          </p:cNvPr>
          <p:cNvSpPr/>
          <p:nvPr/>
        </p:nvSpPr>
        <p:spPr>
          <a:xfrm>
            <a:off x="3087570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6E1B47-1326-3252-8A6A-1B0D5D5B1FB0}"/>
              </a:ext>
            </a:extLst>
          </p:cNvPr>
          <p:cNvSpPr/>
          <p:nvPr/>
        </p:nvSpPr>
        <p:spPr>
          <a:xfrm>
            <a:off x="4163337" y="2295494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4CF405B-8181-A790-6383-2B5E82ECCFA7}"/>
              </a:ext>
            </a:extLst>
          </p:cNvPr>
          <p:cNvSpPr/>
          <p:nvPr/>
        </p:nvSpPr>
        <p:spPr>
          <a:xfrm>
            <a:off x="426717" y="1019778"/>
            <a:ext cx="4725774" cy="1199352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27CF1E-AFF6-098C-C1AD-4ED2600ABDDB}"/>
              </a:ext>
            </a:extLst>
          </p:cNvPr>
          <p:cNvSpPr/>
          <p:nvPr/>
        </p:nvSpPr>
        <p:spPr>
          <a:xfrm>
            <a:off x="972224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8F75CC-DFCF-3F5F-AC9A-7DB4BD2A6EA5}"/>
              </a:ext>
            </a:extLst>
          </p:cNvPr>
          <p:cNvSpPr/>
          <p:nvPr/>
        </p:nvSpPr>
        <p:spPr>
          <a:xfrm>
            <a:off x="2047095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B142D8-84B6-0B19-5DFA-2E689063CFE1}"/>
              </a:ext>
            </a:extLst>
          </p:cNvPr>
          <p:cNvSpPr/>
          <p:nvPr/>
        </p:nvSpPr>
        <p:spPr>
          <a:xfrm>
            <a:off x="3087570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0A1CD01-AC93-E8F6-53B7-BA877245821F}"/>
              </a:ext>
            </a:extLst>
          </p:cNvPr>
          <p:cNvSpPr/>
          <p:nvPr/>
        </p:nvSpPr>
        <p:spPr>
          <a:xfrm>
            <a:off x="4163337" y="527879"/>
            <a:ext cx="264672" cy="430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8C44EF9-9066-30DF-B310-AA8BA38F3D87}"/>
              </a:ext>
            </a:extLst>
          </p:cNvPr>
          <p:cNvCxnSpPr>
            <a:stCxn id="43" idx="0"/>
            <a:endCxn id="57" idx="2"/>
          </p:cNvCxnSpPr>
          <p:nvPr/>
        </p:nvCxnSpPr>
        <p:spPr>
          <a:xfrm flipV="1">
            <a:off x="1104560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A437B52-1648-8019-8668-ED6909A03DB7}"/>
              </a:ext>
            </a:extLst>
          </p:cNvPr>
          <p:cNvCxnSpPr>
            <a:cxnSpLocks/>
            <a:stCxn id="43" idx="0"/>
            <a:endCxn id="58" idx="2"/>
          </p:cNvCxnSpPr>
          <p:nvPr/>
        </p:nvCxnSpPr>
        <p:spPr>
          <a:xfrm flipV="1">
            <a:off x="1104560" y="958819"/>
            <a:ext cx="1074871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3268A42-7EFE-FEE0-A6E3-E0D7741444F4}"/>
              </a:ext>
            </a:extLst>
          </p:cNvPr>
          <p:cNvCxnSpPr>
            <a:cxnSpLocks/>
            <a:stCxn id="43" idx="0"/>
            <a:endCxn id="59" idx="2"/>
          </p:cNvCxnSpPr>
          <p:nvPr/>
        </p:nvCxnSpPr>
        <p:spPr>
          <a:xfrm flipV="1">
            <a:off x="1104560" y="958819"/>
            <a:ext cx="2115346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CC91991-B3DE-ADBA-DFFA-DD749BCBED26}"/>
              </a:ext>
            </a:extLst>
          </p:cNvPr>
          <p:cNvCxnSpPr>
            <a:cxnSpLocks/>
            <a:stCxn id="43" idx="0"/>
            <a:endCxn id="78" idx="2"/>
          </p:cNvCxnSpPr>
          <p:nvPr/>
        </p:nvCxnSpPr>
        <p:spPr>
          <a:xfrm flipV="1">
            <a:off x="1104560" y="958819"/>
            <a:ext cx="3191113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4788F9F-3CF1-2C2D-7A37-5048FDBF8223}"/>
              </a:ext>
            </a:extLst>
          </p:cNvPr>
          <p:cNvCxnSpPr>
            <a:cxnSpLocks/>
            <a:stCxn id="45" idx="0"/>
            <a:endCxn id="58" idx="2"/>
          </p:cNvCxnSpPr>
          <p:nvPr/>
        </p:nvCxnSpPr>
        <p:spPr>
          <a:xfrm flipV="1">
            <a:off x="2179431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80E3662-8290-DD5B-9973-C1AF5C0D6E14}"/>
              </a:ext>
            </a:extLst>
          </p:cNvPr>
          <p:cNvCxnSpPr>
            <a:cxnSpLocks/>
            <a:stCxn id="45" idx="0"/>
            <a:endCxn id="59" idx="2"/>
          </p:cNvCxnSpPr>
          <p:nvPr/>
        </p:nvCxnSpPr>
        <p:spPr>
          <a:xfrm flipV="1">
            <a:off x="2179431" y="958819"/>
            <a:ext cx="1040475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9FA59F1-43CD-802A-AEA3-6D96B62EA723}"/>
              </a:ext>
            </a:extLst>
          </p:cNvPr>
          <p:cNvCxnSpPr>
            <a:cxnSpLocks/>
            <a:stCxn id="45" idx="0"/>
            <a:endCxn id="78" idx="2"/>
          </p:cNvCxnSpPr>
          <p:nvPr/>
        </p:nvCxnSpPr>
        <p:spPr>
          <a:xfrm flipV="1">
            <a:off x="2179431" y="958819"/>
            <a:ext cx="2116242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8A64689-2293-164E-AFFC-6B5E74204315}"/>
              </a:ext>
            </a:extLst>
          </p:cNvPr>
          <p:cNvCxnSpPr>
            <a:cxnSpLocks/>
            <a:stCxn id="47" idx="0"/>
            <a:endCxn id="59" idx="2"/>
          </p:cNvCxnSpPr>
          <p:nvPr/>
        </p:nvCxnSpPr>
        <p:spPr>
          <a:xfrm flipV="1">
            <a:off x="3219906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F71B2DB-7D27-DDED-5F47-C2F0C14C2ECC}"/>
              </a:ext>
            </a:extLst>
          </p:cNvPr>
          <p:cNvCxnSpPr>
            <a:cxnSpLocks/>
            <a:stCxn id="47" idx="0"/>
            <a:endCxn id="78" idx="2"/>
          </p:cNvCxnSpPr>
          <p:nvPr/>
        </p:nvCxnSpPr>
        <p:spPr>
          <a:xfrm flipV="1">
            <a:off x="3219906" y="958819"/>
            <a:ext cx="1075767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32ABB75-DCC6-98A0-E46D-C8DA6603CD82}"/>
              </a:ext>
            </a:extLst>
          </p:cNvPr>
          <p:cNvCxnSpPr>
            <a:cxnSpLocks/>
            <a:stCxn id="53" idx="0"/>
            <a:endCxn id="78" idx="2"/>
          </p:cNvCxnSpPr>
          <p:nvPr/>
        </p:nvCxnSpPr>
        <p:spPr>
          <a:xfrm flipV="1">
            <a:off x="4295673" y="958819"/>
            <a:ext cx="0" cy="133667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6324A86-3DAD-5C09-4BAD-D7C8506400CA}"/>
              </a:ext>
            </a:extLst>
          </p:cNvPr>
          <p:cNvSpPr txBox="1"/>
          <p:nvPr/>
        </p:nvSpPr>
        <p:spPr>
          <a:xfrm>
            <a:off x="423792" y="4034884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EE5C9DA-644A-5961-4A35-253E8FD34778}"/>
              </a:ext>
            </a:extLst>
          </p:cNvPr>
          <p:cNvSpPr txBox="1"/>
          <p:nvPr/>
        </p:nvSpPr>
        <p:spPr>
          <a:xfrm>
            <a:off x="1428027" y="4034884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CB44754-FEBB-8AE2-5374-CDA44EE2F3F6}"/>
              </a:ext>
            </a:extLst>
          </p:cNvPr>
          <p:cNvSpPr txBox="1"/>
          <p:nvPr/>
        </p:nvSpPr>
        <p:spPr>
          <a:xfrm>
            <a:off x="423792" y="4939276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D8FDD37-F936-FB38-1169-1A9E0D22AF36}"/>
              </a:ext>
            </a:extLst>
          </p:cNvPr>
          <p:cNvSpPr txBox="1"/>
          <p:nvPr/>
        </p:nvSpPr>
        <p:spPr>
          <a:xfrm>
            <a:off x="1428027" y="4939276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A5AABA4-A484-707D-4552-FF63550C771E}"/>
              </a:ext>
            </a:extLst>
          </p:cNvPr>
          <p:cNvSpPr txBox="1"/>
          <p:nvPr/>
        </p:nvSpPr>
        <p:spPr>
          <a:xfrm>
            <a:off x="2366385" y="4938030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8D2C856-1BB7-E38A-E2E2-1269E3BEDF6A}"/>
              </a:ext>
            </a:extLst>
          </p:cNvPr>
          <p:cNvSpPr txBox="1"/>
          <p:nvPr/>
        </p:nvSpPr>
        <p:spPr>
          <a:xfrm>
            <a:off x="423792" y="584366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EFBDC58-65D2-339C-1CAF-021687E1F50A}"/>
              </a:ext>
            </a:extLst>
          </p:cNvPr>
          <p:cNvSpPr txBox="1"/>
          <p:nvPr/>
        </p:nvSpPr>
        <p:spPr>
          <a:xfrm>
            <a:off x="1428027" y="583822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AF94819-AC61-6F10-ADE8-062E91729059}"/>
              </a:ext>
            </a:extLst>
          </p:cNvPr>
          <p:cNvSpPr txBox="1"/>
          <p:nvPr/>
        </p:nvSpPr>
        <p:spPr>
          <a:xfrm>
            <a:off x="2366385" y="5838222"/>
            <a:ext cx="444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2C85C94-8D19-543E-5DDC-B2F49F3D1B8C}"/>
              </a:ext>
            </a:extLst>
          </p:cNvPr>
          <p:cNvSpPr txBox="1"/>
          <p:nvPr/>
        </p:nvSpPr>
        <p:spPr>
          <a:xfrm>
            <a:off x="3260369" y="583822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7011350-9F43-95F8-8763-542A7A32194A}"/>
              </a:ext>
            </a:extLst>
          </p:cNvPr>
          <p:cNvSpPr txBox="1"/>
          <p:nvPr/>
        </p:nvSpPr>
        <p:spPr>
          <a:xfrm>
            <a:off x="423792" y="313049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7BD99A9-7A0A-BD42-E71C-64AE783597AE}"/>
              </a:ext>
            </a:extLst>
          </p:cNvPr>
          <p:cNvSpPr txBox="1"/>
          <p:nvPr/>
        </p:nvSpPr>
        <p:spPr>
          <a:xfrm>
            <a:off x="7903502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6A71D13-BDCC-735C-CA2C-EA40573CEC18}"/>
              </a:ext>
            </a:extLst>
          </p:cNvPr>
          <p:cNvSpPr txBox="1"/>
          <p:nvPr/>
        </p:nvSpPr>
        <p:spPr>
          <a:xfrm>
            <a:off x="7109914" y="3937053"/>
            <a:ext cx="1081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Masked</a:t>
            </a:r>
            <a:endParaRPr lang="en-US" sz="200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DFB4A81-1089-0513-2D35-D98E530660E3}"/>
              </a:ext>
            </a:extLst>
          </p:cNvPr>
          <p:cNvSpPr/>
          <p:nvPr/>
        </p:nvSpPr>
        <p:spPr>
          <a:xfrm>
            <a:off x="427549" y="3133431"/>
            <a:ext cx="548433" cy="5232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46703A5-8272-A9B9-6684-A936E4585F78}"/>
              </a:ext>
            </a:extLst>
          </p:cNvPr>
          <p:cNvSpPr/>
          <p:nvPr/>
        </p:nvSpPr>
        <p:spPr>
          <a:xfrm>
            <a:off x="1428027" y="4031490"/>
            <a:ext cx="548433" cy="5232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8EC46E4-8D7F-DC2B-E4C9-99E4CAD63AC8}"/>
              </a:ext>
            </a:extLst>
          </p:cNvPr>
          <p:cNvSpPr/>
          <p:nvPr/>
        </p:nvSpPr>
        <p:spPr>
          <a:xfrm>
            <a:off x="2366512" y="4897391"/>
            <a:ext cx="548433" cy="5232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DD382380-9C7A-D038-77CF-4A632842F643}"/>
              </a:ext>
            </a:extLst>
          </p:cNvPr>
          <p:cNvSpPr/>
          <p:nvPr/>
        </p:nvSpPr>
        <p:spPr>
          <a:xfrm>
            <a:off x="3166983" y="5838222"/>
            <a:ext cx="548433" cy="5232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DCBCD4F-2EC7-A227-06B9-A0BB4CC1B490}"/>
              </a:ext>
            </a:extLst>
          </p:cNvPr>
          <p:cNvSpPr txBox="1"/>
          <p:nvPr/>
        </p:nvSpPr>
        <p:spPr>
          <a:xfrm>
            <a:off x="3915310" y="4021633"/>
            <a:ext cx="17089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Training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examples</a:t>
            </a:r>
            <a:endParaRPr lang="en-US" sz="2400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DD70263-1AE8-F989-6650-4546C6EEC1C5}"/>
              </a:ext>
            </a:extLst>
          </p:cNvPr>
          <p:cNvCxnSpPr/>
          <p:nvPr/>
        </p:nvCxnSpPr>
        <p:spPr>
          <a:xfrm>
            <a:off x="1005880" y="3392102"/>
            <a:ext cx="2751909" cy="88823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18ED0FE-D04A-C417-1580-A93B18BC4DCD}"/>
              </a:ext>
            </a:extLst>
          </p:cNvPr>
          <p:cNvCxnSpPr>
            <a:cxnSpLocks/>
            <a:stCxn id="154" idx="3"/>
          </p:cNvCxnSpPr>
          <p:nvPr/>
        </p:nvCxnSpPr>
        <p:spPr>
          <a:xfrm>
            <a:off x="1976460" y="4293100"/>
            <a:ext cx="1686172" cy="18668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3B015544-8B8B-6F1C-7270-4DEDA6BC9F97}"/>
              </a:ext>
            </a:extLst>
          </p:cNvPr>
          <p:cNvCxnSpPr>
            <a:cxnSpLocks/>
          </p:cNvCxnSpPr>
          <p:nvPr/>
        </p:nvCxnSpPr>
        <p:spPr>
          <a:xfrm flipV="1">
            <a:off x="2881083" y="4671758"/>
            <a:ext cx="807039" cy="49423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BFA89C2D-E3DA-EF49-F917-02C0F049E541}"/>
              </a:ext>
            </a:extLst>
          </p:cNvPr>
          <p:cNvCxnSpPr>
            <a:cxnSpLocks/>
          </p:cNvCxnSpPr>
          <p:nvPr/>
        </p:nvCxnSpPr>
        <p:spPr>
          <a:xfrm flipV="1">
            <a:off x="3741310" y="4835418"/>
            <a:ext cx="226268" cy="126441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813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54" grpId="0" animBg="1"/>
      <p:bldP spid="155" grpId="0" animBg="1"/>
      <p:bldP spid="156" grpId="0" animBg="1"/>
      <p:bldP spid="15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5876657" y="226396"/>
            <a:ext cx="6015090" cy="4369799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4684382" y="2411296"/>
            <a:ext cx="1192275" cy="33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7BD99A9-7A0A-BD42-E71C-64AE783597AE}"/>
              </a:ext>
            </a:extLst>
          </p:cNvPr>
          <p:cNvSpPr txBox="1"/>
          <p:nvPr/>
        </p:nvSpPr>
        <p:spPr>
          <a:xfrm>
            <a:off x="7903502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6A71D13-BDCC-735C-CA2C-EA40573CEC18}"/>
              </a:ext>
            </a:extLst>
          </p:cNvPr>
          <p:cNvSpPr txBox="1"/>
          <p:nvPr/>
        </p:nvSpPr>
        <p:spPr>
          <a:xfrm>
            <a:off x="7109914" y="3937053"/>
            <a:ext cx="1081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Masked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189CA-5261-83FE-ED0C-442E1C831B15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26CDB-CB29-A817-FDA0-6EB34C05E0FA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F4161-CA1E-109D-C5A7-080133E93DE5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E99BCB-5B52-4190-F1D4-988CB0F9A7C0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81D00-2CB0-1E70-7385-D155402C987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774C0-B3A2-8FE0-2E9A-BF0DD1927236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581F6-1296-2C7D-19F1-3C07A4F9ADB8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3CD9A4-8A56-2165-81BB-A9797315D5D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3CD9A4-8A56-2165-81BB-A9797315D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09E1F-473E-C2AF-72FC-A743A6D765E7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09E1F-473E-C2AF-72FC-A743A6D76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E3707B-FB05-4BC7-0A00-66F36ABA1C88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E3707B-FB05-4BC7-0A00-66F36ABA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C8737324-3E3F-83C0-B981-2FDEF4F6CEF0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085331-0F08-6EAB-01E1-BF0F1C12CEE3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B6F657-1FE1-B1BE-8302-609BD276736F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79D7C8-8C25-9C54-BBBB-7B3CA3D6C91B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FC8FF-17BC-7BF1-3797-C5CEE65C4469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FC8FF-17BC-7BF1-3797-C5CEE65C4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1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A568B05-73FD-C1F4-C299-73975187CEFE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4926BCC-85B2-E6B9-C6D4-13936D59248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Multiply 40">
              <a:extLst>
                <a:ext uri="{FF2B5EF4-FFF2-40B4-BE49-F238E27FC236}">
                  <a16:creationId xmlns:a16="http://schemas.microsoft.com/office/drawing/2014/main" id="{DD82D19D-4CBC-3A94-7113-6ABCF6B8576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157FC1-ED62-18EA-97C1-CF904DA0BDB4}"/>
              </a:ext>
            </a:extLst>
          </p:cNvPr>
          <p:cNvCxnSpPr>
            <a:stCxn id="5" idx="0"/>
            <a:endCxn id="35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A9A5E79-AE94-DE1E-42CC-65738263F96B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47EE1A8-9CD1-E492-1658-39C692863451}"/>
              </a:ext>
            </a:extLst>
          </p:cNvPr>
          <p:cNvCxnSpPr>
            <a:cxnSpLocks/>
            <a:endCxn id="35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6777E12-BD0F-6464-9102-CB6D7EE2B8E0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5907E62-DF35-01C9-DC19-C62B7B7A3A8B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Multiply 50">
              <a:extLst>
                <a:ext uri="{FF2B5EF4-FFF2-40B4-BE49-F238E27FC236}">
                  <a16:creationId xmlns:a16="http://schemas.microsoft.com/office/drawing/2014/main" id="{5E4CEEED-25A2-272D-5694-E7A5693093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B70CFC8-DE40-2A4E-2998-29F47F5416C8}"/>
              </a:ext>
            </a:extLst>
          </p:cNvPr>
          <p:cNvCxnSpPr>
            <a:endCxn id="50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6C77494-2C43-FBFD-6A57-BA3007B2A62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CB67D-21FE-FD8F-5E00-611563DFA7A5}"/>
              </a:ext>
            </a:extLst>
          </p:cNvPr>
          <p:cNvCxnSpPr>
            <a:cxnSpLocks/>
            <a:endCxn id="50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0AD5F3E-A574-7342-6D4C-AD13BA918452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C647344-2F2D-DD09-3543-F39F7FC1F18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Multiply 61">
              <a:extLst>
                <a:ext uri="{FF2B5EF4-FFF2-40B4-BE49-F238E27FC236}">
                  <a16:creationId xmlns:a16="http://schemas.microsoft.com/office/drawing/2014/main" id="{4A74FEB4-A09E-523A-0A16-85663D8D8AF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3C00325-94CB-C72B-A542-7133ECA4CBD2}"/>
              </a:ext>
            </a:extLst>
          </p:cNvPr>
          <p:cNvCxnSpPr>
            <a:endCxn id="61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F977E66-79A7-E214-894F-B70D8EF64A4A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B6F7A48-7A28-E741-1C98-12428046C8A0}"/>
              </a:ext>
            </a:extLst>
          </p:cNvPr>
          <p:cNvCxnSpPr>
            <a:cxnSpLocks/>
            <a:endCxn id="61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CA3C901-EF2C-1339-A904-107EB5C67EBF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DF6163B-65C7-018E-196A-78566E6D967D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6E5CAE-C2AE-895D-A831-829922393771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C3D8B43-8BF3-5663-A418-1FA0967BA48B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B92426-0D87-455E-EA3F-4B3933496524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B92426-0D87-455E-EA3F-4B3933496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E43938-EF28-4188-490D-2C3A43649219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E43938-EF28-4188-490D-2C3A43649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645EEC3-D37F-6671-E70C-1934B141A982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645EEC3-D37F-6671-E70C-1934B141A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75BEB021-D079-8A28-27DC-AAF742AE005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368139-FDFE-1794-0600-6369620A19C3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9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1113E16-C2B8-4AA3-CF1E-B1219E94DD07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57EAA2-DDFC-3F3B-780A-51EFB871A27B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A8A6B0-F051-E874-8E1E-B690FB5C12B5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99">
            <a:extLst>
              <a:ext uri="{FF2B5EF4-FFF2-40B4-BE49-F238E27FC236}">
                <a16:creationId xmlns:a16="http://schemas.microsoft.com/office/drawing/2014/main" id="{96AC22A8-2874-0506-2FC1-955520125D5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D3B234-E6CB-F0E6-B20C-E8CF0C2D72E4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D3B234-E6CB-F0E6-B20C-E8CF0C2D7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Rectangle 113">
            <a:extLst>
              <a:ext uri="{FF2B5EF4-FFF2-40B4-BE49-F238E27FC236}">
                <a16:creationId xmlns:a16="http://schemas.microsoft.com/office/drawing/2014/main" id="{40A8488A-B31F-8962-381F-DC342F7617DA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929E6E9-4E79-2525-4964-B8BEC5DF430C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D5EEC18-8468-0F06-B52D-6D4D3BE4554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Multiply 118">
              <a:extLst>
                <a:ext uri="{FF2B5EF4-FFF2-40B4-BE49-F238E27FC236}">
                  <a16:creationId xmlns:a16="http://schemas.microsoft.com/office/drawing/2014/main" id="{1DD16D6B-39DE-1AB1-D7A3-852BE838090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506782B-1632-5591-2184-BAC8DB170641}"/>
              </a:ext>
            </a:extLst>
          </p:cNvPr>
          <p:cNvCxnSpPr>
            <a:endCxn id="118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9B059A5-6B55-A27D-EC92-53044721737D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9AA8F0B-D436-A73E-DCB6-AB0ADA7FE591}"/>
              </a:ext>
            </a:extLst>
          </p:cNvPr>
          <p:cNvCxnSpPr>
            <a:cxnSpLocks/>
            <a:endCxn id="118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146E0D4-E71B-5A38-DAC0-919A44839E26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52A8B38-1511-654A-11E6-C5323E2F88F9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52A8B38-1511-654A-11E6-C5323E2F8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49E0448F-68F5-FBE0-5135-2BC8AFDFADFE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BB78D45-1908-09A2-A7A4-28DA2CD8FCD1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4FC642-CBA0-FF0D-176F-365ED1BB5F55}"/>
              </a:ext>
            </a:extLst>
          </p:cNvPr>
          <p:cNvCxnSpPr>
            <a:cxnSpLocks/>
          </p:cNvCxnSpPr>
          <p:nvPr/>
        </p:nvCxnSpPr>
        <p:spPr>
          <a:xfrm flipV="1">
            <a:off x="10421186" y="3121891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EE4E6B-C92B-4A44-7422-26DE475499E1}"/>
              </a:ext>
            </a:extLst>
          </p:cNvPr>
          <p:cNvGrpSpPr/>
          <p:nvPr/>
        </p:nvGrpSpPr>
        <p:grpSpPr>
          <a:xfrm>
            <a:off x="10320251" y="3616577"/>
            <a:ext cx="202517" cy="202517"/>
            <a:chOff x="361477" y="1105173"/>
            <a:chExt cx="353898" cy="35389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D6DB14C-CA5E-E42F-7B63-2F7FBFD5517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Multiply 19">
              <a:extLst>
                <a:ext uri="{FF2B5EF4-FFF2-40B4-BE49-F238E27FC236}">
                  <a16:creationId xmlns:a16="http://schemas.microsoft.com/office/drawing/2014/main" id="{2699705D-B36F-2F38-345F-21C9D70349C5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BB45B99-1192-ED45-31F2-314C91E21A61}"/>
              </a:ext>
            </a:extLst>
          </p:cNvPr>
          <p:cNvCxnSpPr>
            <a:cxnSpLocks/>
          </p:cNvCxnSpPr>
          <p:nvPr/>
        </p:nvCxnSpPr>
        <p:spPr>
          <a:xfrm flipV="1">
            <a:off x="9917570" y="3717806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E6325B-6512-CFED-0F1B-6B09B11D41F6}"/>
              </a:ext>
            </a:extLst>
          </p:cNvPr>
          <p:cNvCxnSpPr>
            <a:cxnSpLocks/>
          </p:cNvCxnSpPr>
          <p:nvPr/>
        </p:nvCxnSpPr>
        <p:spPr>
          <a:xfrm>
            <a:off x="9922116" y="3717806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BD61B1-6B39-9BBB-A19C-1F8827EAD956}"/>
              </a:ext>
            </a:extLst>
          </p:cNvPr>
          <p:cNvCxnSpPr>
            <a:cxnSpLocks/>
          </p:cNvCxnSpPr>
          <p:nvPr/>
        </p:nvCxnSpPr>
        <p:spPr>
          <a:xfrm>
            <a:off x="9917570" y="4554379"/>
            <a:ext cx="498997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D3188E8-1FC2-65E5-64C3-CC0169546FB4}"/>
              </a:ext>
            </a:extLst>
          </p:cNvPr>
          <p:cNvSpPr/>
          <p:nvPr/>
        </p:nvSpPr>
        <p:spPr>
          <a:xfrm>
            <a:off x="9954515" y="3300939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28B3899-1002-1658-C349-5012C45AECBB}"/>
              </a:ext>
            </a:extLst>
          </p:cNvPr>
          <p:cNvCxnSpPr>
            <a:cxnSpLocks/>
          </p:cNvCxnSpPr>
          <p:nvPr/>
        </p:nvCxnSpPr>
        <p:spPr>
          <a:xfrm flipV="1">
            <a:off x="9912545" y="808967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9205483-45E8-FD04-E2D1-2508BA87F34A}"/>
              </a:ext>
            </a:extLst>
          </p:cNvPr>
          <p:cNvCxnSpPr>
            <a:cxnSpLocks/>
          </p:cNvCxnSpPr>
          <p:nvPr/>
        </p:nvCxnSpPr>
        <p:spPr>
          <a:xfrm>
            <a:off x="9912545" y="808967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F923D59-72D2-3D2C-4E1E-8B80DC2EAD9F}"/>
              </a:ext>
            </a:extLst>
          </p:cNvPr>
          <p:cNvCxnSpPr>
            <a:cxnSpLocks/>
          </p:cNvCxnSpPr>
          <p:nvPr/>
        </p:nvCxnSpPr>
        <p:spPr>
          <a:xfrm>
            <a:off x="9912545" y="1529411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4FF9020-911E-A2B1-B80D-0D0D89AB0F79}"/>
              </a:ext>
            </a:extLst>
          </p:cNvPr>
          <p:cNvCxnSpPr>
            <a:cxnSpLocks/>
          </p:cNvCxnSpPr>
          <p:nvPr/>
        </p:nvCxnSpPr>
        <p:spPr>
          <a:xfrm flipV="1">
            <a:off x="10422316" y="73891"/>
            <a:ext cx="0" cy="3174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AEE2054-A650-B30D-0729-5FE48907B0C5}"/>
              </a:ext>
            </a:extLst>
          </p:cNvPr>
          <p:cNvSpPr/>
          <p:nvPr/>
        </p:nvSpPr>
        <p:spPr>
          <a:xfrm>
            <a:off x="9948459" y="388856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9A695F-755D-6F63-D705-43E9B152A3AC}"/>
              </a:ext>
            </a:extLst>
          </p:cNvPr>
          <p:cNvSpPr/>
          <p:nvPr/>
        </p:nvSpPr>
        <p:spPr>
          <a:xfrm>
            <a:off x="9948458" y="997288"/>
            <a:ext cx="903121" cy="405478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Forward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4DF0431-EED4-1CBD-0309-53E19D32C955}"/>
              </a:ext>
            </a:extLst>
          </p:cNvPr>
          <p:cNvGrpSpPr/>
          <p:nvPr/>
        </p:nvGrpSpPr>
        <p:grpSpPr>
          <a:xfrm>
            <a:off x="10314195" y="707738"/>
            <a:ext cx="202517" cy="202517"/>
            <a:chOff x="361477" y="1105173"/>
            <a:chExt cx="353898" cy="353898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6B8A9EA-E14E-B6B7-DF0E-82C32831360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Multiply 46">
              <a:extLst>
                <a:ext uri="{FF2B5EF4-FFF2-40B4-BE49-F238E27FC236}">
                  <a16:creationId xmlns:a16="http://schemas.microsoft.com/office/drawing/2014/main" id="{DBEDC7E0-3B9C-D013-11F6-A24DD0D719E2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5F199FB1-8462-4ED7-DE82-FE78F874E076}"/>
              </a:ext>
            </a:extLst>
          </p:cNvPr>
          <p:cNvCxnSpPr>
            <a:cxnSpLocks/>
          </p:cNvCxnSpPr>
          <p:nvPr/>
        </p:nvCxnSpPr>
        <p:spPr>
          <a:xfrm flipV="1">
            <a:off x="9324339" y="3119155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9B4728D-69A8-5529-D2CD-D381C74CF051}"/>
              </a:ext>
            </a:extLst>
          </p:cNvPr>
          <p:cNvGrpSpPr/>
          <p:nvPr/>
        </p:nvGrpSpPr>
        <p:grpSpPr>
          <a:xfrm>
            <a:off x="9223404" y="3613841"/>
            <a:ext cx="202517" cy="202517"/>
            <a:chOff x="361477" y="1105173"/>
            <a:chExt cx="353898" cy="353898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1B1F7943-4BA4-C233-7713-F1475A8A5DB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Multiply 174">
              <a:extLst>
                <a:ext uri="{FF2B5EF4-FFF2-40B4-BE49-F238E27FC236}">
                  <a16:creationId xmlns:a16="http://schemas.microsoft.com/office/drawing/2014/main" id="{3F53C07F-1B9E-9ACC-3BE0-910DC737F550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D143612-263A-CC5A-6820-81276111F845}"/>
              </a:ext>
            </a:extLst>
          </p:cNvPr>
          <p:cNvCxnSpPr>
            <a:cxnSpLocks/>
          </p:cNvCxnSpPr>
          <p:nvPr/>
        </p:nvCxnSpPr>
        <p:spPr>
          <a:xfrm flipV="1">
            <a:off x="8820723" y="3715070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57867AAF-3E2A-3053-2CCB-0D1117DFB29D}"/>
              </a:ext>
            </a:extLst>
          </p:cNvPr>
          <p:cNvCxnSpPr>
            <a:cxnSpLocks/>
          </p:cNvCxnSpPr>
          <p:nvPr/>
        </p:nvCxnSpPr>
        <p:spPr>
          <a:xfrm>
            <a:off x="8825269" y="3715070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91D8C3A3-AA59-6DBF-25BE-0157023E71EC}"/>
              </a:ext>
            </a:extLst>
          </p:cNvPr>
          <p:cNvCxnSpPr>
            <a:cxnSpLocks/>
          </p:cNvCxnSpPr>
          <p:nvPr/>
        </p:nvCxnSpPr>
        <p:spPr>
          <a:xfrm>
            <a:off x="8820723" y="4551643"/>
            <a:ext cx="498997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1146EE9A-18CB-1815-ADA3-0B741487C18C}"/>
              </a:ext>
            </a:extLst>
          </p:cNvPr>
          <p:cNvSpPr/>
          <p:nvPr/>
        </p:nvSpPr>
        <p:spPr>
          <a:xfrm>
            <a:off x="8857668" y="3298203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97B8D87F-3EAC-5122-353B-636F82B1576E}"/>
              </a:ext>
            </a:extLst>
          </p:cNvPr>
          <p:cNvCxnSpPr>
            <a:cxnSpLocks/>
          </p:cNvCxnSpPr>
          <p:nvPr/>
        </p:nvCxnSpPr>
        <p:spPr>
          <a:xfrm flipV="1">
            <a:off x="8815698" y="806231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9B342BBD-FE00-FBD5-F453-21F6C8D0D6C8}"/>
              </a:ext>
            </a:extLst>
          </p:cNvPr>
          <p:cNvCxnSpPr>
            <a:cxnSpLocks/>
          </p:cNvCxnSpPr>
          <p:nvPr/>
        </p:nvCxnSpPr>
        <p:spPr>
          <a:xfrm>
            <a:off x="8815698" y="806231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4672BEC4-EB8C-15E9-8CF9-7F9FA96CD933}"/>
              </a:ext>
            </a:extLst>
          </p:cNvPr>
          <p:cNvCxnSpPr>
            <a:cxnSpLocks/>
          </p:cNvCxnSpPr>
          <p:nvPr/>
        </p:nvCxnSpPr>
        <p:spPr>
          <a:xfrm>
            <a:off x="8815698" y="1526675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AB7308F6-E86F-3F63-3E57-26B3E559CE64}"/>
              </a:ext>
            </a:extLst>
          </p:cNvPr>
          <p:cNvCxnSpPr>
            <a:cxnSpLocks/>
          </p:cNvCxnSpPr>
          <p:nvPr/>
        </p:nvCxnSpPr>
        <p:spPr>
          <a:xfrm flipV="1">
            <a:off x="9325469" y="71155"/>
            <a:ext cx="0" cy="3174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236EC60D-38ED-C299-04CD-3CAE4CB544A4}"/>
              </a:ext>
            </a:extLst>
          </p:cNvPr>
          <p:cNvSpPr/>
          <p:nvPr/>
        </p:nvSpPr>
        <p:spPr>
          <a:xfrm>
            <a:off x="8851612" y="386120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4C7094D5-28A0-2CD7-6A05-7229073DC9DF}"/>
              </a:ext>
            </a:extLst>
          </p:cNvPr>
          <p:cNvSpPr/>
          <p:nvPr/>
        </p:nvSpPr>
        <p:spPr>
          <a:xfrm>
            <a:off x="8851611" y="994552"/>
            <a:ext cx="903121" cy="405478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Forward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B65170D-1E22-2F4C-9A36-9FC9EA544012}"/>
              </a:ext>
            </a:extLst>
          </p:cNvPr>
          <p:cNvGrpSpPr/>
          <p:nvPr/>
        </p:nvGrpSpPr>
        <p:grpSpPr>
          <a:xfrm>
            <a:off x="9217348" y="705002"/>
            <a:ext cx="202517" cy="202517"/>
            <a:chOff x="361477" y="1105173"/>
            <a:chExt cx="353898" cy="353898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F8AB6034-6B2A-2715-65E8-E93D0EE3D87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Multiply 187">
              <a:extLst>
                <a:ext uri="{FF2B5EF4-FFF2-40B4-BE49-F238E27FC236}">
                  <a16:creationId xmlns:a16="http://schemas.microsoft.com/office/drawing/2014/main" id="{C8808ABE-F7D9-A271-CD81-7483BA2F02F5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8A8B495-80FA-4865-23C0-64DAD1E59996}"/>
              </a:ext>
            </a:extLst>
          </p:cNvPr>
          <p:cNvCxnSpPr>
            <a:cxnSpLocks/>
          </p:cNvCxnSpPr>
          <p:nvPr/>
        </p:nvCxnSpPr>
        <p:spPr>
          <a:xfrm flipV="1">
            <a:off x="8243947" y="3112384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5689AFE-E9A6-28C2-4A96-3907A24A3FA6}"/>
              </a:ext>
            </a:extLst>
          </p:cNvPr>
          <p:cNvGrpSpPr/>
          <p:nvPr/>
        </p:nvGrpSpPr>
        <p:grpSpPr>
          <a:xfrm>
            <a:off x="8143012" y="3607070"/>
            <a:ext cx="202517" cy="202517"/>
            <a:chOff x="361477" y="1105173"/>
            <a:chExt cx="353898" cy="353898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897D4BC2-286E-A18E-CA2E-8E75D7E5DAD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Multiply 191">
              <a:extLst>
                <a:ext uri="{FF2B5EF4-FFF2-40B4-BE49-F238E27FC236}">
                  <a16:creationId xmlns:a16="http://schemas.microsoft.com/office/drawing/2014/main" id="{C5B26869-BC8B-9BDB-862A-F892B4C8013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7DDFF720-E7C7-2B47-A24A-C232498720DE}"/>
              </a:ext>
            </a:extLst>
          </p:cNvPr>
          <p:cNvCxnSpPr>
            <a:cxnSpLocks/>
          </p:cNvCxnSpPr>
          <p:nvPr/>
        </p:nvCxnSpPr>
        <p:spPr>
          <a:xfrm flipV="1">
            <a:off x="7740331" y="3708299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CD2ECA4B-0BE6-8066-6497-91365AF657F3}"/>
              </a:ext>
            </a:extLst>
          </p:cNvPr>
          <p:cNvCxnSpPr>
            <a:cxnSpLocks/>
          </p:cNvCxnSpPr>
          <p:nvPr/>
        </p:nvCxnSpPr>
        <p:spPr>
          <a:xfrm>
            <a:off x="7744877" y="3708299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7AAF5D3-A20A-DBD3-0F97-D5DD16FDCF02}"/>
              </a:ext>
            </a:extLst>
          </p:cNvPr>
          <p:cNvCxnSpPr>
            <a:cxnSpLocks/>
          </p:cNvCxnSpPr>
          <p:nvPr/>
        </p:nvCxnSpPr>
        <p:spPr>
          <a:xfrm>
            <a:off x="7740331" y="4544872"/>
            <a:ext cx="552142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9891C51E-8F52-762B-A0E5-B00010FD20A9}"/>
              </a:ext>
            </a:extLst>
          </p:cNvPr>
          <p:cNvSpPr/>
          <p:nvPr/>
        </p:nvSpPr>
        <p:spPr>
          <a:xfrm>
            <a:off x="7777276" y="3291432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046B2D13-CC7C-A9AD-50B4-B9E68D4CF2AE}"/>
              </a:ext>
            </a:extLst>
          </p:cNvPr>
          <p:cNvCxnSpPr>
            <a:cxnSpLocks/>
          </p:cNvCxnSpPr>
          <p:nvPr/>
        </p:nvCxnSpPr>
        <p:spPr>
          <a:xfrm flipV="1">
            <a:off x="7735306" y="799460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E71107E0-1470-8115-1B3E-561C562A2902}"/>
              </a:ext>
            </a:extLst>
          </p:cNvPr>
          <p:cNvCxnSpPr>
            <a:cxnSpLocks/>
          </p:cNvCxnSpPr>
          <p:nvPr/>
        </p:nvCxnSpPr>
        <p:spPr>
          <a:xfrm>
            <a:off x="7735306" y="799460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E436AC7-DD61-4378-5493-155808F05C9F}"/>
              </a:ext>
            </a:extLst>
          </p:cNvPr>
          <p:cNvCxnSpPr>
            <a:cxnSpLocks/>
          </p:cNvCxnSpPr>
          <p:nvPr/>
        </p:nvCxnSpPr>
        <p:spPr>
          <a:xfrm>
            <a:off x="7735306" y="1519904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324F3FF4-FD62-E9D1-33A2-45CF51BE2D0E}"/>
              </a:ext>
            </a:extLst>
          </p:cNvPr>
          <p:cNvCxnSpPr>
            <a:cxnSpLocks/>
          </p:cNvCxnSpPr>
          <p:nvPr/>
        </p:nvCxnSpPr>
        <p:spPr>
          <a:xfrm flipV="1">
            <a:off x="8245077" y="64384"/>
            <a:ext cx="0" cy="3174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B3A9BF27-3120-A449-2BB0-383AAD557C80}"/>
              </a:ext>
            </a:extLst>
          </p:cNvPr>
          <p:cNvSpPr/>
          <p:nvPr/>
        </p:nvSpPr>
        <p:spPr>
          <a:xfrm>
            <a:off x="7771220" y="379349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AD1F201F-ABF4-504E-92E6-819E55F5DABC}"/>
              </a:ext>
            </a:extLst>
          </p:cNvPr>
          <p:cNvSpPr/>
          <p:nvPr/>
        </p:nvSpPr>
        <p:spPr>
          <a:xfrm>
            <a:off x="7771219" y="987781"/>
            <a:ext cx="903121" cy="405478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Forward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AC8E0A9-0763-14E9-D6C8-BA44E11FE9F6}"/>
              </a:ext>
            </a:extLst>
          </p:cNvPr>
          <p:cNvGrpSpPr/>
          <p:nvPr/>
        </p:nvGrpSpPr>
        <p:grpSpPr>
          <a:xfrm>
            <a:off x="8136956" y="698231"/>
            <a:ext cx="202517" cy="202517"/>
            <a:chOff x="361477" y="1105173"/>
            <a:chExt cx="353898" cy="353898"/>
          </a:xfrm>
        </p:grpSpPr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D046E4C0-D874-F35F-61FD-FA2E3E959D6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Multiply 205">
              <a:extLst>
                <a:ext uri="{FF2B5EF4-FFF2-40B4-BE49-F238E27FC236}">
                  <a16:creationId xmlns:a16="http://schemas.microsoft.com/office/drawing/2014/main" id="{4424B8F4-082A-1E44-8BF2-CC908ADB641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A10D9EB-7E6E-886B-33D5-13EC191B9B15}"/>
              </a:ext>
            </a:extLst>
          </p:cNvPr>
          <p:cNvCxnSpPr>
            <a:cxnSpLocks/>
          </p:cNvCxnSpPr>
          <p:nvPr/>
        </p:nvCxnSpPr>
        <p:spPr>
          <a:xfrm flipV="1">
            <a:off x="7202784" y="3119155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E839DF1-13F7-BAB5-7E8A-7EA87F97CE02}"/>
              </a:ext>
            </a:extLst>
          </p:cNvPr>
          <p:cNvGrpSpPr/>
          <p:nvPr/>
        </p:nvGrpSpPr>
        <p:grpSpPr>
          <a:xfrm>
            <a:off x="7101849" y="3613841"/>
            <a:ext cx="202517" cy="202517"/>
            <a:chOff x="361477" y="1105173"/>
            <a:chExt cx="353898" cy="353898"/>
          </a:xfrm>
        </p:grpSpPr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334A0496-EBCB-A34D-ACF9-53BB1DA45A1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Multiply 210">
              <a:extLst>
                <a:ext uri="{FF2B5EF4-FFF2-40B4-BE49-F238E27FC236}">
                  <a16:creationId xmlns:a16="http://schemas.microsoft.com/office/drawing/2014/main" id="{E7E73947-B2AC-4F63-9E7D-C96AB8E9F6EE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BE966AA0-3E1A-D47A-7425-9D07D97148DC}"/>
              </a:ext>
            </a:extLst>
          </p:cNvPr>
          <p:cNvCxnSpPr>
            <a:cxnSpLocks/>
          </p:cNvCxnSpPr>
          <p:nvPr/>
        </p:nvCxnSpPr>
        <p:spPr>
          <a:xfrm flipV="1">
            <a:off x="6699168" y="3715070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0792D662-2823-7C07-656D-F6E3C80817BA}"/>
              </a:ext>
            </a:extLst>
          </p:cNvPr>
          <p:cNvCxnSpPr>
            <a:cxnSpLocks/>
          </p:cNvCxnSpPr>
          <p:nvPr/>
        </p:nvCxnSpPr>
        <p:spPr>
          <a:xfrm>
            <a:off x="6703714" y="3715070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9FCEF575-E2DB-3B06-8CDB-74FF7226C9FF}"/>
              </a:ext>
            </a:extLst>
          </p:cNvPr>
          <p:cNvCxnSpPr>
            <a:cxnSpLocks/>
          </p:cNvCxnSpPr>
          <p:nvPr/>
        </p:nvCxnSpPr>
        <p:spPr>
          <a:xfrm>
            <a:off x="6699168" y="4551643"/>
            <a:ext cx="50361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19C391CA-5E3D-6899-A14A-D1B773A137FC}"/>
              </a:ext>
            </a:extLst>
          </p:cNvPr>
          <p:cNvSpPr/>
          <p:nvPr/>
        </p:nvSpPr>
        <p:spPr>
          <a:xfrm>
            <a:off x="6736113" y="3298203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EB87A42C-754D-24EE-845A-F76BA0B873FD}"/>
              </a:ext>
            </a:extLst>
          </p:cNvPr>
          <p:cNvCxnSpPr>
            <a:cxnSpLocks/>
          </p:cNvCxnSpPr>
          <p:nvPr/>
        </p:nvCxnSpPr>
        <p:spPr>
          <a:xfrm flipV="1">
            <a:off x="6694143" y="806231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7C408011-A0F6-77D0-B249-D31A9E81673C}"/>
              </a:ext>
            </a:extLst>
          </p:cNvPr>
          <p:cNvCxnSpPr>
            <a:cxnSpLocks/>
          </p:cNvCxnSpPr>
          <p:nvPr/>
        </p:nvCxnSpPr>
        <p:spPr>
          <a:xfrm>
            <a:off x="6694143" y="806231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30693E69-C5CC-8274-D649-78302C3DE6D9}"/>
              </a:ext>
            </a:extLst>
          </p:cNvPr>
          <p:cNvCxnSpPr>
            <a:cxnSpLocks/>
          </p:cNvCxnSpPr>
          <p:nvPr/>
        </p:nvCxnSpPr>
        <p:spPr>
          <a:xfrm>
            <a:off x="6694143" y="1526675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4AA75356-60F4-A673-6751-76D643491830}"/>
              </a:ext>
            </a:extLst>
          </p:cNvPr>
          <p:cNvCxnSpPr>
            <a:cxnSpLocks/>
          </p:cNvCxnSpPr>
          <p:nvPr/>
        </p:nvCxnSpPr>
        <p:spPr>
          <a:xfrm flipV="1">
            <a:off x="7203914" y="71155"/>
            <a:ext cx="0" cy="3174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948CDD82-57E3-0E27-9837-D97CDCC7AB5A}"/>
              </a:ext>
            </a:extLst>
          </p:cNvPr>
          <p:cNvSpPr/>
          <p:nvPr/>
        </p:nvSpPr>
        <p:spPr>
          <a:xfrm>
            <a:off x="6730057" y="386120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C50D3DA4-4CBF-B5C5-C4B0-B417BC69A20B}"/>
              </a:ext>
            </a:extLst>
          </p:cNvPr>
          <p:cNvSpPr/>
          <p:nvPr/>
        </p:nvSpPr>
        <p:spPr>
          <a:xfrm>
            <a:off x="6730056" y="994552"/>
            <a:ext cx="903121" cy="405478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Forward</a:t>
            </a: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2610B50D-E9D2-EDA0-B0B6-D0B046CCBE61}"/>
              </a:ext>
            </a:extLst>
          </p:cNvPr>
          <p:cNvGrpSpPr/>
          <p:nvPr/>
        </p:nvGrpSpPr>
        <p:grpSpPr>
          <a:xfrm>
            <a:off x="7095793" y="705002"/>
            <a:ext cx="202517" cy="202517"/>
            <a:chOff x="361477" y="1105173"/>
            <a:chExt cx="353898" cy="353898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875022EA-B251-33E9-5BF1-B95D2C61B00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Multiply 223">
              <a:extLst>
                <a:ext uri="{FF2B5EF4-FFF2-40B4-BE49-F238E27FC236}">
                  <a16:creationId xmlns:a16="http://schemas.microsoft.com/office/drawing/2014/main" id="{29B361F8-B5B5-380E-30AB-07DF1FEF4BFE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96D4E1E2-1C29-E16F-E5A3-B448F8F79947}"/>
              </a:ext>
            </a:extLst>
          </p:cNvPr>
          <p:cNvSpPr/>
          <p:nvPr/>
        </p:nvSpPr>
        <p:spPr>
          <a:xfrm>
            <a:off x="6461386" y="252033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3B281E-2F74-ACC6-8327-1F6D507C4F75}"/>
              </a:ext>
            </a:extLst>
          </p:cNvPr>
          <p:cNvSpPr txBox="1"/>
          <p:nvPr/>
        </p:nvSpPr>
        <p:spPr>
          <a:xfrm>
            <a:off x="7389159" y="2576954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Encoder-decoder 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EFA6FDF0-76BC-0D9C-4574-EE8F25FB3C76}"/>
              </a:ext>
            </a:extLst>
          </p:cNvPr>
          <p:cNvCxnSpPr>
            <a:cxnSpLocks/>
          </p:cNvCxnSpPr>
          <p:nvPr/>
        </p:nvCxnSpPr>
        <p:spPr>
          <a:xfrm flipV="1">
            <a:off x="9918601" y="2379089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CE16FB88-993A-5B36-D95B-52AC99118037}"/>
              </a:ext>
            </a:extLst>
          </p:cNvPr>
          <p:cNvCxnSpPr>
            <a:cxnSpLocks/>
          </p:cNvCxnSpPr>
          <p:nvPr/>
        </p:nvCxnSpPr>
        <p:spPr>
          <a:xfrm>
            <a:off x="9918601" y="2379089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2BD04FE7-0620-EA93-C7D3-95D43ACA4B1A}"/>
              </a:ext>
            </a:extLst>
          </p:cNvPr>
          <p:cNvCxnSpPr>
            <a:cxnSpLocks/>
          </p:cNvCxnSpPr>
          <p:nvPr/>
        </p:nvCxnSpPr>
        <p:spPr>
          <a:xfrm>
            <a:off x="9918601" y="3099533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FBFAD0CB-649A-ADF2-05A8-523F19DD693D}"/>
              </a:ext>
            </a:extLst>
          </p:cNvPr>
          <p:cNvSpPr/>
          <p:nvPr/>
        </p:nvSpPr>
        <p:spPr>
          <a:xfrm>
            <a:off x="9954515" y="1958978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C581F54-CF76-85F7-C2EE-4DA510B98A49}"/>
              </a:ext>
            </a:extLst>
          </p:cNvPr>
          <p:cNvGrpSpPr/>
          <p:nvPr/>
        </p:nvGrpSpPr>
        <p:grpSpPr>
          <a:xfrm>
            <a:off x="10320251" y="2277860"/>
            <a:ext cx="202517" cy="202517"/>
            <a:chOff x="361477" y="1105173"/>
            <a:chExt cx="353898" cy="353898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A5BB738E-63A9-8A80-52E2-FADCB1DE453D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Multiply 267">
              <a:extLst>
                <a:ext uri="{FF2B5EF4-FFF2-40B4-BE49-F238E27FC236}">
                  <a16:creationId xmlns:a16="http://schemas.microsoft.com/office/drawing/2014/main" id="{787C3B02-3511-97FF-76EE-BCA681B69252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40E0B867-0763-84DF-F63B-68C67FFA983B}"/>
              </a:ext>
            </a:extLst>
          </p:cNvPr>
          <p:cNvCxnSpPr>
            <a:cxnSpLocks/>
          </p:cNvCxnSpPr>
          <p:nvPr/>
        </p:nvCxnSpPr>
        <p:spPr>
          <a:xfrm flipV="1">
            <a:off x="8821754" y="2376353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F77D89D0-DF4B-1AFD-93D7-07EDB21F5E2D}"/>
              </a:ext>
            </a:extLst>
          </p:cNvPr>
          <p:cNvCxnSpPr>
            <a:cxnSpLocks/>
          </p:cNvCxnSpPr>
          <p:nvPr/>
        </p:nvCxnSpPr>
        <p:spPr>
          <a:xfrm>
            <a:off x="8821754" y="2376353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89899149-A9C4-D096-C60B-B8D50041EA5A}"/>
              </a:ext>
            </a:extLst>
          </p:cNvPr>
          <p:cNvCxnSpPr>
            <a:cxnSpLocks/>
          </p:cNvCxnSpPr>
          <p:nvPr/>
        </p:nvCxnSpPr>
        <p:spPr>
          <a:xfrm>
            <a:off x="8821754" y="3096797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Rounded Rectangle 271">
            <a:extLst>
              <a:ext uri="{FF2B5EF4-FFF2-40B4-BE49-F238E27FC236}">
                <a16:creationId xmlns:a16="http://schemas.microsoft.com/office/drawing/2014/main" id="{B5901E7C-C1B2-E433-7F38-EDEB1781DB01}"/>
              </a:ext>
            </a:extLst>
          </p:cNvPr>
          <p:cNvSpPr/>
          <p:nvPr/>
        </p:nvSpPr>
        <p:spPr>
          <a:xfrm>
            <a:off x="8857668" y="1956242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0F26BDB5-BC35-DA22-CC8E-2E61F56DCDF6}"/>
              </a:ext>
            </a:extLst>
          </p:cNvPr>
          <p:cNvGrpSpPr/>
          <p:nvPr/>
        </p:nvGrpSpPr>
        <p:grpSpPr>
          <a:xfrm>
            <a:off x="9223404" y="2275124"/>
            <a:ext cx="202517" cy="202517"/>
            <a:chOff x="361477" y="1105173"/>
            <a:chExt cx="353898" cy="353898"/>
          </a:xfrm>
        </p:grpSpPr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CD4947D3-09D1-63ED-119E-4229E2427E7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Multiply 274">
              <a:extLst>
                <a:ext uri="{FF2B5EF4-FFF2-40B4-BE49-F238E27FC236}">
                  <a16:creationId xmlns:a16="http://schemas.microsoft.com/office/drawing/2014/main" id="{1F6D8360-F97D-03EE-BCDF-4ED760B1859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CEE18F5E-5F05-5EB6-6147-734B6A2B723D}"/>
              </a:ext>
            </a:extLst>
          </p:cNvPr>
          <p:cNvCxnSpPr>
            <a:cxnSpLocks/>
          </p:cNvCxnSpPr>
          <p:nvPr/>
        </p:nvCxnSpPr>
        <p:spPr>
          <a:xfrm flipV="1">
            <a:off x="7741362" y="2369582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845570A1-11BE-E9D4-655C-7E1681CBEEE8}"/>
              </a:ext>
            </a:extLst>
          </p:cNvPr>
          <p:cNvCxnSpPr>
            <a:cxnSpLocks/>
          </p:cNvCxnSpPr>
          <p:nvPr/>
        </p:nvCxnSpPr>
        <p:spPr>
          <a:xfrm>
            <a:off x="7741362" y="2369582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5D2E9312-2FCD-2442-BEEA-C4D5D229AD5C}"/>
              </a:ext>
            </a:extLst>
          </p:cNvPr>
          <p:cNvCxnSpPr>
            <a:cxnSpLocks/>
          </p:cNvCxnSpPr>
          <p:nvPr/>
        </p:nvCxnSpPr>
        <p:spPr>
          <a:xfrm>
            <a:off x="7741362" y="3090026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Rounded Rectangle 278">
            <a:extLst>
              <a:ext uri="{FF2B5EF4-FFF2-40B4-BE49-F238E27FC236}">
                <a16:creationId xmlns:a16="http://schemas.microsoft.com/office/drawing/2014/main" id="{42FB9A7D-D611-44AD-FCCE-DB5151710208}"/>
              </a:ext>
            </a:extLst>
          </p:cNvPr>
          <p:cNvSpPr/>
          <p:nvPr/>
        </p:nvSpPr>
        <p:spPr>
          <a:xfrm>
            <a:off x="7777276" y="1949471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F9AD0F55-8900-1DE9-1B44-DE037E13FEC0}"/>
              </a:ext>
            </a:extLst>
          </p:cNvPr>
          <p:cNvGrpSpPr/>
          <p:nvPr/>
        </p:nvGrpSpPr>
        <p:grpSpPr>
          <a:xfrm>
            <a:off x="8143012" y="2268353"/>
            <a:ext cx="202517" cy="202517"/>
            <a:chOff x="361477" y="1105173"/>
            <a:chExt cx="353898" cy="353898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0C2B2355-1E24-DDDB-2D5E-0DB7E7FEDA0B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Multiply 281">
              <a:extLst>
                <a:ext uri="{FF2B5EF4-FFF2-40B4-BE49-F238E27FC236}">
                  <a16:creationId xmlns:a16="http://schemas.microsoft.com/office/drawing/2014/main" id="{C7AB046E-42FC-9B1B-F8A1-D5D0A7A14500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E2558051-3972-7B95-46A5-8742C2C46B2C}"/>
              </a:ext>
            </a:extLst>
          </p:cNvPr>
          <p:cNvCxnSpPr>
            <a:cxnSpLocks/>
          </p:cNvCxnSpPr>
          <p:nvPr/>
        </p:nvCxnSpPr>
        <p:spPr>
          <a:xfrm flipV="1">
            <a:off x="6700199" y="2376353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3526BA2D-4287-E8FA-D519-D25A65FBD693}"/>
              </a:ext>
            </a:extLst>
          </p:cNvPr>
          <p:cNvCxnSpPr>
            <a:cxnSpLocks/>
          </p:cNvCxnSpPr>
          <p:nvPr/>
        </p:nvCxnSpPr>
        <p:spPr>
          <a:xfrm>
            <a:off x="6700199" y="2376353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594D60E3-12AD-7958-3A23-5E0B8C6A6402}"/>
              </a:ext>
            </a:extLst>
          </p:cNvPr>
          <p:cNvCxnSpPr>
            <a:cxnSpLocks/>
          </p:cNvCxnSpPr>
          <p:nvPr/>
        </p:nvCxnSpPr>
        <p:spPr>
          <a:xfrm>
            <a:off x="6700199" y="3096797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Rounded Rectangle 285">
            <a:extLst>
              <a:ext uri="{FF2B5EF4-FFF2-40B4-BE49-F238E27FC236}">
                <a16:creationId xmlns:a16="http://schemas.microsoft.com/office/drawing/2014/main" id="{18242EB9-5A3B-2E08-DB86-9AC2E2DB1E87}"/>
              </a:ext>
            </a:extLst>
          </p:cNvPr>
          <p:cNvSpPr/>
          <p:nvPr/>
        </p:nvSpPr>
        <p:spPr>
          <a:xfrm>
            <a:off x="6736113" y="1956242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FA88CDFA-C1C8-E982-86B7-835FF0984491}"/>
              </a:ext>
            </a:extLst>
          </p:cNvPr>
          <p:cNvGrpSpPr/>
          <p:nvPr/>
        </p:nvGrpSpPr>
        <p:grpSpPr>
          <a:xfrm>
            <a:off x="7101849" y="2275124"/>
            <a:ext cx="202517" cy="202517"/>
            <a:chOff x="361477" y="1105173"/>
            <a:chExt cx="353898" cy="353898"/>
          </a:xfrm>
        </p:grpSpPr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9F6317DA-CA58-672B-4D15-62F6422A1DE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Multiply 288">
              <a:extLst>
                <a:ext uri="{FF2B5EF4-FFF2-40B4-BE49-F238E27FC236}">
                  <a16:creationId xmlns:a16="http://schemas.microsoft.com/office/drawing/2014/main" id="{C9A25084-56C3-7A19-65A9-C5378F3C343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544AB05F-30FA-2DB6-6C35-F54881FF3EF5}"/>
              </a:ext>
            </a:extLst>
          </p:cNvPr>
          <p:cNvCxnSpPr>
            <a:cxnSpLocks/>
            <a:stCxn id="40" idx="1"/>
            <a:endCxn id="227" idx="1"/>
          </p:cNvCxnSpPr>
          <p:nvPr/>
        </p:nvCxnSpPr>
        <p:spPr>
          <a:xfrm>
            <a:off x="5876657" y="2411296"/>
            <a:ext cx="584729" cy="3636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/>
              <p:nvPr/>
            </p:nvSpPr>
            <p:spPr>
              <a:xfrm>
                <a:off x="4753308" y="1574800"/>
                <a:ext cx="1253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308" y="1574800"/>
                <a:ext cx="1253387" cy="830997"/>
              </a:xfrm>
              <a:prstGeom prst="rect">
                <a:avLst/>
              </a:prstGeom>
              <a:blipFill>
                <a:blip r:embed="rId27"/>
                <a:stretch>
                  <a:fillRect l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170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58" grpId="0" animBg="1"/>
      <p:bldP spid="4" grpId="0" animBg="1"/>
      <p:bldP spid="179" grpId="0" animBg="1"/>
      <p:bldP spid="184" grpId="0" animBg="1"/>
      <p:bldP spid="185" grpId="0" animBg="1"/>
      <p:bldP spid="197" grpId="0" animBg="1"/>
      <p:bldP spid="202" grpId="0" animBg="1"/>
      <p:bldP spid="203" grpId="0" animBg="1"/>
      <p:bldP spid="215" grpId="0" animBg="1"/>
      <p:bldP spid="220" grpId="0" animBg="1"/>
      <p:bldP spid="221" grpId="0" animBg="1"/>
      <p:bldP spid="227" grpId="0" animBg="1"/>
      <p:bldP spid="228" grpId="0"/>
      <p:bldP spid="265" grpId="0" animBg="1"/>
      <p:bldP spid="272" grpId="0" animBg="1"/>
      <p:bldP spid="279" grpId="0" animBg="1"/>
      <p:bldP spid="286" grpId="0" animBg="1"/>
      <p:bldP spid="29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82C07660-779E-4D8A-B4A8-C2ACB9001F5E}"/>
              </a:ext>
            </a:extLst>
          </p:cNvPr>
          <p:cNvCxnSpPr>
            <a:cxnSpLocks/>
            <a:stCxn id="296" idx="0"/>
            <a:endCxn id="307" idx="2"/>
          </p:cNvCxnSpPr>
          <p:nvPr/>
        </p:nvCxnSpPr>
        <p:spPr>
          <a:xfrm flipH="1" flipV="1">
            <a:off x="2939185" y="474103"/>
            <a:ext cx="3652" cy="10013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7BD99A9-7A0A-BD42-E71C-64AE783597AE}"/>
              </a:ext>
            </a:extLst>
          </p:cNvPr>
          <p:cNvSpPr txBox="1"/>
          <p:nvPr/>
        </p:nvSpPr>
        <p:spPr>
          <a:xfrm>
            <a:off x="7903502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6A71D13-BDCC-735C-CA2C-EA40573CEC18}"/>
              </a:ext>
            </a:extLst>
          </p:cNvPr>
          <p:cNvSpPr txBox="1"/>
          <p:nvPr/>
        </p:nvSpPr>
        <p:spPr>
          <a:xfrm>
            <a:off x="7109914" y="3937053"/>
            <a:ext cx="1081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Masked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189CA-5261-83FE-ED0C-442E1C831B15}"/>
              </a:ext>
            </a:extLst>
          </p:cNvPr>
          <p:cNvSpPr/>
          <p:nvPr/>
        </p:nvSpPr>
        <p:spPr>
          <a:xfrm>
            <a:off x="426717" y="4500640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368139-FDFE-1794-0600-6369620A19C3}"/>
              </a:ext>
            </a:extLst>
          </p:cNvPr>
          <p:cNvSpPr/>
          <p:nvPr/>
        </p:nvSpPr>
        <p:spPr>
          <a:xfrm>
            <a:off x="426717" y="5462499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/>
              <p:nvPr/>
            </p:nvSpPr>
            <p:spPr>
              <a:xfrm>
                <a:off x="1781044" y="5562067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5562067"/>
                <a:ext cx="1667937" cy="461665"/>
              </a:xfrm>
              <a:prstGeom prst="rect">
                <a:avLst/>
              </a:prstGeom>
              <a:blipFill>
                <a:blip r:embed="rId8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/>
              <p:nvPr/>
            </p:nvSpPr>
            <p:spPr>
              <a:xfrm>
                <a:off x="2446251" y="6118145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6118145"/>
                <a:ext cx="43456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1113E16-C2B8-4AA3-CF1E-B1219E94DD07}"/>
              </a:ext>
            </a:extLst>
          </p:cNvPr>
          <p:cNvSpPr/>
          <p:nvPr/>
        </p:nvSpPr>
        <p:spPr>
          <a:xfrm>
            <a:off x="717712" y="454895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57EAA2-DDFC-3F3B-780A-51EFB871A27B}"/>
              </a:ext>
            </a:extLst>
          </p:cNvPr>
          <p:cNvSpPr/>
          <p:nvPr/>
        </p:nvSpPr>
        <p:spPr>
          <a:xfrm>
            <a:off x="1770490" y="454895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A8A6B0-F051-E874-8E1E-B690FB5C12B5}"/>
              </a:ext>
            </a:extLst>
          </p:cNvPr>
          <p:cNvSpPr/>
          <p:nvPr/>
        </p:nvSpPr>
        <p:spPr>
          <a:xfrm>
            <a:off x="2823268" y="454895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/>
              <p:nvPr/>
            </p:nvSpPr>
            <p:spPr>
              <a:xfrm>
                <a:off x="725909" y="4650118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4650118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/>
              <p:nvPr/>
            </p:nvSpPr>
            <p:spPr>
              <a:xfrm>
                <a:off x="1784729" y="4650118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4650118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/>
              <p:nvPr/>
            </p:nvSpPr>
            <p:spPr>
              <a:xfrm>
                <a:off x="2817803" y="4650118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4650118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>
            <a:extLst>
              <a:ext uri="{FF2B5EF4-FFF2-40B4-BE49-F238E27FC236}">
                <a16:creationId xmlns:a16="http://schemas.microsoft.com/office/drawing/2014/main" id="{CBB78D45-1908-09A2-A7A4-28DA2CD8FCD1}"/>
              </a:ext>
            </a:extLst>
          </p:cNvPr>
          <p:cNvSpPr/>
          <p:nvPr/>
        </p:nvSpPr>
        <p:spPr>
          <a:xfrm>
            <a:off x="3876046" y="454895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/>
              <p:nvPr/>
            </p:nvSpPr>
            <p:spPr>
              <a:xfrm>
                <a:off x="3898068" y="4650118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4650118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8A8B495-80FA-4865-23C0-64DAD1E59996}"/>
              </a:ext>
            </a:extLst>
          </p:cNvPr>
          <p:cNvCxnSpPr>
            <a:cxnSpLocks/>
          </p:cNvCxnSpPr>
          <p:nvPr/>
        </p:nvCxnSpPr>
        <p:spPr>
          <a:xfrm flipV="1">
            <a:off x="8243947" y="3112384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5689AFE-E9A6-28C2-4A96-3907A24A3FA6}"/>
              </a:ext>
            </a:extLst>
          </p:cNvPr>
          <p:cNvGrpSpPr/>
          <p:nvPr/>
        </p:nvGrpSpPr>
        <p:grpSpPr>
          <a:xfrm>
            <a:off x="8143012" y="3607070"/>
            <a:ext cx="202517" cy="202517"/>
            <a:chOff x="361477" y="1105173"/>
            <a:chExt cx="353898" cy="353898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897D4BC2-286E-A18E-CA2E-8E75D7E5DAD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Multiply 191">
              <a:extLst>
                <a:ext uri="{FF2B5EF4-FFF2-40B4-BE49-F238E27FC236}">
                  <a16:creationId xmlns:a16="http://schemas.microsoft.com/office/drawing/2014/main" id="{C5B26869-BC8B-9BDB-862A-F892B4C8013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7DDFF720-E7C7-2B47-A24A-C232498720DE}"/>
              </a:ext>
            </a:extLst>
          </p:cNvPr>
          <p:cNvCxnSpPr>
            <a:cxnSpLocks/>
          </p:cNvCxnSpPr>
          <p:nvPr/>
        </p:nvCxnSpPr>
        <p:spPr>
          <a:xfrm flipV="1">
            <a:off x="7740331" y="3708299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CD2ECA4B-0BE6-8066-6497-91365AF657F3}"/>
              </a:ext>
            </a:extLst>
          </p:cNvPr>
          <p:cNvCxnSpPr>
            <a:cxnSpLocks/>
          </p:cNvCxnSpPr>
          <p:nvPr/>
        </p:nvCxnSpPr>
        <p:spPr>
          <a:xfrm>
            <a:off x="7744877" y="3708299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7AAF5D3-A20A-DBD3-0F97-D5DD16FDCF02}"/>
              </a:ext>
            </a:extLst>
          </p:cNvPr>
          <p:cNvCxnSpPr>
            <a:cxnSpLocks/>
          </p:cNvCxnSpPr>
          <p:nvPr/>
        </p:nvCxnSpPr>
        <p:spPr>
          <a:xfrm>
            <a:off x="7740331" y="4544872"/>
            <a:ext cx="552142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9891C51E-8F52-762B-A0E5-B00010FD20A9}"/>
              </a:ext>
            </a:extLst>
          </p:cNvPr>
          <p:cNvSpPr/>
          <p:nvPr/>
        </p:nvSpPr>
        <p:spPr>
          <a:xfrm>
            <a:off x="7777276" y="3291432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A10D9EB-7E6E-886B-33D5-13EC191B9B15}"/>
              </a:ext>
            </a:extLst>
          </p:cNvPr>
          <p:cNvCxnSpPr>
            <a:cxnSpLocks/>
          </p:cNvCxnSpPr>
          <p:nvPr/>
        </p:nvCxnSpPr>
        <p:spPr>
          <a:xfrm flipV="1">
            <a:off x="7202784" y="3119155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E839DF1-13F7-BAB5-7E8A-7EA87F97CE02}"/>
              </a:ext>
            </a:extLst>
          </p:cNvPr>
          <p:cNvGrpSpPr/>
          <p:nvPr/>
        </p:nvGrpSpPr>
        <p:grpSpPr>
          <a:xfrm>
            <a:off x="7101849" y="3613841"/>
            <a:ext cx="202517" cy="202517"/>
            <a:chOff x="361477" y="1105173"/>
            <a:chExt cx="353898" cy="353898"/>
          </a:xfrm>
        </p:grpSpPr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334A0496-EBCB-A34D-ACF9-53BB1DA45A1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Multiply 210">
              <a:extLst>
                <a:ext uri="{FF2B5EF4-FFF2-40B4-BE49-F238E27FC236}">
                  <a16:creationId xmlns:a16="http://schemas.microsoft.com/office/drawing/2014/main" id="{E7E73947-B2AC-4F63-9E7D-C96AB8E9F6EE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BE966AA0-3E1A-D47A-7425-9D07D97148DC}"/>
              </a:ext>
            </a:extLst>
          </p:cNvPr>
          <p:cNvCxnSpPr>
            <a:cxnSpLocks/>
          </p:cNvCxnSpPr>
          <p:nvPr/>
        </p:nvCxnSpPr>
        <p:spPr>
          <a:xfrm flipV="1">
            <a:off x="6699168" y="3715070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0792D662-2823-7C07-656D-F6E3C80817BA}"/>
              </a:ext>
            </a:extLst>
          </p:cNvPr>
          <p:cNvCxnSpPr>
            <a:cxnSpLocks/>
          </p:cNvCxnSpPr>
          <p:nvPr/>
        </p:nvCxnSpPr>
        <p:spPr>
          <a:xfrm>
            <a:off x="6703714" y="3715070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9FCEF575-E2DB-3B06-8CDB-74FF7226C9FF}"/>
              </a:ext>
            </a:extLst>
          </p:cNvPr>
          <p:cNvCxnSpPr>
            <a:cxnSpLocks/>
          </p:cNvCxnSpPr>
          <p:nvPr/>
        </p:nvCxnSpPr>
        <p:spPr>
          <a:xfrm>
            <a:off x="6699168" y="4551643"/>
            <a:ext cx="50361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19C391CA-5E3D-6899-A14A-D1B773A137FC}"/>
              </a:ext>
            </a:extLst>
          </p:cNvPr>
          <p:cNvSpPr/>
          <p:nvPr/>
        </p:nvSpPr>
        <p:spPr>
          <a:xfrm>
            <a:off x="6736113" y="3298203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8D72F93-2422-4D81-EE33-391193292B86}"/>
              </a:ext>
            </a:extLst>
          </p:cNvPr>
          <p:cNvGrpSpPr/>
          <p:nvPr/>
        </p:nvGrpSpPr>
        <p:grpSpPr>
          <a:xfrm>
            <a:off x="1246388" y="3346355"/>
            <a:ext cx="369549" cy="491455"/>
            <a:chOff x="3774493" y="4160030"/>
            <a:chExt cx="369549" cy="491455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608F0FA-9E86-4D9F-9412-82C9EA767A9D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F1D8A00-2412-DC88-066C-40AE0BFB2FD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1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8529DDC-9169-A42F-D684-810863E471C2}"/>
              </a:ext>
            </a:extLst>
          </p:cNvPr>
          <p:cNvCxnSpPr>
            <a:cxnSpLocks/>
          </p:cNvCxnSpPr>
          <p:nvPr/>
        </p:nvCxnSpPr>
        <p:spPr>
          <a:xfrm flipH="1" flipV="1">
            <a:off x="891588" y="4372800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4CBD58B-7185-B6F1-AD3D-DE505F2BC698}"/>
                  </a:ext>
                </a:extLst>
              </p:cNvPr>
              <p:cNvSpPr/>
              <p:nvPr/>
            </p:nvSpPr>
            <p:spPr>
              <a:xfrm>
                <a:off x="707792" y="3992151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4CBD58B-7185-B6F1-AD3D-DE505F2BC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92" y="3992151"/>
                <a:ext cx="379799" cy="379799"/>
              </a:xfrm>
              <a:prstGeom prst="rect">
                <a:avLst/>
              </a:prstGeom>
              <a:blipFill>
                <a:blip r:embed="rId15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21FFA29-C2B2-7550-763A-624630CE5C02}"/>
              </a:ext>
            </a:extLst>
          </p:cNvPr>
          <p:cNvCxnSpPr>
            <a:cxnSpLocks/>
            <a:endCxn id="147" idx="2"/>
          </p:cNvCxnSpPr>
          <p:nvPr/>
        </p:nvCxnSpPr>
        <p:spPr>
          <a:xfrm flipH="1" flipV="1">
            <a:off x="883855" y="3837811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69F58A8-6616-29A0-B848-8E1D79501ABF}"/>
              </a:ext>
            </a:extLst>
          </p:cNvPr>
          <p:cNvSpPr/>
          <p:nvPr/>
        </p:nvSpPr>
        <p:spPr>
          <a:xfrm>
            <a:off x="751519" y="3346356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62F167B-E65F-5411-8753-502796FE502E}"/>
                  </a:ext>
                </a:extLst>
              </p:cNvPr>
              <p:cNvSpPr txBox="1"/>
              <p:nvPr/>
            </p:nvSpPr>
            <p:spPr>
              <a:xfrm>
                <a:off x="749920" y="3395301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62F167B-E65F-5411-8753-502796FE5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20" y="3395301"/>
                <a:ext cx="369549" cy="400110"/>
              </a:xfrm>
              <a:prstGeom prst="rect">
                <a:avLst/>
              </a:prstGeom>
              <a:blipFill>
                <a:blip r:embed="rId16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21D99629-7583-7F73-EF56-8CF0A78ED9F6}"/>
                  </a:ext>
                </a:extLst>
              </p:cNvPr>
              <p:cNvSpPr/>
              <p:nvPr/>
            </p:nvSpPr>
            <p:spPr>
              <a:xfrm>
                <a:off x="1178827" y="3992151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21D99629-7583-7F73-EF56-8CF0A78ED9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827" y="3992151"/>
                <a:ext cx="379799" cy="379799"/>
              </a:xfrm>
              <a:prstGeom prst="rect">
                <a:avLst/>
              </a:prstGeom>
              <a:blipFill>
                <a:blip r:embed="rId1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468AB31-F00D-FCBD-FF6F-5DE965B1A52C}"/>
              </a:ext>
            </a:extLst>
          </p:cNvPr>
          <p:cNvCxnSpPr>
            <a:cxnSpLocks/>
            <a:endCxn id="149" idx="2"/>
          </p:cNvCxnSpPr>
          <p:nvPr/>
        </p:nvCxnSpPr>
        <p:spPr>
          <a:xfrm flipV="1">
            <a:off x="895425" y="4371950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F384646F-EB01-8FED-0CDB-E8906FB03C98}"/>
              </a:ext>
            </a:extLst>
          </p:cNvPr>
          <p:cNvCxnSpPr>
            <a:cxnSpLocks/>
          </p:cNvCxnSpPr>
          <p:nvPr/>
        </p:nvCxnSpPr>
        <p:spPr>
          <a:xfrm flipH="1" flipV="1">
            <a:off x="1373275" y="3837811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27CCEC1-AECA-98CD-A527-445A5369E3C5}"/>
                  </a:ext>
                </a:extLst>
              </p:cNvPr>
              <p:cNvSpPr/>
              <p:nvPr/>
            </p:nvSpPr>
            <p:spPr>
              <a:xfrm>
                <a:off x="7583791" y="2753054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27CCEC1-AECA-98CD-A527-445A5369E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791" y="2753054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F936146-0581-206F-FBDA-C56ACDEB3621}"/>
              </a:ext>
            </a:extLst>
          </p:cNvPr>
          <p:cNvCxnSpPr>
            <a:cxnSpLocks/>
            <a:endCxn id="162" idx="2"/>
          </p:cNvCxnSpPr>
          <p:nvPr/>
        </p:nvCxnSpPr>
        <p:spPr>
          <a:xfrm flipH="1" flipV="1">
            <a:off x="7773691" y="3132853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D870FD1-BBD3-E7A3-8831-2198000F1375}"/>
              </a:ext>
            </a:extLst>
          </p:cNvPr>
          <p:cNvCxnSpPr>
            <a:cxnSpLocks/>
            <a:stCxn id="162" idx="0"/>
            <a:endCxn id="165" idx="2"/>
          </p:cNvCxnSpPr>
          <p:nvPr/>
        </p:nvCxnSpPr>
        <p:spPr>
          <a:xfrm flipH="1" flipV="1">
            <a:off x="7767261" y="2598713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8B9186C-39F7-7050-0886-4347FDB5A3C9}"/>
              </a:ext>
            </a:extLst>
          </p:cNvPr>
          <p:cNvSpPr/>
          <p:nvPr/>
        </p:nvSpPr>
        <p:spPr>
          <a:xfrm>
            <a:off x="7634925" y="2107258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A0398490-D3C2-6ABF-6125-61EAF037D921}"/>
                  </a:ext>
                </a:extLst>
              </p:cNvPr>
              <p:cNvSpPr txBox="1"/>
              <p:nvPr/>
            </p:nvSpPr>
            <p:spPr>
              <a:xfrm>
                <a:off x="7632858" y="2150758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A0398490-D3C2-6ABF-6125-61EAF037D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858" y="2150758"/>
                <a:ext cx="369549" cy="400110"/>
              </a:xfrm>
              <a:prstGeom prst="rect">
                <a:avLst/>
              </a:prstGeom>
              <a:blipFill>
                <a:blip r:embed="rId19"/>
                <a:stretch>
                  <a:fillRect l="-12903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1B08FB8-1353-3C11-C65C-F8F2A0671ED0}"/>
              </a:ext>
            </a:extLst>
          </p:cNvPr>
          <p:cNvGrpSpPr/>
          <p:nvPr/>
        </p:nvGrpSpPr>
        <p:grpSpPr>
          <a:xfrm>
            <a:off x="2248861" y="3342033"/>
            <a:ext cx="369549" cy="491455"/>
            <a:chOff x="3774493" y="4160030"/>
            <a:chExt cx="369549" cy="49145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45E6423D-BF84-8A78-DA47-ECFD10B946B6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C117BC07-5FE6-EA42-829D-702F3F03B9F7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C117BC07-5FE6-EA42-829D-702F3F03B9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2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66D5AE24-E086-3589-8EB7-BBE2764CB8F2}"/>
              </a:ext>
            </a:extLst>
          </p:cNvPr>
          <p:cNvCxnSpPr>
            <a:cxnSpLocks/>
          </p:cNvCxnSpPr>
          <p:nvPr/>
        </p:nvCxnSpPr>
        <p:spPr>
          <a:xfrm flipH="1" flipV="1">
            <a:off x="1894061" y="4368478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1E2A03BD-8FDC-2901-D4FB-018B7DFE21B0}"/>
                  </a:ext>
                </a:extLst>
              </p:cNvPr>
              <p:cNvSpPr/>
              <p:nvPr/>
            </p:nvSpPr>
            <p:spPr>
              <a:xfrm>
                <a:off x="1710265" y="3987829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1E2A03BD-8FDC-2901-D4FB-018B7DFE21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265" y="3987829"/>
                <a:ext cx="379799" cy="379799"/>
              </a:xfrm>
              <a:prstGeom prst="rect">
                <a:avLst/>
              </a:prstGeom>
              <a:blipFill>
                <a:blip r:embed="rId21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A1CA9AA8-4FD6-4B7B-754D-F95657D13955}"/>
              </a:ext>
            </a:extLst>
          </p:cNvPr>
          <p:cNvCxnSpPr>
            <a:cxnSpLocks/>
            <a:endCxn id="226" idx="2"/>
          </p:cNvCxnSpPr>
          <p:nvPr/>
        </p:nvCxnSpPr>
        <p:spPr>
          <a:xfrm flipH="1" flipV="1">
            <a:off x="1886328" y="3833489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>
            <a:extLst>
              <a:ext uri="{FF2B5EF4-FFF2-40B4-BE49-F238E27FC236}">
                <a16:creationId xmlns:a16="http://schemas.microsoft.com/office/drawing/2014/main" id="{3859BB06-41E0-BC80-0A25-F04E72CCBFAC}"/>
              </a:ext>
            </a:extLst>
          </p:cNvPr>
          <p:cNvSpPr/>
          <p:nvPr/>
        </p:nvSpPr>
        <p:spPr>
          <a:xfrm>
            <a:off x="1753992" y="334203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E028B355-275D-4708-BF01-2C53A19650BB}"/>
                  </a:ext>
                </a:extLst>
              </p:cNvPr>
              <p:cNvSpPr txBox="1"/>
              <p:nvPr/>
            </p:nvSpPr>
            <p:spPr>
              <a:xfrm>
                <a:off x="1752393" y="339097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E028B355-275D-4708-BF01-2C53A1965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393" y="3390979"/>
                <a:ext cx="369549" cy="400110"/>
              </a:xfrm>
              <a:prstGeom prst="rect">
                <a:avLst/>
              </a:prstGeom>
              <a:blipFill>
                <a:blip r:embed="rId22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E286264A-BF0A-3ED6-BDB2-DB050F0B4119}"/>
                  </a:ext>
                </a:extLst>
              </p:cNvPr>
              <p:cNvSpPr/>
              <p:nvPr/>
            </p:nvSpPr>
            <p:spPr>
              <a:xfrm>
                <a:off x="2181300" y="3987829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E286264A-BF0A-3ED6-BDB2-DB050F0B4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300" y="3987829"/>
                <a:ext cx="379799" cy="379799"/>
              </a:xfrm>
              <a:prstGeom prst="rect">
                <a:avLst/>
              </a:prstGeom>
              <a:blipFill>
                <a:blip r:embed="rId23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8502B788-64C7-FB75-3D9B-69B626934D59}"/>
              </a:ext>
            </a:extLst>
          </p:cNvPr>
          <p:cNvCxnSpPr>
            <a:cxnSpLocks/>
            <a:endCxn id="230" idx="2"/>
          </p:cNvCxnSpPr>
          <p:nvPr/>
        </p:nvCxnSpPr>
        <p:spPr>
          <a:xfrm flipV="1">
            <a:off x="1897898" y="4367628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E09D948D-6102-D34C-BE3F-C8668D7E9630}"/>
              </a:ext>
            </a:extLst>
          </p:cNvPr>
          <p:cNvCxnSpPr>
            <a:cxnSpLocks/>
          </p:cNvCxnSpPr>
          <p:nvPr/>
        </p:nvCxnSpPr>
        <p:spPr>
          <a:xfrm flipH="1" flipV="1">
            <a:off x="2375748" y="3833489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7C9619BA-CF61-8614-240F-4545981EC881}"/>
              </a:ext>
            </a:extLst>
          </p:cNvPr>
          <p:cNvGrpSpPr/>
          <p:nvPr/>
        </p:nvGrpSpPr>
        <p:grpSpPr>
          <a:xfrm>
            <a:off x="3307452" y="3344055"/>
            <a:ext cx="369549" cy="491455"/>
            <a:chOff x="3774493" y="4160030"/>
            <a:chExt cx="369549" cy="491455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FD7720D0-9A16-B31A-3077-2966DF4BB3F3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4C86EF87-C7C5-757B-B93F-020BAB870434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4C86EF87-C7C5-757B-B93F-020BAB870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2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8914DD9B-83F8-2E1E-EA23-E5462A56D526}"/>
              </a:ext>
            </a:extLst>
          </p:cNvPr>
          <p:cNvCxnSpPr>
            <a:cxnSpLocks/>
          </p:cNvCxnSpPr>
          <p:nvPr/>
        </p:nvCxnSpPr>
        <p:spPr>
          <a:xfrm flipH="1" flipV="1">
            <a:off x="2952652" y="4370500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8ED8CDD7-B090-1BB2-33D9-75EAB92E60FC}"/>
                  </a:ext>
                </a:extLst>
              </p:cNvPr>
              <p:cNvSpPr/>
              <p:nvPr/>
            </p:nvSpPr>
            <p:spPr>
              <a:xfrm>
                <a:off x="2768856" y="3989851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8ED8CDD7-B090-1BB2-33D9-75EAB92E60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856" y="3989851"/>
                <a:ext cx="379799" cy="379799"/>
              </a:xfrm>
              <a:prstGeom prst="rect">
                <a:avLst/>
              </a:prstGeom>
              <a:blipFill>
                <a:blip r:embed="rId2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F71148CE-7062-291C-DA05-90B344EA2E30}"/>
              </a:ext>
            </a:extLst>
          </p:cNvPr>
          <p:cNvCxnSpPr>
            <a:cxnSpLocks/>
            <a:endCxn id="242" idx="2"/>
          </p:cNvCxnSpPr>
          <p:nvPr/>
        </p:nvCxnSpPr>
        <p:spPr>
          <a:xfrm flipH="1" flipV="1">
            <a:off x="2944919" y="3835511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49CC7AD-CDA2-5451-7ADD-9C3B4D411FE8}"/>
              </a:ext>
            </a:extLst>
          </p:cNvPr>
          <p:cNvSpPr/>
          <p:nvPr/>
        </p:nvSpPr>
        <p:spPr>
          <a:xfrm>
            <a:off x="2812583" y="3344056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3A613CF5-66D3-E521-886E-C273D7504316}"/>
                  </a:ext>
                </a:extLst>
              </p:cNvPr>
              <p:cNvSpPr txBox="1"/>
              <p:nvPr/>
            </p:nvSpPr>
            <p:spPr>
              <a:xfrm>
                <a:off x="2810984" y="3393001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3A613CF5-66D3-E521-886E-C273D7504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984" y="3393001"/>
                <a:ext cx="369549" cy="400110"/>
              </a:xfrm>
              <a:prstGeom prst="rect">
                <a:avLst/>
              </a:prstGeom>
              <a:blipFill>
                <a:blip r:embed="rId26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91C5750D-CBFD-A77F-9380-1604E93FBE74}"/>
                  </a:ext>
                </a:extLst>
              </p:cNvPr>
              <p:cNvSpPr/>
              <p:nvPr/>
            </p:nvSpPr>
            <p:spPr>
              <a:xfrm>
                <a:off x="3239891" y="3989851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91C5750D-CBFD-A77F-9380-1604E93FBE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891" y="3989851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4D113222-8A03-9160-62A2-76626168063B}"/>
              </a:ext>
            </a:extLst>
          </p:cNvPr>
          <p:cNvCxnSpPr>
            <a:cxnSpLocks/>
            <a:endCxn id="244" idx="2"/>
          </p:cNvCxnSpPr>
          <p:nvPr/>
        </p:nvCxnSpPr>
        <p:spPr>
          <a:xfrm flipV="1">
            <a:off x="2956489" y="4369650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2F88F953-02C2-4549-C8D1-90D5B56324A2}"/>
              </a:ext>
            </a:extLst>
          </p:cNvPr>
          <p:cNvCxnSpPr>
            <a:cxnSpLocks/>
          </p:cNvCxnSpPr>
          <p:nvPr/>
        </p:nvCxnSpPr>
        <p:spPr>
          <a:xfrm flipH="1" flipV="1">
            <a:off x="3434339" y="3835511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C188282-3DFA-9499-CD32-C68BE3EAAE78}"/>
              </a:ext>
            </a:extLst>
          </p:cNvPr>
          <p:cNvGrpSpPr/>
          <p:nvPr/>
        </p:nvGrpSpPr>
        <p:grpSpPr>
          <a:xfrm>
            <a:off x="4365227" y="3349310"/>
            <a:ext cx="369549" cy="491455"/>
            <a:chOff x="3774493" y="4160030"/>
            <a:chExt cx="369549" cy="491455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5CB17068-7CB2-530B-6A2E-1D85E575ECB7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56831997-F728-2DF0-56B0-536946AE79B5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56831997-F728-2DF0-56B0-536946AE7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28"/>
                  <a:stretch>
                    <a:fillRect l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A8736CFE-9172-4342-96CF-930B2F84B359}"/>
              </a:ext>
            </a:extLst>
          </p:cNvPr>
          <p:cNvCxnSpPr>
            <a:cxnSpLocks/>
          </p:cNvCxnSpPr>
          <p:nvPr/>
        </p:nvCxnSpPr>
        <p:spPr>
          <a:xfrm flipH="1" flipV="1">
            <a:off x="4010427" y="437575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37421312-2A47-E7CF-820B-38613A976726}"/>
                  </a:ext>
                </a:extLst>
              </p:cNvPr>
              <p:cNvSpPr/>
              <p:nvPr/>
            </p:nvSpPr>
            <p:spPr>
              <a:xfrm>
                <a:off x="3826631" y="3995106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37421312-2A47-E7CF-820B-38613A9767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631" y="3995106"/>
                <a:ext cx="379799" cy="379799"/>
              </a:xfrm>
              <a:prstGeom prst="rect">
                <a:avLst/>
              </a:prstGeom>
              <a:blipFill>
                <a:blip r:embed="rId29"/>
                <a:stretch>
                  <a:fillRect l="-37500" r="-937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AD990A13-4523-FE5B-00B3-844DC0766BAB}"/>
              </a:ext>
            </a:extLst>
          </p:cNvPr>
          <p:cNvCxnSpPr>
            <a:cxnSpLocks/>
            <a:endCxn id="257" idx="2"/>
          </p:cNvCxnSpPr>
          <p:nvPr/>
        </p:nvCxnSpPr>
        <p:spPr>
          <a:xfrm flipH="1" flipV="1">
            <a:off x="4002694" y="3840766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B29B562-EC5F-B0A2-B6F0-1B3C3F0D139C}"/>
              </a:ext>
            </a:extLst>
          </p:cNvPr>
          <p:cNvSpPr/>
          <p:nvPr/>
        </p:nvSpPr>
        <p:spPr>
          <a:xfrm>
            <a:off x="3870358" y="3349311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491C133-CA7E-563A-4E71-0B62CF997023}"/>
                  </a:ext>
                </a:extLst>
              </p:cNvPr>
              <p:cNvSpPr txBox="1"/>
              <p:nvPr/>
            </p:nvSpPr>
            <p:spPr>
              <a:xfrm>
                <a:off x="3868759" y="3398256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491C133-CA7E-563A-4E71-0B62CF997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759" y="3398256"/>
                <a:ext cx="369549" cy="400110"/>
              </a:xfrm>
              <a:prstGeom prst="rect">
                <a:avLst/>
              </a:prstGeom>
              <a:blipFill>
                <a:blip r:embed="rId30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8BE7A2F4-A49F-B46A-61B0-D8E1410D691F}"/>
                  </a:ext>
                </a:extLst>
              </p:cNvPr>
              <p:cNvSpPr/>
              <p:nvPr/>
            </p:nvSpPr>
            <p:spPr>
              <a:xfrm>
                <a:off x="4297666" y="3995106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8BE7A2F4-A49F-B46A-61B0-D8E1410D69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66" y="3995106"/>
                <a:ext cx="379799" cy="379799"/>
              </a:xfrm>
              <a:prstGeom prst="rect">
                <a:avLst/>
              </a:prstGeom>
              <a:blipFill>
                <a:blip r:embed="rId31"/>
                <a:stretch>
                  <a:fillRect l="-37500" r="-937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E7561713-43A4-EECD-A9C9-01FB8F59775E}"/>
              </a:ext>
            </a:extLst>
          </p:cNvPr>
          <p:cNvCxnSpPr>
            <a:cxnSpLocks/>
            <a:endCxn id="259" idx="2"/>
          </p:cNvCxnSpPr>
          <p:nvPr/>
        </p:nvCxnSpPr>
        <p:spPr>
          <a:xfrm flipV="1">
            <a:off x="4014264" y="4374905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B31F0558-BB87-9559-A8EC-945A787297FB}"/>
              </a:ext>
            </a:extLst>
          </p:cNvPr>
          <p:cNvCxnSpPr>
            <a:cxnSpLocks/>
          </p:cNvCxnSpPr>
          <p:nvPr/>
        </p:nvCxnSpPr>
        <p:spPr>
          <a:xfrm flipH="1" flipV="1">
            <a:off x="4492114" y="3840766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Oval 295">
            <a:extLst>
              <a:ext uri="{FF2B5EF4-FFF2-40B4-BE49-F238E27FC236}">
                <a16:creationId xmlns:a16="http://schemas.microsoft.com/office/drawing/2014/main" id="{185196E0-2E4B-315E-496C-D08026797232}"/>
              </a:ext>
            </a:extLst>
          </p:cNvPr>
          <p:cNvSpPr/>
          <p:nvPr/>
        </p:nvSpPr>
        <p:spPr>
          <a:xfrm>
            <a:off x="2757340" y="1475492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62C58AEC-45FE-E930-D685-5C9B1632C548}"/>
              </a:ext>
            </a:extLst>
          </p:cNvPr>
          <p:cNvSpPr/>
          <p:nvPr/>
        </p:nvSpPr>
        <p:spPr>
          <a:xfrm>
            <a:off x="1704200" y="1482236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B6226653-A419-8034-FEAE-03CA0B63594B}"/>
              </a:ext>
            </a:extLst>
          </p:cNvPr>
          <p:cNvSpPr/>
          <p:nvPr/>
        </p:nvSpPr>
        <p:spPr>
          <a:xfrm>
            <a:off x="692903" y="1478685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F6EEE246-79B6-53E3-8658-3C340AE77089}"/>
              </a:ext>
            </a:extLst>
          </p:cNvPr>
          <p:cNvSpPr/>
          <p:nvPr/>
        </p:nvSpPr>
        <p:spPr>
          <a:xfrm>
            <a:off x="3810480" y="1481222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F624D58A-0671-B0CC-835D-F92EC02BD1FD}"/>
              </a:ext>
            </a:extLst>
          </p:cNvPr>
          <p:cNvCxnSpPr>
            <a:cxnSpLocks/>
          </p:cNvCxnSpPr>
          <p:nvPr/>
        </p:nvCxnSpPr>
        <p:spPr>
          <a:xfrm flipH="1" flipV="1">
            <a:off x="869390" y="454497"/>
            <a:ext cx="8648" cy="1018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F7A41FC0-6B2A-3A01-C450-B3D73F293347}"/>
              </a:ext>
            </a:extLst>
          </p:cNvPr>
          <p:cNvCxnSpPr>
            <a:cxnSpLocks/>
            <a:stCxn id="297" idx="0"/>
            <a:endCxn id="306" idx="2"/>
          </p:cNvCxnSpPr>
          <p:nvPr/>
        </p:nvCxnSpPr>
        <p:spPr>
          <a:xfrm flipH="1" flipV="1">
            <a:off x="1887286" y="474103"/>
            <a:ext cx="2411" cy="1008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83D2AF5A-E1D5-8C6C-71FD-BD973160D152}"/>
              </a:ext>
            </a:extLst>
          </p:cNvPr>
          <p:cNvCxnSpPr>
            <a:cxnSpLocks/>
            <a:stCxn id="299" idx="0"/>
            <a:endCxn id="308" idx="2"/>
          </p:cNvCxnSpPr>
          <p:nvPr/>
        </p:nvCxnSpPr>
        <p:spPr>
          <a:xfrm flipH="1" flipV="1">
            <a:off x="3995761" y="474103"/>
            <a:ext cx="216" cy="10071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78035F17-737B-5350-5702-46A3571E890B}"/>
                  </a:ext>
                </a:extLst>
              </p:cNvPr>
              <p:cNvSpPr txBox="1"/>
              <p:nvPr/>
            </p:nvSpPr>
            <p:spPr>
              <a:xfrm>
                <a:off x="749819" y="8848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78035F17-737B-5350-5702-46A3571E8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19" y="88485"/>
                <a:ext cx="491944" cy="385618"/>
              </a:xfrm>
              <a:prstGeom prst="rect">
                <a:avLst/>
              </a:prstGeom>
              <a:blipFill>
                <a:blip r:embed="rId32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805E21EE-705F-EBB6-DF2E-800571520D24}"/>
                  </a:ext>
                </a:extLst>
              </p:cNvPr>
              <p:cNvSpPr txBox="1"/>
              <p:nvPr/>
            </p:nvSpPr>
            <p:spPr>
              <a:xfrm>
                <a:off x="1641314" y="8848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805E21EE-705F-EBB6-DF2E-800571520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314" y="88485"/>
                <a:ext cx="491944" cy="385618"/>
              </a:xfrm>
              <a:prstGeom prst="rect">
                <a:avLst/>
              </a:prstGeom>
              <a:blipFill>
                <a:blip r:embed="rId33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B7150FF-8A52-BB49-9C48-62FCE9AB1C47}"/>
                  </a:ext>
                </a:extLst>
              </p:cNvPr>
              <p:cNvSpPr txBox="1"/>
              <p:nvPr/>
            </p:nvSpPr>
            <p:spPr>
              <a:xfrm>
                <a:off x="2693213" y="8848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B7150FF-8A52-BB49-9C48-62FCE9AB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213" y="88485"/>
                <a:ext cx="491944" cy="385618"/>
              </a:xfrm>
              <a:prstGeom prst="rect">
                <a:avLst/>
              </a:prstGeom>
              <a:blipFill>
                <a:blip r:embed="rId3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BAF79F1B-D4A5-1279-C84E-9FD99C15A36D}"/>
                  </a:ext>
                </a:extLst>
              </p:cNvPr>
              <p:cNvSpPr txBox="1"/>
              <p:nvPr/>
            </p:nvSpPr>
            <p:spPr>
              <a:xfrm>
                <a:off x="3749789" y="8848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BAF79F1B-D4A5-1279-C84E-9FD99C15A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789" y="88485"/>
                <a:ext cx="491944" cy="385618"/>
              </a:xfrm>
              <a:prstGeom prst="rect">
                <a:avLst/>
              </a:prstGeom>
              <a:blipFill>
                <a:blip r:embed="rId35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Rounded Rectangle 309">
            <a:extLst>
              <a:ext uri="{FF2B5EF4-FFF2-40B4-BE49-F238E27FC236}">
                <a16:creationId xmlns:a16="http://schemas.microsoft.com/office/drawing/2014/main" id="{3AF8024C-099D-78AB-8534-CCCC45242563}"/>
              </a:ext>
            </a:extLst>
          </p:cNvPr>
          <p:cNvSpPr/>
          <p:nvPr/>
        </p:nvSpPr>
        <p:spPr>
          <a:xfrm>
            <a:off x="426717" y="663446"/>
            <a:ext cx="4257666" cy="4318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BD6719B6-5861-0051-2C6E-2955643651EC}"/>
              </a:ext>
            </a:extLst>
          </p:cNvPr>
          <p:cNvSpPr txBox="1"/>
          <p:nvPr/>
        </p:nvSpPr>
        <p:spPr>
          <a:xfrm>
            <a:off x="755421" y="645113"/>
            <a:ext cx="3732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Softmax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A7A51187-DA99-B9F9-441F-88A06BE3B05B}"/>
                  </a:ext>
                </a:extLst>
              </p:cNvPr>
              <p:cNvSpPr txBox="1"/>
              <p:nvPr/>
            </p:nvSpPr>
            <p:spPr>
              <a:xfrm>
                <a:off x="1786048" y="1110306"/>
                <a:ext cx="854184" cy="372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A7A51187-DA99-B9F9-441F-88A06BE3B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048" y="1110306"/>
                <a:ext cx="854184" cy="372474"/>
              </a:xfrm>
              <a:prstGeom prst="rect">
                <a:avLst/>
              </a:prstGeom>
              <a:blipFill>
                <a:blip r:embed="rId3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0ED6EFBD-1545-A347-EC9C-C9E29B7605FE}"/>
                  </a:ext>
                </a:extLst>
              </p:cNvPr>
              <p:cNvSpPr txBox="1"/>
              <p:nvPr/>
            </p:nvSpPr>
            <p:spPr>
              <a:xfrm>
                <a:off x="858312" y="1109936"/>
                <a:ext cx="5746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0ED6EFBD-1545-A347-EC9C-C9E29B760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12" y="1109936"/>
                <a:ext cx="574622" cy="369332"/>
              </a:xfrm>
              <a:prstGeom prst="rect">
                <a:avLst/>
              </a:prstGeom>
              <a:blipFill>
                <a:blip r:embed="rId37"/>
                <a:stretch>
                  <a:fillRect r="-217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DC3AA0E-1346-DFFA-3479-2E622B522D6A}"/>
                  </a:ext>
                </a:extLst>
              </p:cNvPr>
              <p:cNvSpPr txBox="1"/>
              <p:nvPr/>
            </p:nvSpPr>
            <p:spPr>
              <a:xfrm>
                <a:off x="2825513" y="1109936"/>
                <a:ext cx="854184" cy="37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DC3AA0E-1346-DFFA-3479-2E622B522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513" y="1109936"/>
                <a:ext cx="854184" cy="373885"/>
              </a:xfrm>
              <a:prstGeom prst="rect">
                <a:avLst/>
              </a:prstGeom>
              <a:blipFill>
                <a:blip r:embed="rId3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CECC6F87-8301-ECCA-DE0A-6572FFB2272E}"/>
                  </a:ext>
                </a:extLst>
              </p:cNvPr>
              <p:cNvSpPr txBox="1"/>
              <p:nvPr/>
            </p:nvSpPr>
            <p:spPr>
              <a:xfrm>
                <a:off x="3895149" y="1134404"/>
                <a:ext cx="854184" cy="371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CECC6F87-8301-ECCA-DE0A-6572FFB22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149" y="1134404"/>
                <a:ext cx="854184" cy="371705"/>
              </a:xfrm>
              <a:prstGeom prst="rect">
                <a:avLst/>
              </a:prstGeom>
              <a:blipFill>
                <a:blip r:embed="rId3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D340446D-84D8-2D52-7FE7-A0F9EB468B1A}"/>
              </a:ext>
            </a:extLst>
          </p:cNvPr>
          <p:cNvCxnSpPr>
            <a:cxnSpLocks/>
            <a:stCxn id="166" idx="1"/>
            <a:endCxn id="299" idx="4"/>
          </p:cNvCxnSpPr>
          <p:nvPr/>
        </p:nvCxnSpPr>
        <p:spPr>
          <a:xfrm flipH="1" flipV="1">
            <a:off x="3995977" y="1852215"/>
            <a:ext cx="3636881" cy="4985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3A65214C-4349-977E-6B1E-122DF0AB7A34}"/>
              </a:ext>
            </a:extLst>
          </p:cNvPr>
          <p:cNvCxnSpPr>
            <a:cxnSpLocks/>
            <a:stCxn id="166" idx="1"/>
            <a:endCxn id="296" idx="4"/>
          </p:cNvCxnSpPr>
          <p:nvPr/>
        </p:nvCxnSpPr>
        <p:spPr>
          <a:xfrm flipH="1" flipV="1">
            <a:off x="2942837" y="1846485"/>
            <a:ext cx="4690021" cy="5043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6E2AB70B-8584-0621-F46A-508FEFF3E252}"/>
              </a:ext>
            </a:extLst>
          </p:cNvPr>
          <p:cNvCxnSpPr>
            <a:cxnSpLocks/>
            <a:stCxn id="166" idx="1"/>
            <a:endCxn id="297" idx="4"/>
          </p:cNvCxnSpPr>
          <p:nvPr/>
        </p:nvCxnSpPr>
        <p:spPr>
          <a:xfrm flipH="1" flipV="1">
            <a:off x="1889697" y="1853229"/>
            <a:ext cx="5743161" cy="497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1FB9E4A8-255B-D544-B880-C1FDE9102560}"/>
              </a:ext>
            </a:extLst>
          </p:cNvPr>
          <p:cNvCxnSpPr>
            <a:cxnSpLocks/>
            <a:stCxn id="166" idx="1"/>
            <a:endCxn id="298" idx="4"/>
          </p:cNvCxnSpPr>
          <p:nvPr/>
        </p:nvCxnSpPr>
        <p:spPr>
          <a:xfrm flipH="1" flipV="1">
            <a:off x="878400" y="1849678"/>
            <a:ext cx="6754458" cy="501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DAA0FF41-6518-C91A-392B-D8C0CE11D216}"/>
              </a:ext>
            </a:extLst>
          </p:cNvPr>
          <p:cNvCxnSpPr>
            <a:cxnSpLocks/>
            <a:stCxn id="147" idx="0"/>
            <a:endCxn id="298" idx="4"/>
          </p:cNvCxnSpPr>
          <p:nvPr/>
        </p:nvCxnSpPr>
        <p:spPr>
          <a:xfrm flipH="1" flipV="1">
            <a:off x="878400" y="1849678"/>
            <a:ext cx="0" cy="14966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2283F3A5-F33D-317F-80F1-3320AF5F8B04}"/>
              </a:ext>
            </a:extLst>
          </p:cNvPr>
          <p:cNvCxnSpPr>
            <a:cxnSpLocks/>
            <a:stCxn id="226" idx="0"/>
            <a:endCxn id="297" idx="4"/>
          </p:cNvCxnSpPr>
          <p:nvPr/>
        </p:nvCxnSpPr>
        <p:spPr>
          <a:xfrm flipV="1">
            <a:off x="1886328" y="1853229"/>
            <a:ext cx="3369" cy="14888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BB73CFBF-A246-A2A1-0DF7-DD193E1F52F9}"/>
              </a:ext>
            </a:extLst>
          </p:cNvPr>
          <p:cNvCxnSpPr>
            <a:cxnSpLocks/>
            <a:stCxn id="242" idx="0"/>
            <a:endCxn id="296" idx="4"/>
          </p:cNvCxnSpPr>
          <p:nvPr/>
        </p:nvCxnSpPr>
        <p:spPr>
          <a:xfrm flipH="1" flipV="1">
            <a:off x="2942837" y="1846485"/>
            <a:ext cx="2082" cy="14975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356">
            <a:extLst>
              <a:ext uri="{FF2B5EF4-FFF2-40B4-BE49-F238E27FC236}">
                <a16:creationId xmlns:a16="http://schemas.microsoft.com/office/drawing/2014/main" id="{548BE820-5513-929B-C6A3-974D76541757}"/>
              </a:ext>
            </a:extLst>
          </p:cNvPr>
          <p:cNvCxnSpPr>
            <a:cxnSpLocks/>
            <a:stCxn id="257" idx="0"/>
          </p:cNvCxnSpPr>
          <p:nvPr/>
        </p:nvCxnSpPr>
        <p:spPr>
          <a:xfrm flipV="1">
            <a:off x="4002694" y="1849678"/>
            <a:ext cx="0" cy="14996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9DF786A9-ACCB-6AB4-AD4F-C18EA7D06BC3}"/>
                  </a:ext>
                </a:extLst>
              </p:cNvPr>
              <p:cNvSpPr txBox="1"/>
              <p:nvPr/>
            </p:nvSpPr>
            <p:spPr>
              <a:xfrm>
                <a:off x="749819" y="8933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9DF786A9-ACCB-6AB4-AD4F-C18EA7D06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19" y="89335"/>
                <a:ext cx="491944" cy="385618"/>
              </a:xfrm>
              <a:prstGeom prst="rect">
                <a:avLst/>
              </a:prstGeom>
              <a:blipFill>
                <a:blip r:embed="rId40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E70F6DB8-FD75-35BA-E5F1-26108E808B38}"/>
                  </a:ext>
                </a:extLst>
              </p:cNvPr>
              <p:cNvSpPr txBox="1"/>
              <p:nvPr/>
            </p:nvSpPr>
            <p:spPr>
              <a:xfrm>
                <a:off x="1641314" y="8933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E70F6DB8-FD75-35BA-E5F1-26108E808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314" y="89335"/>
                <a:ext cx="491944" cy="385618"/>
              </a:xfrm>
              <a:prstGeom prst="rect">
                <a:avLst/>
              </a:prstGeom>
              <a:blipFill>
                <a:blip r:embed="rId41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4" name="TextBox 383">
                <a:extLst>
                  <a:ext uri="{FF2B5EF4-FFF2-40B4-BE49-F238E27FC236}">
                    <a16:creationId xmlns:a16="http://schemas.microsoft.com/office/drawing/2014/main" id="{3B2335EE-B6F9-1B56-72DC-D7A7CFC5A5C1}"/>
                  </a:ext>
                </a:extLst>
              </p:cNvPr>
              <p:cNvSpPr txBox="1"/>
              <p:nvPr/>
            </p:nvSpPr>
            <p:spPr>
              <a:xfrm>
                <a:off x="2693213" y="8933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4" name="TextBox 383">
                <a:extLst>
                  <a:ext uri="{FF2B5EF4-FFF2-40B4-BE49-F238E27FC236}">
                    <a16:creationId xmlns:a16="http://schemas.microsoft.com/office/drawing/2014/main" id="{3B2335EE-B6F9-1B56-72DC-D7A7CFC5A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213" y="89335"/>
                <a:ext cx="491944" cy="385618"/>
              </a:xfrm>
              <a:prstGeom prst="rect">
                <a:avLst/>
              </a:prstGeom>
              <a:blipFill>
                <a:blip r:embed="rId42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56D05C43-BEF0-8DA3-1F33-DAB74BFEEA31}"/>
                  </a:ext>
                </a:extLst>
              </p:cNvPr>
              <p:cNvSpPr txBox="1"/>
              <p:nvPr/>
            </p:nvSpPr>
            <p:spPr>
              <a:xfrm>
                <a:off x="3749789" y="8933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56D05C43-BEF0-8DA3-1F33-DAB74BFEE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789" y="89335"/>
                <a:ext cx="491944" cy="385618"/>
              </a:xfrm>
              <a:prstGeom prst="rect">
                <a:avLst/>
              </a:prstGeom>
              <a:blipFill>
                <a:blip r:embed="rId43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8" name="Group 397">
            <a:extLst>
              <a:ext uri="{FF2B5EF4-FFF2-40B4-BE49-F238E27FC236}">
                <a16:creationId xmlns:a16="http://schemas.microsoft.com/office/drawing/2014/main" id="{051D36DB-5161-95D9-EBCE-F79B47BFAE6C}"/>
              </a:ext>
            </a:extLst>
          </p:cNvPr>
          <p:cNvGrpSpPr/>
          <p:nvPr/>
        </p:nvGrpSpPr>
        <p:grpSpPr>
          <a:xfrm>
            <a:off x="1240616" y="3347154"/>
            <a:ext cx="369549" cy="491455"/>
            <a:chOff x="3774493" y="4160030"/>
            <a:chExt cx="369549" cy="491455"/>
          </a:xfrm>
        </p:grpSpPr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40B79D69-6E8B-0F24-998E-F61B379DFC92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0" name="TextBox 399">
                  <a:extLst>
                    <a:ext uri="{FF2B5EF4-FFF2-40B4-BE49-F238E27FC236}">
                      <a16:creationId xmlns:a16="http://schemas.microsoft.com/office/drawing/2014/main" id="{989E6DD9-373C-AAA2-DC60-A2AFC38FF085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CD38B80-6F3D-D588-C2D0-C76C4579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1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0FA4828B-28E3-5AAA-E4BA-A3E0810AF320}"/>
              </a:ext>
            </a:extLst>
          </p:cNvPr>
          <p:cNvGrpSpPr/>
          <p:nvPr/>
        </p:nvGrpSpPr>
        <p:grpSpPr>
          <a:xfrm>
            <a:off x="2243089" y="3342832"/>
            <a:ext cx="369549" cy="491455"/>
            <a:chOff x="3774493" y="4160030"/>
            <a:chExt cx="369549" cy="491455"/>
          </a:xfrm>
        </p:grpSpPr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8A58C8E1-48D9-1D3B-6F22-7969FA7F69E1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3" name="TextBox 402">
                  <a:extLst>
                    <a:ext uri="{FF2B5EF4-FFF2-40B4-BE49-F238E27FC236}">
                      <a16:creationId xmlns:a16="http://schemas.microsoft.com/office/drawing/2014/main" id="{0D472EE9-2967-6AF6-25A8-2D141B356A09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03" name="TextBox 402">
                  <a:extLst>
                    <a:ext uri="{FF2B5EF4-FFF2-40B4-BE49-F238E27FC236}">
                      <a16:creationId xmlns:a16="http://schemas.microsoft.com/office/drawing/2014/main" id="{0D472EE9-2967-6AF6-25A8-2D141B356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4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AFA0D49F-CD41-31A3-2EF6-D28BB8C1F07C}"/>
              </a:ext>
            </a:extLst>
          </p:cNvPr>
          <p:cNvGrpSpPr/>
          <p:nvPr/>
        </p:nvGrpSpPr>
        <p:grpSpPr>
          <a:xfrm>
            <a:off x="3301680" y="3344854"/>
            <a:ext cx="369549" cy="491455"/>
            <a:chOff x="3774493" y="4160030"/>
            <a:chExt cx="369549" cy="491455"/>
          </a:xfrm>
        </p:grpSpPr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DBB51271-1DC7-8C53-1D80-55D991DD008D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6" name="TextBox 405">
                  <a:extLst>
                    <a:ext uri="{FF2B5EF4-FFF2-40B4-BE49-F238E27FC236}">
                      <a16:creationId xmlns:a16="http://schemas.microsoft.com/office/drawing/2014/main" id="{110E580E-37FB-584B-866C-08319D675A23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06" name="TextBox 405">
                  <a:extLst>
                    <a:ext uri="{FF2B5EF4-FFF2-40B4-BE49-F238E27FC236}">
                      <a16:creationId xmlns:a16="http://schemas.microsoft.com/office/drawing/2014/main" id="{110E580E-37FB-584B-866C-08319D675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45"/>
                  <a:stretch>
                    <a:fillRect l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4B399ED0-CFD4-B892-42BC-8A8507866BF5}"/>
              </a:ext>
            </a:extLst>
          </p:cNvPr>
          <p:cNvGrpSpPr/>
          <p:nvPr/>
        </p:nvGrpSpPr>
        <p:grpSpPr>
          <a:xfrm>
            <a:off x="4359455" y="3350109"/>
            <a:ext cx="369549" cy="491455"/>
            <a:chOff x="3774493" y="4160030"/>
            <a:chExt cx="369549" cy="491455"/>
          </a:xfrm>
        </p:grpSpPr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DDEC85AF-BEEC-2A34-F636-7EB0DF7C1544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" name="TextBox 408">
                  <a:extLst>
                    <a:ext uri="{FF2B5EF4-FFF2-40B4-BE49-F238E27FC236}">
                      <a16:creationId xmlns:a16="http://schemas.microsoft.com/office/drawing/2014/main" id="{61AC380C-CC89-A924-1CE1-D87E0A4FF3F5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09" name="TextBox 408">
                  <a:extLst>
                    <a:ext uri="{FF2B5EF4-FFF2-40B4-BE49-F238E27FC236}">
                      <a16:creationId xmlns:a16="http://schemas.microsoft.com/office/drawing/2014/main" id="{61AC380C-CC89-A924-1CE1-D87E0A4FF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46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77577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nimBg="1"/>
      <p:bldP spid="147" grpId="0" animBg="1"/>
      <p:bldP spid="148" grpId="0"/>
      <p:bldP spid="149" grpId="0" animBg="1"/>
      <p:bldP spid="162" grpId="0" animBg="1"/>
      <p:bldP spid="165" grpId="0" animBg="1"/>
      <p:bldP spid="166" grpId="0"/>
      <p:bldP spid="207" grpId="0" animBg="1"/>
      <p:bldP spid="226" grpId="0" animBg="1"/>
      <p:bldP spid="229" grpId="0"/>
      <p:bldP spid="230" grpId="0" animBg="1"/>
      <p:bldP spid="240" grpId="0" animBg="1"/>
      <p:bldP spid="242" grpId="0" animBg="1"/>
      <p:bldP spid="243" grpId="0"/>
      <p:bldP spid="244" grpId="0" animBg="1"/>
      <p:bldP spid="255" grpId="0" animBg="1"/>
      <p:bldP spid="257" grpId="0" animBg="1"/>
      <p:bldP spid="258" grpId="0"/>
      <p:bldP spid="259" grpId="0" animBg="1"/>
      <p:bldP spid="296" grpId="0" animBg="1"/>
      <p:bldP spid="297" grpId="0" animBg="1"/>
      <p:bldP spid="298" grpId="0" animBg="1"/>
      <p:bldP spid="299" grpId="0" animBg="1"/>
      <p:bldP spid="305" grpId="0"/>
      <p:bldP spid="306" grpId="0"/>
      <p:bldP spid="307" grpId="0"/>
      <p:bldP spid="308" grpId="0"/>
      <p:bldP spid="310" grpId="0" animBg="1"/>
      <p:bldP spid="311" grpId="0"/>
      <p:bldP spid="317" grpId="0"/>
      <p:bldP spid="330" grpId="0"/>
      <p:bldP spid="331" grpId="0"/>
      <p:bldP spid="332" grpId="0"/>
      <p:bldP spid="382" grpId="0"/>
      <p:bldP spid="383" grpId="0"/>
      <p:bldP spid="384" grpId="0"/>
      <p:bldP spid="38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82C07660-779E-4D8A-B4A8-C2ACB9001F5E}"/>
              </a:ext>
            </a:extLst>
          </p:cNvPr>
          <p:cNvCxnSpPr>
            <a:cxnSpLocks/>
            <a:stCxn id="296" idx="0"/>
            <a:endCxn id="307" idx="2"/>
          </p:cNvCxnSpPr>
          <p:nvPr/>
        </p:nvCxnSpPr>
        <p:spPr>
          <a:xfrm flipH="1" flipV="1">
            <a:off x="2939185" y="470331"/>
            <a:ext cx="3652" cy="10051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7BD99A9-7A0A-BD42-E71C-64AE783597AE}"/>
              </a:ext>
            </a:extLst>
          </p:cNvPr>
          <p:cNvSpPr txBox="1"/>
          <p:nvPr/>
        </p:nvSpPr>
        <p:spPr>
          <a:xfrm>
            <a:off x="7903502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6A71D13-BDCC-735C-CA2C-EA40573CEC18}"/>
              </a:ext>
            </a:extLst>
          </p:cNvPr>
          <p:cNvSpPr txBox="1"/>
          <p:nvPr/>
        </p:nvSpPr>
        <p:spPr>
          <a:xfrm>
            <a:off x="7109914" y="3937053"/>
            <a:ext cx="1081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Masked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189CA-5261-83FE-ED0C-442E1C831B15}"/>
              </a:ext>
            </a:extLst>
          </p:cNvPr>
          <p:cNvSpPr/>
          <p:nvPr/>
        </p:nvSpPr>
        <p:spPr>
          <a:xfrm>
            <a:off x="426717" y="4500640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368139-FDFE-1794-0600-6369620A19C3}"/>
              </a:ext>
            </a:extLst>
          </p:cNvPr>
          <p:cNvSpPr/>
          <p:nvPr/>
        </p:nvSpPr>
        <p:spPr>
          <a:xfrm>
            <a:off x="426717" y="5462499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/>
              <p:nvPr/>
            </p:nvSpPr>
            <p:spPr>
              <a:xfrm>
                <a:off x="1781044" y="5562067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5562067"/>
                <a:ext cx="1667937" cy="461665"/>
              </a:xfrm>
              <a:prstGeom prst="rect">
                <a:avLst/>
              </a:prstGeom>
              <a:blipFill>
                <a:blip r:embed="rId8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/>
              <p:nvPr/>
            </p:nvSpPr>
            <p:spPr>
              <a:xfrm>
                <a:off x="2446251" y="6118145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6118145"/>
                <a:ext cx="43456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1113E16-C2B8-4AA3-CF1E-B1219E94DD07}"/>
              </a:ext>
            </a:extLst>
          </p:cNvPr>
          <p:cNvSpPr/>
          <p:nvPr/>
        </p:nvSpPr>
        <p:spPr>
          <a:xfrm>
            <a:off x="717712" y="454895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57EAA2-DDFC-3F3B-780A-51EFB871A27B}"/>
              </a:ext>
            </a:extLst>
          </p:cNvPr>
          <p:cNvSpPr/>
          <p:nvPr/>
        </p:nvSpPr>
        <p:spPr>
          <a:xfrm>
            <a:off x="1770490" y="454895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A8A6B0-F051-E874-8E1E-B690FB5C12B5}"/>
              </a:ext>
            </a:extLst>
          </p:cNvPr>
          <p:cNvSpPr/>
          <p:nvPr/>
        </p:nvSpPr>
        <p:spPr>
          <a:xfrm>
            <a:off x="2823268" y="454895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/>
              <p:nvPr/>
            </p:nvSpPr>
            <p:spPr>
              <a:xfrm>
                <a:off x="725909" y="4650118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4650118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/>
              <p:nvPr/>
            </p:nvSpPr>
            <p:spPr>
              <a:xfrm>
                <a:off x="1784729" y="4650118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4650118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/>
              <p:nvPr/>
            </p:nvSpPr>
            <p:spPr>
              <a:xfrm>
                <a:off x="2817803" y="4650118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4650118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>
            <a:extLst>
              <a:ext uri="{FF2B5EF4-FFF2-40B4-BE49-F238E27FC236}">
                <a16:creationId xmlns:a16="http://schemas.microsoft.com/office/drawing/2014/main" id="{CBB78D45-1908-09A2-A7A4-28DA2CD8FCD1}"/>
              </a:ext>
            </a:extLst>
          </p:cNvPr>
          <p:cNvSpPr/>
          <p:nvPr/>
        </p:nvSpPr>
        <p:spPr>
          <a:xfrm>
            <a:off x="3876046" y="454895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/>
              <p:nvPr/>
            </p:nvSpPr>
            <p:spPr>
              <a:xfrm>
                <a:off x="3898068" y="4650118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4650118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8A8B495-80FA-4865-23C0-64DAD1E59996}"/>
              </a:ext>
            </a:extLst>
          </p:cNvPr>
          <p:cNvCxnSpPr>
            <a:cxnSpLocks/>
          </p:cNvCxnSpPr>
          <p:nvPr/>
        </p:nvCxnSpPr>
        <p:spPr>
          <a:xfrm flipV="1">
            <a:off x="8243947" y="3112384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5689AFE-E9A6-28C2-4A96-3907A24A3FA6}"/>
              </a:ext>
            </a:extLst>
          </p:cNvPr>
          <p:cNvGrpSpPr/>
          <p:nvPr/>
        </p:nvGrpSpPr>
        <p:grpSpPr>
          <a:xfrm>
            <a:off x="8143012" y="3607070"/>
            <a:ext cx="202517" cy="202517"/>
            <a:chOff x="361477" y="1105173"/>
            <a:chExt cx="353898" cy="353898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897D4BC2-286E-A18E-CA2E-8E75D7E5DAD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Multiply 191">
              <a:extLst>
                <a:ext uri="{FF2B5EF4-FFF2-40B4-BE49-F238E27FC236}">
                  <a16:creationId xmlns:a16="http://schemas.microsoft.com/office/drawing/2014/main" id="{C5B26869-BC8B-9BDB-862A-F892B4C8013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7DDFF720-E7C7-2B47-A24A-C232498720DE}"/>
              </a:ext>
            </a:extLst>
          </p:cNvPr>
          <p:cNvCxnSpPr>
            <a:cxnSpLocks/>
          </p:cNvCxnSpPr>
          <p:nvPr/>
        </p:nvCxnSpPr>
        <p:spPr>
          <a:xfrm flipV="1">
            <a:off x="7740331" y="3708299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CD2ECA4B-0BE6-8066-6497-91365AF657F3}"/>
              </a:ext>
            </a:extLst>
          </p:cNvPr>
          <p:cNvCxnSpPr>
            <a:cxnSpLocks/>
          </p:cNvCxnSpPr>
          <p:nvPr/>
        </p:nvCxnSpPr>
        <p:spPr>
          <a:xfrm>
            <a:off x="7744877" y="3708299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7AAF5D3-A20A-DBD3-0F97-D5DD16FDCF02}"/>
              </a:ext>
            </a:extLst>
          </p:cNvPr>
          <p:cNvCxnSpPr>
            <a:cxnSpLocks/>
          </p:cNvCxnSpPr>
          <p:nvPr/>
        </p:nvCxnSpPr>
        <p:spPr>
          <a:xfrm>
            <a:off x="7740331" y="4544872"/>
            <a:ext cx="552142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9891C51E-8F52-762B-A0E5-B00010FD20A9}"/>
              </a:ext>
            </a:extLst>
          </p:cNvPr>
          <p:cNvSpPr/>
          <p:nvPr/>
        </p:nvSpPr>
        <p:spPr>
          <a:xfrm>
            <a:off x="7777276" y="3291432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A10D9EB-7E6E-886B-33D5-13EC191B9B15}"/>
              </a:ext>
            </a:extLst>
          </p:cNvPr>
          <p:cNvCxnSpPr>
            <a:cxnSpLocks/>
          </p:cNvCxnSpPr>
          <p:nvPr/>
        </p:nvCxnSpPr>
        <p:spPr>
          <a:xfrm flipV="1">
            <a:off x="7202784" y="3119155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E839DF1-13F7-BAB5-7E8A-7EA87F97CE02}"/>
              </a:ext>
            </a:extLst>
          </p:cNvPr>
          <p:cNvGrpSpPr/>
          <p:nvPr/>
        </p:nvGrpSpPr>
        <p:grpSpPr>
          <a:xfrm>
            <a:off x="7101849" y="3613841"/>
            <a:ext cx="202517" cy="202517"/>
            <a:chOff x="361477" y="1105173"/>
            <a:chExt cx="353898" cy="353898"/>
          </a:xfrm>
        </p:grpSpPr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334A0496-EBCB-A34D-ACF9-53BB1DA45A1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Multiply 210">
              <a:extLst>
                <a:ext uri="{FF2B5EF4-FFF2-40B4-BE49-F238E27FC236}">
                  <a16:creationId xmlns:a16="http://schemas.microsoft.com/office/drawing/2014/main" id="{E7E73947-B2AC-4F63-9E7D-C96AB8E9F6EE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BE966AA0-3E1A-D47A-7425-9D07D97148DC}"/>
              </a:ext>
            </a:extLst>
          </p:cNvPr>
          <p:cNvCxnSpPr>
            <a:cxnSpLocks/>
          </p:cNvCxnSpPr>
          <p:nvPr/>
        </p:nvCxnSpPr>
        <p:spPr>
          <a:xfrm flipV="1">
            <a:off x="6699168" y="3715070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0792D662-2823-7C07-656D-F6E3C80817BA}"/>
              </a:ext>
            </a:extLst>
          </p:cNvPr>
          <p:cNvCxnSpPr>
            <a:cxnSpLocks/>
          </p:cNvCxnSpPr>
          <p:nvPr/>
        </p:nvCxnSpPr>
        <p:spPr>
          <a:xfrm>
            <a:off x="6703714" y="3715070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9FCEF575-E2DB-3B06-8CDB-74FF7226C9FF}"/>
              </a:ext>
            </a:extLst>
          </p:cNvPr>
          <p:cNvCxnSpPr>
            <a:cxnSpLocks/>
          </p:cNvCxnSpPr>
          <p:nvPr/>
        </p:nvCxnSpPr>
        <p:spPr>
          <a:xfrm>
            <a:off x="6699168" y="4551643"/>
            <a:ext cx="50361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19C391CA-5E3D-6899-A14A-D1B773A137FC}"/>
              </a:ext>
            </a:extLst>
          </p:cNvPr>
          <p:cNvSpPr/>
          <p:nvPr/>
        </p:nvSpPr>
        <p:spPr>
          <a:xfrm>
            <a:off x="6736113" y="3298203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8D72F93-2422-4D81-EE33-391193292B86}"/>
              </a:ext>
            </a:extLst>
          </p:cNvPr>
          <p:cNvGrpSpPr/>
          <p:nvPr/>
        </p:nvGrpSpPr>
        <p:grpSpPr>
          <a:xfrm>
            <a:off x="1246388" y="3346355"/>
            <a:ext cx="369549" cy="491455"/>
            <a:chOff x="3774493" y="4160030"/>
            <a:chExt cx="369549" cy="491455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608F0FA-9E86-4D9F-9412-82C9EA767A9D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F1D8A00-2412-DC88-066C-40AE0BFB2FD8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F1D8A00-2412-DC88-066C-40AE0BFB2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14"/>
                  <a:stretch>
                    <a:fillRect l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8529DDC-9169-A42F-D684-810863E471C2}"/>
              </a:ext>
            </a:extLst>
          </p:cNvPr>
          <p:cNvCxnSpPr>
            <a:cxnSpLocks/>
          </p:cNvCxnSpPr>
          <p:nvPr/>
        </p:nvCxnSpPr>
        <p:spPr>
          <a:xfrm flipH="1" flipV="1">
            <a:off x="891588" y="4372800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4CBD58B-7185-B6F1-AD3D-DE505F2BC698}"/>
                  </a:ext>
                </a:extLst>
              </p:cNvPr>
              <p:cNvSpPr/>
              <p:nvPr/>
            </p:nvSpPr>
            <p:spPr>
              <a:xfrm>
                <a:off x="707792" y="3992151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4CBD58B-7185-B6F1-AD3D-DE505F2BC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92" y="3992151"/>
                <a:ext cx="379799" cy="379799"/>
              </a:xfrm>
              <a:prstGeom prst="rect">
                <a:avLst/>
              </a:prstGeom>
              <a:blipFill>
                <a:blip r:embed="rId15"/>
                <a:stretch>
                  <a:fillRect l="-41935" r="-967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21FFA29-C2B2-7550-763A-624630CE5C02}"/>
              </a:ext>
            </a:extLst>
          </p:cNvPr>
          <p:cNvCxnSpPr>
            <a:cxnSpLocks/>
            <a:endCxn id="147" idx="2"/>
          </p:cNvCxnSpPr>
          <p:nvPr/>
        </p:nvCxnSpPr>
        <p:spPr>
          <a:xfrm flipH="1" flipV="1">
            <a:off x="883855" y="3837811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69F58A8-6616-29A0-B848-8E1D79501ABF}"/>
              </a:ext>
            </a:extLst>
          </p:cNvPr>
          <p:cNvSpPr/>
          <p:nvPr/>
        </p:nvSpPr>
        <p:spPr>
          <a:xfrm>
            <a:off x="751519" y="3346356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62F167B-E65F-5411-8753-502796FE502E}"/>
                  </a:ext>
                </a:extLst>
              </p:cNvPr>
              <p:cNvSpPr txBox="1"/>
              <p:nvPr/>
            </p:nvSpPr>
            <p:spPr>
              <a:xfrm>
                <a:off x="749920" y="3395301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62F167B-E65F-5411-8753-502796FE5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20" y="3395301"/>
                <a:ext cx="369549" cy="400110"/>
              </a:xfrm>
              <a:prstGeom prst="rect">
                <a:avLst/>
              </a:prstGeom>
              <a:blipFill>
                <a:blip r:embed="rId16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21D99629-7583-7F73-EF56-8CF0A78ED9F6}"/>
                  </a:ext>
                </a:extLst>
              </p:cNvPr>
              <p:cNvSpPr/>
              <p:nvPr/>
            </p:nvSpPr>
            <p:spPr>
              <a:xfrm>
                <a:off x="1178827" y="3992151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21D99629-7583-7F73-EF56-8CF0A78ED9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827" y="3992151"/>
                <a:ext cx="379799" cy="379799"/>
              </a:xfrm>
              <a:prstGeom prst="rect">
                <a:avLst/>
              </a:prstGeom>
              <a:blipFill>
                <a:blip r:embed="rId1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468AB31-F00D-FCBD-FF6F-5DE965B1A52C}"/>
              </a:ext>
            </a:extLst>
          </p:cNvPr>
          <p:cNvCxnSpPr>
            <a:cxnSpLocks/>
            <a:endCxn id="149" idx="2"/>
          </p:cNvCxnSpPr>
          <p:nvPr/>
        </p:nvCxnSpPr>
        <p:spPr>
          <a:xfrm flipV="1">
            <a:off x="895425" y="4371950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F384646F-EB01-8FED-0CDB-E8906FB03C98}"/>
              </a:ext>
            </a:extLst>
          </p:cNvPr>
          <p:cNvCxnSpPr>
            <a:cxnSpLocks/>
          </p:cNvCxnSpPr>
          <p:nvPr/>
        </p:nvCxnSpPr>
        <p:spPr>
          <a:xfrm flipH="1" flipV="1">
            <a:off x="1373275" y="3837811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27CCEC1-AECA-98CD-A527-445A5369E3C5}"/>
                  </a:ext>
                </a:extLst>
              </p:cNvPr>
              <p:cNvSpPr/>
              <p:nvPr/>
            </p:nvSpPr>
            <p:spPr>
              <a:xfrm>
                <a:off x="7583791" y="2753054"/>
                <a:ext cx="379799" cy="3797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27CCEC1-AECA-98CD-A527-445A5369E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791" y="2753054"/>
                <a:ext cx="379799" cy="379799"/>
              </a:xfrm>
              <a:prstGeom prst="rect">
                <a:avLst/>
              </a:prstGeom>
              <a:blipFill>
                <a:blip r:embed="rId18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F936146-0581-206F-FBDA-C56ACDEB3621}"/>
              </a:ext>
            </a:extLst>
          </p:cNvPr>
          <p:cNvCxnSpPr>
            <a:cxnSpLocks/>
            <a:endCxn id="162" idx="2"/>
          </p:cNvCxnSpPr>
          <p:nvPr/>
        </p:nvCxnSpPr>
        <p:spPr>
          <a:xfrm flipH="1" flipV="1">
            <a:off x="7773691" y="3132853"/>
            <a:ext cx="475974" cy="14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D870FD1-BBD3-E7A3-8831-2198000F1375}"/>
              </a:ext>
            </a:extLst>
          </p:cNvPr>
          <p:cNvCxnSpPr>
            <a:cxnSpLocks/>
            <a:stCxn id="162" idx="0"/>
            <a:endCxn id="165" idx="2"/>
          </p:cNvCxnSpPr>
          <p:nvPr/>
        </p:nvCxnSpPr>
        <p:spPr>
          <a:xfrm flipH="1" flipV="1">
            <a:off x="7767261" y="2598713"/>
            <a:ext cx="6430" cy="1543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8B9186C-39F7-7050-0886-4347FDB5A3C9}"/>
              </a:ext>
            </a:extLst>
          </p:cNvPr>
          <p:cNvSpPr/>
          <p:nvPr/>
        </p:nvSpPr>
        <p:spPr>
          <a:xfrm>
            <a:off x="7634925" y="2107258"/>
            <a:ext cx="264672" cy="491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A0398490-D3C2-6ABF-6125-61EAF037D921}"/>
                  </a:ext>
                </a:extLst>
              </p:cNvPr>
              <p:cNvSpPr txBox="1"/>
              <p:nvPr/>
            </p:nvSpPr>
            <p:spPr>
              <a:xfrm>
                <a:off x="7632858" y="2150758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A0398490-D3C2-6ABF-6125-61EAF037D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858" y="2150758"/>
                <a:ext cx="369549" cy="400110"/>
              </a:xfrm>
              <a:prstGeom prst="rect">
                <a:avLst/>
              </a:prstGeom>
              <a:blipFill>
                <a:blip r:embed="rId19"/>
                <a:stretch>
                  <a:fillRect l="-12903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1B08FB8-1353-3C11-C65C-F8F2A0671ED0}"/>
              </a:ext>
            </a:extLst>
          </p:cNvPr>
          <p:cNvGrpSpPr/>
          <p:nvPr/>
        </p:nvGrpSpPr>
        <p:grpSpPr>
          <a:xfrm>
            <a:off x="2248861" y="3342033"/>
            <a:ext cx="369549" cy="491455"/>
            <a:chOff x="3774493" y="4160030"/>
            <a:chExt cx="369549" cy="49145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45E6423D-BF84-8A78-DA47-ECFD10B946B6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C117BC07-5FE6-EA42-829D-702F3F03B9F7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C117BC07-5FE6-EA42-829D-702F3F03B9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20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66D5AE24-E086-3589-8EB7-BBE2764CB8F2}"/>
              </a:ext>
            </a:extLst>
          </p:cNvPr>
          <p:cNvCxnSpPr>
            <a:cxnSpLocks/>
          </p:cNvCxnSpPr>
          <p:nvPr/>
        </p:nvCxnSpPr>
        <p:spPr>
          <a:xfrm flipH="1" flipV="1">
            <a:off x="1894061" y="4368478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1E2A03BD-8FDC-2901-D4FB-018B7DFE21B0}"/>
                  </a:ext>
                </a:extLst>
              </p:cNvPr>
              <p:cNvSpPr/>
              <p:nvPr/>
            </p:nvSpPr>
            <p:spPr>
              <a:xfrm>
                <a:off x="1710265" y="3987829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1E2A03BD-8FDC-2901-D4FB-018B7DFE21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265" y="3987829"/>
                <a:ext cx="379799" cy="379799"/>
              </a:xfrm>
              <a:prstGeom prst="rect">
                <a:avLst/>
              </a:prstGeom>
              <a:blipFill>
                <a:blip r:embed="rId21"/>
                <a:stretch>
                  <a:fillRect l="-40625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A1CA9AA8-4FD6-4B7B-754D-F95657D13955}"/>
              </a:ext>
            </a:extLst>
          </p:cNvPr>
          <p:cNvCxnSpPr>
            <a:cxnSpLocks/>
            <a:endCxn id="226" idx="2"/>
          </p:cNvCxnSpPr>
          <p:nvPr/>
        </p:nvCxnSpPr>
        <p:spPr>
          <a:xfrm flipH="1" flipV="1">
            <a:off x="1886328" y="3833489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>
            <a:extLst>
              <a:ext uri="{FF2B5EF4-FFF2-40B4-BE49-F238E27FC236}">
                <a16:creationId xmlns:a16="http://schemas.microsoft.com/office/drawing/2014/main" id="{3859BB06-41E0-BC80-0A25-F04E72CCBFAC}"/>
              </a:ext>
            </a:extLst>
          </p:cNvPr>
          <p:cNvSpPr/>
          <p:nvPr/>
        </p:nvSpPr>
        <p:spPr>
          <a:xfrm>
            <a:off x="1753992" y="3342034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E028B355-275D-4708-BF01-2C53A19650BB}"/>
                  </a:ext>
                </a:extLst>
              </p:cNvPr>
              <p:cNvSpPr txBox="1"/>
              <p:nvPr/>
            </p:nvSpPr>
            <p:spPr>
              <a:xfrm>
                <a:off x="1752393" y="3390979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E028B355-275D-4708-BF01-2C53A1965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393" y="3390979"/>
                <a:ext cx="369549" cy="400110"/>
              </a:xfrm>
              <a:prstGeom prst="rect">
                <a:avLst/>
              </a:prstGeom>
              <a:blipFill>
                <a:blip r:embed="rId22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E286264A-BF0A-3ED6-BDB2-DB050F0B4119}"/>
                  </a:ext>
                </a:extLst>
              </p:cNvPr>
              <p:cNvSpPr/>
              <p:nvPr/>
            </p:nvSpPr>
            <p:spPr>
              <a:xfrm>
                <a:off x="2181300" y="3987829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E286264A-BF0A-3ED6-BDB2-DB050F0B4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300" y="3987829"/>
                <a:ext cx="379799" cy="379799"/>
              </a:xfrm>
              <a:prstGeom prst="rect">
                <a:avLst/>
              </a:prstGeom>
              <a:blipFill>
                <a:blip r:embed="rId23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8502B788-64C7-FB75-3D9B-69B626934D59}"/>
              </a:ext>
            </a:extLst>
          </p:cNvPr>
          <p:cNvCxnSpPr>
            <a:cxnSpLocks/>
            <a:endCxn id="230" idx="2"/>
          </p:cNvCxnSpPr>
          <p:nvPr/>
        </p:nvCxnSpPr>
        <p:spPr>
          <a:xfrm flipV="1">
            <a:off x="1897898" y="4367628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E09D948D-6102-D34C-BE3F-C8668D7E9630}"/>
              </a:ext>
            </a:extLst>
          </p:cNvPr>
          <p:cNvCxnSpPr>
            <a:cxnSpLocks/>
          </p:cNvCxnSpPr>
          <p:nvPr/>
        </p:nvCxnSpPr>
        <p:spPr>
          <a:xfrm flipH="1" flipV="1">
            <a:off x="2375748" y="3833489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7C9619BA-CF61-8614-240F-4545981EC881}"/>
              </a:ext>
            </a:extLst>
          </p:cNvPr>
          <p:cNvGrpSpPr/>
          <p:nvPr/>
        </p:nvGrpSpPr>
        <p:grpSpPr>
          <a:xfrm>
            <a:off x="3307452" y="3344055"/>
            <a:ext cx="369549" cy="491455"/>
            <a:chOff x="3774493" y="4160030"/>
            <a:chExt cx="369549" cy="491455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FD7720D0-9A16-B31A-3077-2966DF4BB3F3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4C86EF87-C7C5-757B-B93F-020BAB870434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4C86EF87-C7C5-757B-B93F-020BAB870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24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8914DD9B-83F8-2E1E-EA23-E5462A56D526}"/>
              </a:ext>
            </a:extLst>
          </p:cNvPr>
          <p:cNvCxnSpPr>
            <a:cxnSpLocks/>
          </p:cNvCxnSpPr>
          <p:nvPr/>
        </p:nvCxnSpPr>
        <p:spPr>
          <a:xfrm flipH="1" flipV="1">
            <a:off x="2952652" y="4370500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8ED8CDD7-B090-1BB2-33D9-75EAB92E60FC}"/>
                  </a:ext>
                </a:extLst>
              </p:cNvPr>
              <p:cNvSpPr/>
              <p:nvPr/>
            </p:nvSpPr>
            <p:spPr>
              <a:xfrm>
                <a:off x="2768856" y="3989851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8ED8CDD7-B090-1BB2-33D9-75EAB92E60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856" y="3989851"/>
                <a:ext cx="379799" cy="379799"/>
              </a:xfrm>
              <a:prstGeom prst="rect">
                <a:avLst/>
              </a:prstGeom>
              <a:blipFill>
                <a:blip r:embed="rId25"/>
                <a:stretch>
                  <a:fillRect l="-37500" r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F71148CE-7062-291C-DA05-90B344EA2E30}"/>
              </a:ext>
            </a:extLst>
          </p:cNvPr>
          <p:cNvCxnSpPr>
            <a:cxnSpLocks/>
            <a:endCxn id="242" idx="2"/>
          </p:cNvCxnSpPr>
          <p:nvPr/>
        </p:nvCxnSpPr>
        <p:spPr>
          <a:xfrm flipH="1" flipV="1">
            <a:off x="2944919" y="3835511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49CC7AD-CDA2-5451-7ADD-9C3B4D411FE8}"/>
              </a:ext>
            </a:extLst>
          </p:cNvPr>
          <p:cNvSpPr/>
          <p:nvPr/>
        </p:nvSpPr>
        <p:spPr>
          <a:xfrm>
            <a:off x="2812583" y="3344056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3A613CF5-66D3-E521-886E-C273D7504316}"/>
                  </a:ext>
                </a:extLst>
              </p:cNvPr>
              <p:cNvSpPr txBox="1"/>
              <p:nvPr/>
            </p:nvSpPr>
            <p:spPr>
              <a:xfrm>
                <a:off x="2810984" y="3393001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3A613CF5-66D3-E521-886E-C273D7504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984" y="3393001"/>
                <a:ext cx="369549" cy="400110"/>
              </a:xfrm>
              <a:prstGeom prst="rect">
                <a:avLst/>
              </a:prstGeom>
              <a:blipFill>
                <a:blip r:embed="rId26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91C5750D-CBFD-A77F-9380-1604E93FBE74}"/>
                  </a:ext>
                </a:extLst>
              </p:cNvPr>
              <p:cNvSpPr/>
              <p:nvPr/>
            </p:nvSpPr>
            <p:spPr>
              <a:xfrm>
                <a:off x="3239891" y="3989851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91C5750D-CBFD-A77F-9380-1604E93FBE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891" y="3989851"/>
                <a:ext cx="379799" cy="379799"/>
              </a:xfrm>
              <a:prstGeom prst="rect">
                <a:avLst/>
              </a:prstGeom>
              <a:blipFill>
                <a:blip r:embed="rId27"/>
                <a:stretch>
                  <a:fillRect l="-3750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4D113222-8A03-9160-62A2-76626168063B}"/>
              </a:ext>
            </a:extLst>
          </p:cNvPr>
          <p:cNvCxnSpPr>
            <a:cxnSpLocks/>
            <a:endCxn id="244" idx="2"/>
          </p:cNvCxnSpPr>
          <p:nvPr/>
        </p:nvCxnSpPr>
        <p:spPr>
          <a:xfrm flipV="1">
            <a:off x="2956489" y="4369650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2F88F953-02C2-4549-C8D1-90D5B56324A2}"/>
              </a:ext>
            </a:extLst>
          </p:cNvPr>
          <p:cNvCxnSpPr>
            <a:cxnSpLocks/>
          </p:cNvCxnSpPr>
          <p:nvPr/>
        </p:nvCxnSpPr>
        <p:spPr>
          <a:xfrm flipH="1" flipV="1">
            <a:off x="3434339" y="3835511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C188282-3DFA-9499-CD32-C68BE3EAAE78}"/>
              </a:ext>
            </a:extLst>
          </p:cNvPr>
          <p:cNvGrpSpPr/>
          <p:nvPr/>
        </p:nvGrpSpPr>
        <p:grpSpPr>
          <a:xfrm>
            <a:off x="4365227" y="3349310"/>
            <a:ext cx="369549" cy="491455"/>
            <a:chOff x="3774493" y="4160030"/>
            <a:chExt cx="369549" cy="491455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5CB17068-7CB2-530B-6A2E-1D85E575ECB7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56831997-F728-2DF0-56B0-536946AE79B5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56831997-F728-2DF0-56B0-536946AE7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28"/>
                  <a:stretch>
                    <a:fillRect l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A8736CFE-9172-4342-96CF-930B2F84B359}"/>
              </a:ext>
            </a:extLst>
          </p:cNvPr>
          <p:cNvCxnSpPr>
            <a:cxnSpLocks/>
          </p:cNvCxnSpPr>
          <p:nvPr/>
        </p:nvCxnSpPr>
        <p:spPr>
          <a:xfrm flipH="1" flipV="1">
            <a:off x="4010427" y="4375755"/>
            <a:ext cx="3837" cy="168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37421312-2A47-E7CF-820B-38613A976726}"/>
                  </a:ext>
                </a:extLst>
              </p:cNvPr>
              <p:cNvSpPr/>
              <p:nvPr/>
            </p:nvSpPr>
            <p:spPr>
              <a:xfrm>
                <a:off x="3826631" y="3995106"/>
                <a:ext cx="379799" cy="379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37421312-2A47-E7CF-820B-38613A9767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631" y="3995106"/>
                <a:ext cx="379799" cy="379799"/>
              </a:xfrm>
              <a:prstGeom prst="rect">
                <a:avLst/>
              </a:prstGeom>
              <a:blipFill>
                <a:blip r:embed="rId29"/>
                <a:stretch>
                  <a:fillRect l="-37500" r="-937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AD990A13-4523-FE5B-00B3-844DC0766BAB}"/>
              </a:ext>
            </a:extLst>
          </p:cNvPr>
          <p:cNvCxnSpPr>
            <a:cxnSpLocks/>
            <a:endCxn id="257" idx="2"/>
          </p:cNvCxnSpPr>
          <p:nvPr/>
        </p:nvCxnSpPr>
        <p:spPr>
          <a:xfrm flipH="1" flipV="1">
            <a:off x="4002694" y="3840766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B29B562-EC5F-B0A2-B6F0-1B3C3F0D139C}"/>
              </a:ext>
            </a:extLst>
          </p:cNvPr>
          <p:cNvSpPr/>
          <p:nvPr/>
        </p:nvSpPr>
        <p:spPr>
          <a:xfrm>
            <a:off x="3870358" y="3349311"/>
            <a:ext cx="264672" cy="491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491C133-CA7E-563A-4E71-0B62CF997023}"/>
                  </a:ext>
                </a:extLst>
              </p:cNvPr>
              <p:cNvSpPr txBox="1"/>
              <p:nvPr/>
            </p:nvSpPr>
            <p:spPr>
              <a:xfrm>
                <a:off x="3868759" y="3398256"/>
                <a:ext cx="369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491C133-CA7E-563A-4E71-0B62CF997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759" y="3398256"/>
                <a:ext cx="369549" cy="400110"/>
              </a:xfrm>
              <a:prstGeom prst="rect">
                <a:avLst/>
              </a:prstGeom>
              <a:blipFill>
                <a:blip r:embed="rId30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8BE7A2F4-A49F-B46A-61B0-D8E1410D691F}"/>
                  </a:ext>
                </a:extLst>
              </p:cNvPr>
              <p:cNvSpPr/>
              <p:nvPr/>
            </p:nvSpPr>
            <p:spPr>
              <a:xfrm>
                <a:off x="4297666" y="3995106"/>
                <a:ext cx="379799" cy="3797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8BE7A2F4-A49F-B46A-61B0-D8E1410D69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66" y="3995106"/>
                <a:ext cx="379799" cy="379799"/>
              </a:xfrm>
              <a:prstGeom prst="rect">
                <a:avLst/>
              </a:prstGeom>
              <a:blipFill>
                <a:blip r:embed="rId31"/>
                <a:stretch>
                  <a:fillRect l="-37500" r="-937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E7561713-43A4-EECD-A9C9-01FB8F59775E}"/>
              </a:ext>
            </a:extLst>
          </p:cNvPr>
          <p:cNvCxnSpPr>
            <a:cxnSpLocks/>
            <a:endCxn id="259" idx="2"/>
          </p:cNvCxnSpPr>
          <p:nvPr/>
        </p:nvCxnSpPr>
        <p:spPr>
          <a:xfrm flipV="1">
            <a:off x="4014264" y="4374905"/>
            <a:ext cx="473302" cy="163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B31F0558-BB87-9559-A8EC-945A787297FB}"/>
              </a:ext>
            </a:extLst>
          </p:cNvPr>
          <p:cNvCxnSpPr>
            <a:cxnSpLocks/>
          </p:cNvCxnSpPr>
          <p:nvPr/>
        </p:nvCxnSpPr>
        <p:spPr>
          <a:xfrm flipH="1" flipV="1">
            <a:off x="4492114" y="3840766"/>
            <a:ext cx="3476" cy="1386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Oval 295">
            <a:extLst>
              <a:ext uri="{FF2B5EF4-FFF2-40B4-BE49-F238E27FC236}">
                <a16:creationId xmlns:a16="http://schemas.microsoft.com/office/drawing/2014/main" id="{185196E0-2E4B-315E-496C-D08026797232}"/>
              </a:ext>
            </a:extLst>
          </p:cNvPr>
          <p:cNvSpPr/>
          <p:nvPr/>
        </p:nvSpPr>
        <p:spPr>
          <a:xfrm>
            <a:off x="2757340" y="1475492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62C58AEC-45FE-E930-D685-5C9B1632C548}"/>
              </a:ext>
            </a:extLst>
          </p:cNvPr>
          <p:cNvSpPr/>
          <p:nvPr/>
        </p:nvSpPr>
        <p:spPr>
          <a:xfrm>
            <a:off x="1704200" y="1482236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B6226653-A419-8034-FEAE-03CA0B63594B}"/>
              </a:ext>
            </a:extLst>
          </p:cNvPr>
          <p:cNvSpPr/>
          <p:nvPr/>
        </p:nvSpPr>
        <p:spPr>
          <a:xfrm>
            <a:off x="692903" y="1478685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F6EEE246-79B6-53E3-8658-3C340AE77089}"/>
              </a:ext>
            </a:extLst>
          </p:cNvPr>
          <p:cNvSpPr/>
          <p:nvPr/>
        </p:nvSpPr>
        <p:spPr>
          <a:xfrm>
            <a:off x="3810480" y="1481222"/>
            <a:ext cx="370993" cy="3709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F624D58A-0671-B0CC-835D-F92EC02BD1FD}"/>
              </a:ext>
            </a:extLst>
          </p:cNvPr>
          <p:cNvCxnSpPr>
            <a:cxnSpLocks/>
          </p:cNvCxnSpPr>
          <p:nvPr/>
        </p:nvCxnSpPr>
        <p:spPr>
          <a:xfrm flipH="1" flipV="1">
            <a:off x="869390" y="454497"/>
            <a:ext cx="8648" cy="1018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F7A41FC0-6B2A-3A01-C450-B3D73F293347}"/>
              </a:ext>
            </a:extLst>
          </p:cNvPr>
          <p:cNvCxnSpPr>
            <a:cxnSpLocks/>
            <a:stCxn id="297" idx="0"/>
            <a:endCxn id="306" idx="2"/>
          </p:cNvCxnSpPr>
          <p:nvPr/>
        </p:nvCxnSpPr>
        <p:spPr>
          <a:xfrm flipH="1" flipV="1">
            <a:off x="1887286" y="470331"/>
            <a:ext cx="2411" cy="1011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83D2AF5A-E1D5-8C6C-71FD-BD973160D152}"/>
              </a:ext>
            </a:extLst>
          </p:cNvPr>
          <p:cNvCxnSpPr>
            <a:cxnSpLocks/>
            <a:stCxn id="299" idx="0"/>
            <a:endCxn id="308" idx="2"/>
          </p:cNvCxnSpPr>
          <p:nvPr/>
        </p:nvCxnSpPr>
        <p:spPr>
          <a:xfrm flipH="1" flipV="1">
            <a:off x="3995761" y="477876"/>
            <a:ext cx="216" cy="1003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78035F17-737B-5350-5702-46A3571E890B}"/>
                  </a:ext>
                </a:extLst>
              </p:cNvPr>
              <p:cNvSpPr txBox="1"/>
              <p:nvPr/>
            </p:nvSpPr>
            <p:spPr>
              <a:xfrm>
                <a:off x="749819" y="8471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78035F17-737B-5350-5702-46A3571E8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19" y="84713"/>
                <a:ext cx="491944" cy="385618"/>
              </a:xfrm>
              <a:prstGeom prst="rect">
                <a:avLst/>
              </a:prstGeom>
              <a:blipFill>
                <a:blip r:embed="rId32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805E21EE-705F-EBB6-DF2E-800571520D24}"/>
                  </a:ext>
                </a:extLst>
              </p:cNvPr>
              <p:cNvSpPr txBox="1"/>
              <p:nvPr/>
            </p:nvSpPr>
            <p:spPr>
              <a:xfrm>
                <a:off x="1641314" y="8471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805E21EE-705F-EBB6-DF2E-800571520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314" y="84713"/>
                <a:ext cx="491944" cy="385618"/>
              </a:xfrm>
              <a:prstGeom prst="rect">
                <a:avLst/>
              </a:prstGeom>
              <a:blipFill>
                <a:blip r:embed="rId33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B7150FF-8A52-BB49-9C48-62FCE9AB1C47}"/>
                  </a:ext>
                </a:extLst>
              </p:cNvPr>
              <p:cNvSpPr txBox="1"/>
              <p:nvPr/>
            </p:nvSpPr>
            <p:spPr>
              <a:xfrm>
                <a:off x="2693213" y="84713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B7150FF-8A52-BB49-9C48-62FCE9AB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213" y="84713"/>
                <a:ext cx="491944" cy="385618"/>
              </a:xfrm>
              <a:prstGeom prst="rect">
                <a:avLst/>
              </a:prstGeom>
              <a:blipFill>
                <a:blip r:embed="rId3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BAF79F1B-D4A5-1279-C84E-9FD99C15A36D}"/>
                  </a:ext>
                </a:extLst>
              </p:cNvPr>
              <p:cNvSpPr txBox="1"/>
              <p:nvPr/>
            </p:nvSpPr>
            <p:spPr>
              <a:xfrm>
                <a:off x="3749789" y="92258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BAF79F1B-D4A5-1279-C84E-9FD99C15A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789" y="92258"/>
                <a:ext cx="491944" cy="385618"/>
              </a:xfrm>
              <a:prstGeom prst="rect">
                <a:avLst/>
              </a:prstGeom>
              <a:blipFill>
                <a:blip r:embed="rId35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Rounded Rectangle 309">
            <a:extLst>
              <a:ext uri="{FF2B5EF4-FFF2-40B4-BE49-F238E27FC236}">
                <a16:creationId xmlns:a16="http://schemas.microsoft.com/office/drawing/2014/main" id="{3AF8024C-099D-78AB-8534-CCCC45242563}"/>
              </a:ext>
            </a:extLst>
          </p:cNvPr>
          <p:cNvSpPr/>
          <p:nvPr/>
        </p:nvSpPr>
        <p:spPr>
          <a:xfrm>
            <a:off x="426717" y="663446"/>
            <a:ext cx="4257666" cy="4318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BD6719B6-5861-0051-2C6E-2955643651EC}"/>
              </a:ext>
            </a:extLst>
          </p:cNvPr>
          <p:cNvSpPr txBox="1"/>
          <p:nvPr/>
        </p:nvSpPr>
        <p:spPr>
          <a:xfrm>
            <a:off x="755421" y="645113"/>
            <a:ext cx="3732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Softmax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A7A51187-DA99-B9F9-441F-88A06BE3B05B}"/>
                  </a:ext>
                </a:extLst>
              </p:cNvPr>
              <p:cNvSpPr txBox="1"/>
              <p:nvPr/>
            </p:nvSpPr>
            <p:spPr>
              <a:xfrm>
                <a:off x="1786048" y="1110306"/>
                <a:ext cx="854184" cy="372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A7A51187-DA99-B9F9-441F-88A06BE3B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048" y="1110306"/>
                <a:ext cx="854184" cy="372474"/>
              </a:xfrm>
              <a:prstGeom prst="rect">
                <a:avLst/>
              </a:prstGeom>
              <a:blipFill>
                <a:blip r:embed="rId3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0ED6EFBD-1545-A347-EC9C-C9E29B7605FE}"/>
                  </a:ext>
                </a:extLst>
              </p:cNvPr>
              <p:cNvSpPr txBox="1"/>
              <p:nvPr/>
            </p:nvSpPr>
            <p:spPr>
              <a:xfrm>
                <a:off x="858312" y="1109936"/>
                <a:ext cx="5746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0ED6EFBD-1545-A347-EC9C-C9E29B760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12" y="1109936"/>
                <a:ext cx="574622" cy="369332"/>
              </a:xfrm>
              <a:prstGeom prst="rect">
                <a:avLst/>
              </a:prstGeom>
              <a:blipFill>
                <a:blip r:embed="rId37"/>
                <a:stretch>
                  <a:fillRect r="-217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DC3AA0E-1346-DFFA-3479-2E622B522D6A}"/>
                  </a:ext>
                </a:extLst>
              </p:cNvPr>
              <p:cNvSpPr txBox="1"/>
              <p:nvPr/>
            </p:nvSpPr>
            <p:spPr>
              <a:xfrm>
                <a:off x="2825513" y="1109936"/>
                <a:ext cx="854184" cy="37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DC3AA0E-1346-DFFA-3479-2E622B522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513" y="1109936"/>
                <a:ext cx="854184" cy="373885"/>
              </a:xfrm>
              <a:prstGeom prst="rect">
                <a:avLst/>
              </a:prstGeom>
              <a:blipFill>
                <a:blip r:embed="rId3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CECC6F87-8301-ECCA-DE0A-6572FFB2272E}"/>
                  </a:ext>
                </a:extLst>
              </p:cNvPr>
              <p:cNvSpPr txBox="1"/>
              <p:nvPr/>
            </p:nvSpPr>
            <p:spPr>
              <a:xfrm>
                <a:off x="3895149" y="1134404"/>
                <a:ext cx="854184" cy="371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CECC6F87-8301-ECCA-DE0A-6572FFB22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149" y="1134404"/>
                <a:ext cx="854184" cy="371705"/>
              </a:xfrm>
              <a:prstGeom prst="rect">
                <a:avLst/>
              </a:prstGeom>
              <a:blipFill>
                <a:blip r:embed="rId3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D340446D-84D8-2D52-7FE7-A0F9EB468B1A}"/>
              </a:ext>
            </a:extLst>
          </p:cNvPr>
          <p:cNvCxnSpPr>
            <a:cxnSpLocks/>
            <a:stCxn id="166" idx="1"/>
            <a:endCxn id="299" idx="4"/>
          </p:cNvCxnSpPr>
          <p:nvPr/>
        </p:nvCxnSpPr>
        <p:spPr>
          <a:xfrm flipH="1" flipV="1">
            <a:off x="3995977" y="1852215"/>
            <a:ext cx="3636881" cy="4985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3A65214C-4349-977E-6B1E-122DF0AB7A34}"/>
              </a:ext>
            </a:extLst>
          </p:cNvPr>
          <p:cNvCxnSpPr>
            <a:cxnSpLocks/>
            <a:stCxn id="166" idx="1"/>
            <a:endCxn id="296" idx="4"/>
          </p:cNvCxnSpPr>
          <p:nvPr/>
        </p:nvCxnSpPr>
        <p:spPr>
          <a:xfrm flipH="1" flipV="1">
            <a:off x="2942837" y="1846485"/>
            <a:ext cx="4690021" cy="5043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6E2AB70B-8584-0621-F46A-508FEFF3E252}"/>
              </a:ext>
            </a:extLst>
          </p:cNvPr>
          <p:cNvCxnSpPr>
            <a:cxnSpLocks/>
            <a:stCxn id="166" idx="1"/>
            <a:endCxn id="297" idx="4"/>
          </p:cNvCxnSpPr>
          <p:nvPr/>
        </p:nvCxnSpPr>
        <p:spPr>
          <a:xfrm flipH="1" flipV="1">
            <a:off x="1889697" y="1853229"/>
            <a:ext cx="5743161" cy="497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1FB9E4A8-255B-D544-B880-C1FDE9102560}"/>
              </a:ext>
            </a:extLst>
          </p:cNvPr>
          <p:cNvCxnSpPr>
            <a:cxnSpLocks/>
            <a:stCxn id="166" idx="1"/>
            <a:endCxn id="298" idx="4"/>
          </p:cNvCxnSpPr>
          <p:nvPr/>
        </p:nvCxnSpPr>
        <p:spPr>
          <a:xfrm flipH="1" flipV="1">
            <a:off x="878400" y="1849678"/>
            <a:ext cx="6754458" cy="501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DAA0FF41-6518-C91A-392B-D8C0CE11D216}"/>
              </a:ext>
            </a:extLst>
          </p:cNvPr>
          <p:cNvCxnSpPr>
            <a:cxnSpLocks/>
            <a:stCxn id="147" idx="0"/>
            <a:endCxn id="298" idx="4"/>
          </p:cNvCxnSpPr>
          <p:nvPr/>
        </p:nvCxnSpPr>
        <p:spPr>
          <a:xfrm flipH="1" flipV="1">
            <a:off x="878400" y="1849678"/>
            <a:ext cx="0" cy="14966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2283F3A5-F33D-317F-80F1-3320AF5F8B04}"/>
              </a:ext>
            </a:extLst>
          </p:cNvPr>
          <p:cNvCxnSpPr>
            <a:cxnSpLocks/>
            <a:stCxn id="226" idx="0"/>
            <a:endCxn id="297" idx="4"/>
          </p:cNvCxnSpPr>
          <p:nvPr/>
        </p:nvCxnSpPr>
        <p:spPr>
          <a:xfrm flipV="1">
            <a:off x="1886328" y="1853229"/>
            <a:ext cx="3369" cy="14888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BB73CFBF-A246-A2A1-0DF7-DD193E1F52F9}"/>
              </a:ext>
            </a:extLst>
          </p:cNvPr>
          <p:cNvCxnSpPr>
            <a:cxnSpLocks/>
            <a:stCxn id="242" idx="0"/>
            <a:endCxn id="296" idx="4"/>
          </p:cNvCxnSpPr>
          <p:nvPr/>
        </p:nvCxnSpPr>
        <p:spPr>
          <a:xfrm flipH="1" flipV="1">
            <a:off x="2942837" y="1846485"/>
            <a:ext cx="2082" cy="14975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356">
            <a:extLst>
              <a:ext uri="{FF2B5EF4-FFF2-40B4-BE49-F238E27FC236}">
                <a16:creationId xmlns:a16="http://schemas.microsoft.com/office/drawing/2014/main" id="{548BE820-5513-929B-C6A3-974D76541757}"/>
              </a:ext>
            </a:extLst>
          </p:cNvPr>
          <p:cNvCxnSpPr>
            <a:cxnSpLocks/>
            <a:stCxn id="257" idx="0"/>
          </p:cNvCxnSpPr>
          <p:nvPr/>
        </p:nvCxnSpPr>
        <p:spPr>
          <a:xfrm flipV="1">
            <a:off x="4002694" y="1849678"/>
            <a:ext cx="0" cy="14996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6722D2-A1C8-DCCE-AFFD-3A4B17F5E693}"/>
                  </a:ext>
                </a:extLst>
              </p:cNvPr>
              <p:cNvSpPr txBox="1"/>
              <p:nvPr/>
            </p:nvSpPr>
            <p:spPr>
              <a:xfrm>
                <a:off x="7276902" y="457535"/>
                <a:ext cx="42576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6722D2-A1C8-DCCE-AFFD-3A4B17F5E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902" y="457535"/>
                <a:ext cx="4257666" cy="461665"/>
              </a:xfrm>
              <a:prstGeom prst="rect">
                <a:avLst/>
              </a:prstGeom>
              <a:blipFill>
                <a:blip r:embed="rId40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18227B83-D6AA-EC11-C8B4-131EB1BA9197}"/>
              </a:ext>
            </a:extLst>
          </p:cNvPr>
          <p:cNvGrpSpPr/>
          <p:nvPr/>
        </p:nvGrpSpPr>
        <p:grpSpPr>
          <a:xfrm>
            <a:off x="10935445" y="446960"/>
            <a:ext cx="369549" cy="491455"/>
            <a:chOff x="8219312" y="4160030"/>
            <a:chExt cx="369549" cy="4914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F71754-6DA8-EB1E-2EB5-B1E405AD212D}"/>
                </a:ext>
              </a:extLst>
            </p:cNvPr>
            <p:cNvSpPr/>
            <p:nvPr/>
          </p:nvSpPr>
          <p:spPr>
            <a:xfrm>
              <a:off x="822937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F76A27B-0C00-FD86-1F71-225A738476E3}"/>
                    </a:ext>
                  </a:extLst>
                </p:cNvPr>
                <p:cNvSpPr txBox="1"/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216F1F5B-C810-A63A-176E-145AC4DB2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9312" y="4208975"/>
                  <a:ext cx="369549" cy="400110"/>
                </a:xfrm>
                <a:prstGeom prst="rect">
                  <a:avLst/>
                </a:prstGeom>
                <a:blipFill>
                  <a:blip r:embed="rId5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A55995-2860-1563-9F19-145706BB9561}"/>
              </a:ext>
            </a:extLst>
          </p:cNvPr>
          <p:cNvGrpSpPr/>
          <p:nvPr/>
        </p:nvGrpSpPr>
        <p:grpSpPr>
          <a:xfrm>
            <a:off x="9935165" y="446960"/>
            <a:ext cx="369549" cy="491455"/>
            <a:chOff x="6737483" y="4160030"/>
            <a:chExt cx="369549" cy="4914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AB4CD7-A8FA-02AD-FB7B-E8446AACD67C}"/>
                </a:ext>
              </a:extLst>
            </p:cNvPr>
            <p:cNvSpPr/>
            <p:nvPr/>
          </p:nvSpPr>
          <p:spPr>
            <a:xfrm>
              <a:off x="674754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C356B1E-6D25-5203-383C-9E8C7776F7DA}"/>
                    </a:ext>
                  </a:extLst>
                </p:cNvPr>
                <p:cNvSpPr txBox="1"/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BEB077FC-E81B-1D74-308B-A348321A2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483" y="4208975"/>
                  <a:ext cx="369549" cy="400110"/>
                </a:xfrm>
                <a:prstGeom prst="rect">
                  <a:avLst/>
                </a:prstGeom>
                <a:blipFill>
                  <a:blip r:embed="rId5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71AAA5-CC31-4109-71A5-F78AFFE9413C}"/>
              </a:ext>
            </a:extLst>
          </p:cNvPr>
          <p:cNvGrpSpPr/>
          <p:nvPr/>
        </p:nvGrpSpPr>
        <p:grpSpPr>
          <a:xfrm>
            <a:off x="8971781" y="446960"/>
            <a:ext cx="369549" cy="491455"/>
            <a:chOff x="5264892" y="4160030"/>
            <a:chExt cx="369549" cy="49145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EE2798-AC32-CA40-6A1A-A02E521767C7}"/>
                </a:ext>
              </a:extLst>
            </p:cNvPr>
            <p:cNvSpPr/>
            <p:nvPr/>
          </p:nvSpPr>
          <p:spPr>
            <a:xfrm>
              <a:off x="5274958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4017415-D695-5355-92B5-4E08945F361E}"/>
                    </a:ext>
                  </a:extLst>
                </p:cNvPr>
                <p:cNvSpPr txBox="1"/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1055CCC2-3846-F8F6-B099-5DD2547601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4892" y="4208975"/>
                  <a:ext cx="369549" cy="400110"/>
                </a:xfrm>
                <a:prstGeom prst="rect">
                  <a:avLst/>
                </a:prstGeom>
                <a:blipFill>
                  <a:blip r:embed="rId58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D1AD82-1591-E782-C797-F0E6E93D22C8}"/>
              </a:ext>
            </a:extLst>
          </p:cNvPr>
          <p:cNvGrpSpPr/>
          <p:nvPr/>
        </p:nvGrpSpPr>
        <p:grpSpPr>
          <a:xfrm>
            <a:off x="7946388" y="446960"/>
            <a:ext cx="369549" cy="491455"/>
            <a:chOff x="3774493" y="4160030"/>
            <a:chExt cx="369549" cy="4914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73898B-F562-B5F9-BC3A-55FDD070AEAD}"/>
                </a:ext>
              </a:extLst>
            </p:cNvPr>
            <p:cNvSpPr/>
            <p:nvPr/>
          </p:nvSpPr>
          <p:spPr>
            <a:xfrm>
              <a:off x="3784559" y="4160030"/>
              <a:ext cx="264672" cy="4914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7FD0137-549C-66FD-2F24-F8C2FE1BD3CB}"/>
                    </a:ext>
                  </a:extLst>
                </p:cNvPr>
                <p:cNvSpPr txBox="1"/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9D8BB362-A99F-21A1-B1EC-E54C10DA5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4493" y="4208975"/>
                  <a:ext cx="369549" cy="400110"/>
                </a:xfrm>
                <a:prstGeom prst="rect">
                  <a:avLst/>
                </a:prstGeom>
                <a:blipFill>
                  <a:blip r:embed="rId59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CF7742-E23F-1776-1D26-41C38E33524F}"/>
                  </a:ext>
                </a:extLst>
              </p:cNvPr>
              <p:cNvSpPr txBox="1"/>
              <p:nvPr/>
            </p:nvSpPr>
            <p:spPr>
              <a:xfrm>
                <a:off x="7465742" y="48427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CF7742-E23F-1776-1D26-41C38E335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742" y="484275"/>
                <a:ext cx="491944" cy="385618"/>
              </a:xfrm>
              <a:prstGeom prst="rect">
                <a:avLst/>
              </a:prstGeom>
              <a:blipFill>
                <a:blip r:embed="rId60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1C94A3-EFE0-2178-F526-D21F8B2200C0}"/>
                  </a:ext>
                </a:extLst>
              </p:cNvPr>
              <p:cNvSpPr txBox="1"/>
              <p:nvPr/>
            </p:nvSpPr>
            <p:spPr>
              <a:xfrm>
                <a:off x="8471607" y="48427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1C94A3-EFE0-2178-F526-D21F8B220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607" y="484275"/>
                <a:ext cx="491944" cy="385618"/>
              </a:xfrm>
              <a:prstGeom prst="rect">
                <a:avLst/>
              </a:prstGeom>
              <a:blipFill>
                <a:blip r:embed="rId61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12899F-4CA6-C65A-F159-6CFD467834DD}"/>
                  </a:ext>
                </a:extLst>
              </p:cNvPr>
              <p:cNvSpPr txBox="1"/>
              <p:nvPr/>
            </p:nvSpPr>
            <p:spPr>
              <a:xfrm>
                <a:off x="9453129" y="48427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12899F-4CA6-C65A-F159-6CFD4678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129" y="484275"/>
                <a:ext cx="491944" cy="385618"/>
              </a:xfrm>
              <a:prstGeom prst="rect">
                <a:avLst/>
              </a:prstGeom>
              <a:blipFill>
                <a:blip r:embed="rId62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015913-E1E6-37D3-6E9B-207E4E68B8DD}"/>
                  </a:ext>
                </a:extLst>
              </p:cNvPr>
              <p:cNvSpPr txBox="1"/>
              <p:nvPr/>
            </p:nvSpPr>
            <p:spPr>
              <a:xfrm>
                <a:off x="10483422" y="484275"/>
                <a:ext cx="491944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015913-E1E6-37D3-6E9B-207E4E68B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422" y="484275"/>
                <a:ext cx="491944" cy="385618"/>
              </a:xfrm>
              <a:prstGeom prst="rect">
                <a:avLst/>
              </a:prstGeom>
              <a:blipFill>
                <a:blip r:embed="rId63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2E7969-9DA2-486D-7A65-0694A21EEEEF}"/>
                  </a:ext>
                </a:extLst>
              </p:cNvPr>
              <p:cNvSpPr txBox="1"/>
              <p:nvPr/>
            </p:nvSpPr>
            <p:spPr>
              <a:xfrm>
                <a:off x="6210290" y="473697"/>
                <a:ext cx="3695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2E7969-9DA2-486D-7A65-0694A21EE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290" y="473697"/>
                <a:ext cx="369549" cy="461665"/>
              </a:xfrm>
              <a:prstGeom prst="rect">
                <a:avLst/>
              </a:prstGeom>
              <a:blipFill>
                <a:blip r:embed="rId64"/>
                <a:stretch>
                  <a:fillRect l="-24138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BE330C-0DAE-7E84-A187-BF2A6BD3C322}"/>
                  </a:ext>
                </a:extLst>
              </p:cNvPr>
              <p:cNvSpPr txBox="1"/>
              <p:nvPr/>
            </p:nvSpPr>
            <p:spPr>
              <a:xfrm>
                <a:off x="6583726" y="480260"/>
                <a:ext cx="3695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BE330C-0DAE-7E84-A187-BF2A6BD3C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726" y="480260"/>
                <a:ext cx="369549" cy="461665"/>
              </a:xfrm>
              <a:prstGeom prst="rect">
                <a:avLst/>
              </a:prstGeom>
              <a:blipFill>
                <a:blip r:embed="rId65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67D1B9-F786-F17F-D874-322992A9A79E}"/>
                  </a:ext>
                </a:extLst>
              </p:cNvPr>
              <p:cNvSpPr txBox="1"/>
              <p:nvPr/>
            </p:nvSpPr>
            <p:spPr>
              <a:xfrm>
                <a:off x="8168741" y="492418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67D1B9-F786-F17F-D874-322992A9A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741" y="492418"/>
                <a:ext cx="392775" cy="369332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D3172C3-A21D-CA6A-C4F8-9438DB848F58}"/>
                  </a:ext>
                </a:extLst>
              </p:cNvPr>
              <p:cNvSpPr txBox="1"/>
              <p:nvPr/>
            </p:nvSpPr>
            <p:spPr>
              <a:xfrm>
                <a:off x="9186671" y="492418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D3172C3-A21D-CA6A-C4F8-9438DB848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671" y="492418"/>
                <a:ext cx="392775" cy="369332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200B24-4134-B34F-916E-CE95EE03DA15}"/>
                  </a:ext>
                </a:extLst>
              </p:cNvPr>
              <p:cNvSpPr txBox="1"/>
              <p:nvPr/>
            </p:nvSpPr>
            <p:spPr>
              <a:xfrm>
                <a:off x="10185671" y="492418"/>
                <a:ext cx="3927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200B24-4134-B34F-916E-CE95EE03D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671" y="492418"/>
                <a:ext cx="392775" cy="369332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D08AA76-5B97-AFA2-5243-28597F7B0342}"/>
                  </a:ext>
                </a:extLst>
              </p:cNvPr>
              <p:cNvSpPr/>
              <p:nvPr/>
            </p:nvSpPr>
            <p:spPr>
              <a:xfrm>
                <a:off x="6985569" y="510272"/>
                <a:ext cx="390819" cy="3908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D08AA76-5B97-AFA2-5243-28597F7B0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569" y="510272"/>
                <a:ext cx="390819" cy="390819"/>
              </a:xfrm>
              <a:prstGeom prst="rect">
                <a:avLst/>
              </a:prstGeom>
              <a:blipFill>
                <a:blip r:embed="rId68"/>
                <a:stretch>
                  <a:fillRect l="-33333" r="-6061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947C426A-707C-D498-3D33-4CE37BC80CAB}"/>
              </a:ext>
            </a:extLst>
          </p:cNvPr>
          <p:cNvSpPr txBox="1"/>
          <p:nvPr/>
        </p:nvSpPr>
        <p:spPr>
          <a:xfrm>
            <a:off x="6024153" y="1177785"/>
            <a:ext cx="2144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Cross-attention</a:t>
            </a:r>
            <a:endParaRPr lang="en-US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6001DE-88EA-8FFE-5639-C6743C92E003}"/>
              </a:ext>
            </a:extLst>
          </p:cNvPr>
          <p:cNvSpPr txBox="1"/>
          <p:nvPr/>
        </p:nvSpPr>
        <p:spPr>
          <a:xfrm>
            <a:off x="6024152" y="1603442"/>
            <a:ext cx="3656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Encoder-decoder attention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03695CD-8FB3-3FD0-CDCE-29A8E12741E0}"/>
                  </a:ext>
                </a:extLst>
              </p:cNvPr>
              <p:cNvSpPr txBox="1"/>
              <p:nvPr/>
            </p:nvSpPr>
            <p:spPr>
              <a:xfrm>
                <a:off x="157494" y="6396042"/>
                <a:ext cx="4415235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</a:rPr>
                  <a:t>(ignore the scaling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1/</m:t>
                    </m:r>
                    <m:rad>
                      <m:radPr>
                        <m:degHide m:val="on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dirty="0"/>
                  <a:t> </a:t>
                </a:r>
                <a:r>
                  <a:rPr lang="en-US" sz="1800" dirty="0">
                    <a:solidFill>
                      <a:schemeClr val="tx1"/>
                    </a:solidFill>
                  </a:rPr>
                  <a:t>here </a:t>
                </a:r>
                <a:r>
                  <a:rPr lang="en-US" dirty="0"/>
                  <a:t>for simplicity</a:t>
                </a:r>
                <a:r>
                  <a:rPr lang="en-US" sz="1800" dirty="0">
                    <a:solidFill>
                      <a:schemeClr val="tx1"/>
                    </a:solidFill>
                  </a:rPr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03695CD-8FB3-3FD0-CDCE-29A8E1274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94" y="6396042"/>
                <a:ext cx="4415235" cy="427746"/>
              </a:xfrm>
              <a:prstGeom prst="rect">
                <a:avLst/>
              </a:prstGeom>
              <a:blipFill>
                <a:blip r:embed="rId69"/>
                <a:stretch>
                  <a:fillRect l="-1149" r="-86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457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DB2E6F-2514-6399-B008-381030A3CB4F}"/>
              </a:ext>
            </a:extLst>
          </p:cNvPr>
          <p:cNvSpPr/>
          <p:nvPr/>
        </p:nvSpPr>
        <p:spPr>
          <a:xfrm>
            <a:off x="5876657" y="226396"/>
            <a:ext cx="6015090" cy="4369799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30906B-00AF-D72C-1208-9BD20E1E3E60}"/>
              </a:ext>
            </a:extLst>
          </p:cNvPr>
          <p:cNvSpPr txBox="1"/>
          <p:nvPr/>
        </p:nvSpPr>
        <p:spPr>
          <a:xfrm>
            <a:off x="5593399" y="4555527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4684382" y="2411296"/>
            <a:ext cx="1192275" cy="33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9779C0DD-35DA-7AC0-CCD1-B2A06C326B59}"/>
              </a:ext>
            </a:extLst>
          </p:cNvPr>
          <p:cNvSpPr/>
          <p:nvPr/>
        </p:nvSpPr>
        <p:spPr>
          <a:xfrm>
            <a:off x="6461386" y="387234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7BD99A9-7A0A-BD42-E71C-64AE783597AE}"/>
              </a:ext>
            </a:extLst>
          </p:cNvPr>
          <p:cNvSpPr txBox="1"/>
          <p:nvPr/>
        </p:nvSpPr>
        <p:spPr>
          <a:xfrm>
            <a:off x="7903502" y="3937053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Multi-head Self-Attention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6A71D13-BDCC-735C-CA2C-EA40573CEC18}"/>
              </a:ext>
            </a:extLst>
          </p:cNvPr>
          <p:cNvSpPr txBox="1"/>
          <p:nvPr/>
        </p:nvSpPr>
        <p:spPr>
          <a:xfrm>
            <a:off x="7109914" y="3937053"/>
            <a:ext cx="1081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Masked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189CA-5261-83FE-ED0C-442E1C831B15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26CDB-CB29-A817-FDA0-6EB34C05E0FA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F4161-CA1E-109D-C5A7-080133E93DE5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E99BCB-5B52-4190-F1D4-988CB0F9A7C0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81D00-2CB0-1E70-7385-D155402C987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774C0-B3A2-8FE0-2E9A-BF0DD1927236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581F6-1296-2C7D-19F1-3C07A4F9ADB8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3CD9A4-8A56-2165-81BB-A9797315D5D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3CD9A4-8A56-2165-81BB-A9797315D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09E1F-473E-C2AF-72FC-A743A6D765E7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09E1F-473E-C2AF-72FC-A743A6D76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E3707B-FB05-4BC7-0A00-66F36ABA1C88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E3707B-FB05-4BC7-0A00-66F36ABA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C8737324-3E3F-83C0-B981-2FDEF4F6CEF0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085331-0F08-6EAB-01E1-BF0F1C12CEE3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B6F657-1FE1-B1BE-8302-609BD276736F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79D7C8-8C25-9C54-BBBB-7B3CA3D6C91B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FC8FF-17BC-7BF1-3797-C5CEE65C4469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FC8FF-17BC-7BF1-3797-C5CEE65C4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1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A568B05-73FD-C1F4-C299-73975187CEFE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4926BCC-85B2-E6B9-C6D4-13936D59248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Multiply 40">
              <a:extLst>
                <a:ext uri="{FF2B5EF4-FFF2-40B4-BE49-F238E27FC236}">
                  <a16:creationId xmlns:a16="http://schemas.microsoft.com/office/drawing/2014/main" id="{DD82D19D-4CBC-3A94-7113-6ABCF6B8576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157FC1-ED62-18EA-97C1-CF904DA0BDB4}"/>
              </a:ext>
            </a:extLst>
          </p:cNvPr>
          <p:cNvCxnSpPr>
            <a:stCxn id="5" idx="0"/>
            <a:endCxn id="35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A9A5E79-AE94-DE1E-42CC-65738263F96B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47EE1A8-9CD1-E492-1658-39C692863451}"/>
              </a:ext>
            </a:extLst>
          </p:cNvPr>
          <p:cNvCxnSpPr>
            <a:cxnSpLocks/>
            <a:endCxn id="35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6777E12-BD0F-6464-9102-CB6D7EE2B8E0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5907E62-DF35-01C9-DC19-C62B7B7A3A8B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Multiply 50">
              <a:extLst>
                <a:ext uri="{FF2B5EF4-FFF2-40B4-BE49-F238E27FC236}">
                  <a16:creationId xmlns:a16="http://schemas.microsoft.com/office/drawing/2014/main" id="{5E4CEEED-25A2-272D-5694-E7A5693093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B70CFC8-DE40-2A4E-2998-29F47F5416C8}"/>
              </a:ext>
            </a:extLst>
          </p:cNvPr>
          <p:cNvCxnSpPr>
            <a:endCxn id="50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6C77494-2C43-FBFD-6A57-BA3007B2A62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CB67D-21FE-FD8F-5E00-611563DFA7A5}"/>
              </a:ext>
            </a:extLst>
          </p:cNvPr>
          <p:cNvCxnSpPr>
            <a:cxnSpLocks/>
            <a:endCxn id="50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0AD5F3E-A574-7342-6D4C-AD13BA918452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C647344-2F2D-DD09-3543-F39F7FC1F18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Multiply 61">
              <a:extLst>
                <a:ext uri="{FF2B5EF4-FFF2-40B4-BE49-F238E27FC236}">
                  <a16:creationId xmlns:a16="http://schemas.microsoft.com/office/drawing/2014/main" id="{4A74FEB4-A09E-523A-0A16-85663D8D8AF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3C00325-94CB-C72B-A542-7133ECA4CBD2}"/>
              </a:ext>
            </a:extLst>
          </p:cNvPr>
          <p:cNvCxnSpPr>
            <a:endCxn id="61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F977E66-79A7-E214-894F-B70D8EF64A4A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B6F7A48-7A28-E741-1C98-12428046C8A0}"/>
              </a:ext>
            </a:extLst>
          </p:cNvPr>
          <p:cNvCxnSpPr>
            <a:cxnSpLocks/>
            <a:endCxn id="61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CA3C901-EF2C-1339-A904-107EB5C67EBF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DF6163B-65C7-018E-196A-78566E6D967D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6E5CAE-C2AE-895D-A831-829922393771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C3D8B43-8BF3-5663-A418-1FA0967BA48B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B92426-0D87-455E-EA3F-4B3933496524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B92426-0D87-455E-EA3F-4B3933496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E43938-EF28-4188-490D-2C3A43649219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E43938-EF28-4188-490D-2C3A43649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645EEC3-D37F-6671-E70C-1934B141A982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645EEC3-D37F-6671-E70C-1934B141A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75BEB021-D079-8A28-27DC-AAF742AE005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368139-FDFE-1794-0600-6369620A19C3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9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1113E16-C2B8-4AA3-CF1E-B1219E94DD07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57EAA2-DDFC-3F3B-780A-51EFB871A27B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A8A6B0-F051-E874-8E1E-B690FB5C12B5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99">
            <a:extLst>
              <a:ext uri="{FF2B5EF4-FFF2-40B4-BE49-F238E27FC236}">
                <a16:creationId xmlns:a16="http://schemas.microsoft.com/office/drawing/2014/main" id="{96AC22A8-2874-0506-2FC1-955520125D5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D3B234-E6CB-F0E6-B20C-E8CF0C2D72E4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D3B234-E6CB-F0E6-B20C-E8CF0C2D7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Rectangle 113">
            <a:extLst>
              <a:ext uri="{FF2B5EF4-FFF2-40B4-BE49-F238E27FC236}">
                <a16:creationId xmlns:a16="http://schemas.microsoft.com/office/drawing/2014/main" id="{40A8488A-B31F-8962-381F-DC342F7617DA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929E6E9-4E79-2525-4964-B8BEC5DF430C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D5EEC18-8468-0F06-B52D-6D4D3BE4554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Multiply 118">
              <a:extLst>
                <a:ext uri="{FF2B5EF4-FFF2-40B4-BE49-F238E27FC236}">
                  <a16:creationId xmlns:a16="http://schemas.microsoft.com/office/drawing/2014/main" id="{1DD16D6B-39DE-1AB1-D7A3-852BE838090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506782B-1632-5591-2184-BAC8DB170641}"/>
              </a:ext>
            </a:extLst>
          </p:cNvPr>
          <p:cNvCxnSpPr>
            <a:endCxn id="118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9B059A5-6B55-A27D-EC92-53044721737D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9AA8F0B-D436-A73E-DCB6-AB0ADA7FE591}"/>
              </a:ext>
            </a:extLst>
          </p:cNvPr>
          <p:cNvCxnSpPr>
            <a:cxnSpLocks/>
            <a:endCxn id="118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146E0D4-E71B-5A38-DAC0-919A44839E26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52A8B38-1511-654A-11E6-C5323E2F88F9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52A8B38-1511-654A-11E6-C5323E2F8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49E0448F-68F5-FBE0-5135-2BC8AFDFADFE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BB78D45-1908-09A2-A7A4-28DA2CD8FCD1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4FC642-CBA0-FF0D-176F-365ED1BB5F55}"/>
              </a:ext>
            </a:extLst>
          </p:cNvPr>
          <p:cNvCxnSpPr>
            <a:cxnSpLocks/>
          </p:cNvCxnSpPr>
          <p:nvPr/>
        </p:nvCxnSpPr>
        <p:spPr>
          <a:xfrm flipV="1">
            <a:off x="10421186" y="3121891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EE4E6B-C92B-4A44-7422-26DE475499E1}"/>
              </a:ext>
            </a:extLst>
          </p:cNvPr>
          <p:cNvGrpSpPr/>
          <p:nvPr/>
        </p:nvGrpSpPr>
        <p:grpSpPr>
          <a:xfrm>
            <a:off x="10320251" y="3616577"/>
            <a:ext cx="202517" cy="202517"/>
            <a:chOff x="361477" y="1105173"/>
            <a:chExt cx="353898" cy="35389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D6DB14C-CA5E-E42F-7B63-2F7FBFD5517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Multiply 19">
              <a:extLst>
                <a:ext uri="{FF2B5EF4-FFF2-40B4-BE49-F238E27FC236}">
                  <a16:creationId xmlns:a16="http://schemas.microsoft.com/office/drawing/2014/main" id="{2699705D-B36F-2F38-345F-21C9D70349C5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BB45B99-1192-ED45-31F2-314C91E21A61}"/>
              </a:ext>
            </a:extLst>
          </p:cNvPr>
          <p:cNvCxnSpPr>
            <a:cxnSpLocks/>
          </p:cNvCxnSpPr>
          <p:nvPr/>
        </p:nvCxnSpPr>
        <p:spPr>
          <a:xfrm flipV="1">
            <a:off x="9917570" y="3717806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E6325B-6512-CFED-0F1B-6B09B11D41F6}"/>
              </a:ext>
            </a:extLst>
          </p:cNvPr>
          <p:cNvCxnSpPr>
            <a:cxnSpLocks/>
          </p:cNvCxnSpPr>
          <p:nvPr/>
        </p:nvCxnSpPr>
        <p:spPr>
          <a:xfrm>
            <a:off x="9922116" y="3717806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BD61B1-6B39-9BBB-A19C-1F8827EAD956}"/>
              </a:ext>
            </a:extLst>
          </p:cNvPr>
          <p:cNvCxnSpPr>
            <a:cxnSpLocks/>
          </p:cNvCxnSpPr>
          <p:nvPr/>
        </p:nvCxnSpPr>
        <p:spPr>
          <a:xfrm>
            <a:off x="9917570" y="4554379"/>
            <a:ext cx="498997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D3188E8-1FC2-65E5-64C3-CC0169546FB4}"/>
              </a:ext>
            </a:extLst>
          </p:cNvPr>
          <p:cNvSpPr/>
          <p:nvPr/>
        </p:nvSpPr>
        <p:spPr>
          <a:xfrm>
            <a:off x="9954515" y="3300939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28B3899-1002-1658-C349-5012C45AECBB}"/>
              </a:ext>
            </a:extLst>
          </p:cNvPr>
          <p:cNvCxnSpPr>
            <a:cxnSpLocks/>
          </p:cNvCxnSpPr>
          <p:nvPr/>
        </p:nvCxnSpPr>
        <p:spPr>
          <a:xfrm flipV="1">
            <a:off x="9912545" y="808967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9205483-45E8-FD04-E2D1-2508BA87F34A}"/>
              </a:ext>
            </a:extLst>
          </p:cNvPr>
          <p:cNvCxnSpPr>
            <a:cxnSpLocks/>
          </p:cNvCxnSpPr>
          <p:nvPr/>
        </p:nvCxnSpPr>
        <p:spPr>
          <a:xfrm>
            <a:off x="9912545" y="808967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F923D59-72D2-3D2C-4E1E-8B80DC2EAD9F}"/>
              </a:ext>
            </a:extLst>
          </p:cNvPr>
          <p:cNvCxnSpPr>
            <a:cxnSpLocks/>
          </p:cNvCxnSpPr>
          <p:nvPr/>
        </p:nvCxnSpPr>
        <p:spPr>
          <a:xfrm>
            <a:off x="9912545" y="1529411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4FF9020-911E-A2B1-B80D-0D0D89AB0F79}"/>
              </a:ext>
            </a:extLst>
          </p:cNvPr>
          <p:cNvCxnSpPr>
            <a:cxnSpLocks/>
          </p:cNvCxnSpPr>
          <p:nvPr/>
        </p:nvCxnSpPr>
        <p:spPr>
          <a:xfrm flipV="1">
            <a:off x="10422316" y="73891"/>
            <a:ext cx="0" cy="3174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AEE2054-A650-B30D-0729-5FE48907B0C5}"/>
              </a:ext>
            </a:extLst>
          </p:cNvPr>
          <p:cNvSpPr/>
          <p:nvPr/>
        </p:nvSpPr>
        <p:spPr>
          <a:xfrm>
            <a:off x="9948459" y="388856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9A695F-755D-6F63-D705-43E9B152A3AC}"/>
              </a:ext>
            </a:extLst>
          </p:cNvPr>
          <p:cNvSpPr/>
          <p:nvPr/>
        </p:nvSpPr>
        <p:spPr>
          <a:xfrm>
            <a:off x="9948458" y="997288"/>
            <a:ext cx="903121" cy="405478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Forward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4DF0431-EED4-1CBD-0309-53E19D32C955}"/>
              </a:ext>
            </a:extLst>
          </p:cNvPr>
          <p:cNvGrpSpPr/>
          <p:nvPr/>
        </p:nvGrpSpPr>
        <p:grpSpPr>
          <a:xfrm>
            <a:off x="10314195" y="707738"/>
            <a:ext cx="202517" cy="202517"/>
            <a:chOff x="361477" y="1105173"/>
            <a:chExt cx="353898" cy="353898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6B8A9EA-E14E-B6B7-DF0E-82C32831360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Multiply 46">
              <a:extLst>
                <a:ext uri="{FF2B5EF4-FFF2-40B4-BE49-F238E27FC236}">
                  <a16:creationId xmlns:a16="http://schemas.microsoft.com/office/drawing/2014/main" id="{DBEDC7E0-3B9C-D013-11F6-A24DD0D719E2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5F199FB1-8462-4ED7-DE82-FE78F874E076}"/>
              </a:ext>
            </a:extLst>
          </p:cNvPr>
          <p:cNvCxnSpPr>
            <a:cxnSpLocks/>
          </p:cNvCxnSpPr>
          <p:nvPr/>
        </p:nvCxnSpPr>
        <p:spPr>
          <a:xfrm flipV="1">
            <a:off x="9324339" y="3119155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9B4728D-69A8-5529-D2CD-D381C74CF051}"/>
              </a:ext>
            </a:extLst>
          </p:cNvPr>
          <p:cNvGrpSpPr/>
          <p:nvPr/>
        </p:nvGrpSpPr>
        <p:grpSpPr>
          <a:xfrm>
            <a:off x="9223404" y="3613841"/>
            <a:ext cx="202517" cy="202517"/>
            <a:chOff x="361477" y="1105173"/>
            <a:chExt cx="353898" cy="353898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1B1F7943-4BA4-C233-7713-F1475A8A5DB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Multiply 174">
              <a:extLst>
                <a:ext uri="{FF2B5EF4-FFF2-40B4-BE49-F238E27FC236}">
                  <a16:creationId xmlns:a16="http://schemas.microsoft.com/office/drawing/2014/main" id="{3F53C07F-1B9E-9ACC-3BE0-910DC737F550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D143612-263A-CC5A-6820-81276111F845}"/>
              </a:ext>
            </a:extLst>
          </p:cNvPr>
          <p:cNvCxnSpPr>
            <a:cxnSpLocks/>
          </p:cNvCxnSpPr>
          <p:nvPr/>
        </p:nvCxnSpPr>
        <p:spPr>
          <a:xfrm flipV="1">
            <a:off x="8820723" y="3715070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57867AAF-3E2A-3053-2CCB-0D1117DFB29D}"/>
              </a:ext>
            </a:extLst>
          </p:cNvPr>
          <p:cNvCxnSpPr>
            <a:cxnSpLocks/>
          </p:cNvCxnSpPr>
          <p:nvPr/>
        </p:nvCxnSpPr>
        <p:spPr>
          <a:xfrm>
            <a:off x="8825269" y="3715070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91D8C3A3-AA59-6DBF-25BE-0157023E71EC}"/>
              </a:ext>
            </a:extLst>
          </p:cNvPr>
          <p:cNvCxnSpPr>
            <a:cxnSpLocks/>
          </p:cNvCxnSpPr>
          <p:nvPr/>
        </p:nvCxnSpPr>
        <p:spPr>
          <a:xfrm>
            <a:off x="8820723" y="4551643"/>
            <a:ext cx="498997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1146EE9A-18CB-1815-ADA3-0B741487C18C}"/>
              </a:ext>
            </a:extLst>
          </p:cNvPr>
          <p:cNvSpPr/>
          <p:nvPr/>
        </p:nvSpPr>
        <p:spPr>
          <a:xfrm>
            <a:off x="8857668" y="3298203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97B8D87F-3EAC-5122-353B-636F82B1576E}"/>
              </a:ext>
            </a:extLst>
          </p:cNvPr>
          <p:cNvCxnSpPr>
            <a:cxnSpLocks/>
          </p:cNvCxnSpPr>
          <p:nvPr/>
        </p:nvCxnSpPr>
        <p:spPr>
          <a:xfrm flipV="1">
            <a:off x="8815698" y="806231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9B342BBD-FE00-FBD5-F453-21F6C8D0D6C8}"/>
              </a:ext>
            </a:extLst>
          </p:cNvPr>
          <p:cNvCxnSpPr>
            <a:cxnSpLocks/>
          </p:cNvCxnSpPr>
          <p:nvPr/>
        </p:nvCxnSpPr>
        <p:spPr>
          <a:xfrm>
            <a:off x="8815698" y="806231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4672BEC4-EB8C-15E9-8CF9-7F9FA96CD933}"/>
              </a:ext>
            </a:extLst>
          </p:cNvPr>
          <p:cNvCxnSpPr>
            <a:cxnSpLocks/>
          </p:cNvCxnSpPr>
          <p:nvPr/>
        </p:nvCxnSpPr>
        <p:spPr>
          <a:xfrm>
            <a:off x="8815698" y="1526675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AB7308F6-E86F-3F63-3E57-26B3E559CE64}"/>
              </a:ext>
            </a:extLst>
          </p:cNvPr>
          <p:cNvCxnSpPr>
            <a:cxnSpLocks/>
          </p:cNvCxnSpPr>
          <p:nvPr/>
        </p:nvCxnSpPr>
        <p:spPr>
          <a:xfrm flipV="1">
            <a:off x="9325469" y="71155"/>
            <a:ext cx="0" cy="3174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236EC60D-38ED-C299-04CD-3CAE4CB544A4}"/>
              </a:ext>
            </a:extLst>
          </p:cNvPr>
          <p:cNvSpPr/>
          <p:nvPr/>
        </p:nvSpPr>
        <p:spPr>
          <a:xfrm>
            <a:off x="8851612" y="386120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4C7094D5-28A0-2CD7-6A05-7229073DC9DF}"/>
              </a:ext>
            </a:extLst>
          </p:cNvPr>
          <p:cNvSpPr/>
          <p:nvPr/>
        </p:nvSpPr>
        <p:spPr>
          <a:xfrm>
            <a:off x="8851611" y="994552"/>
            <a:ext cx="903121" cy="405478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Forward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B65170D-1E22-2F4C-9A36-9FC9EA544012}"/>
              </a:ext>
            </a:extLst>
          </p:cNvPr>
          <p:cNvGrpSpPr/>
          <p:nvPr/>
        </p:nvGrpSpPr>
        <p:grpSpPr>
          <a:xfrm>
            <a:off x="9217348" y="705002"/>
            <a:ext cx="202517" cy="202517"/>
            <a:chOff x="361477" y="1105173"/>
            <a:chExt cx="353898" cy="353898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F8AB6034-6B2A-2715-65E8-E93D0EE3D87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Multiply 187">
              <a:extLst>
                <a:ext uri="{FF2B5EF4-FFF2-40B4-BE49-F238E27FC236}">
                  <a16:creationId xmlns:a16="http://schemas.microsoft.com/office/drawing/2014/main" id="{C8808ABE-F7D9-A271-CD81-7483BA2F02F5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8A8B495-80FA-4865-23C0-64DAD1E59996}"/>
              </a:ext>
            </a:extLst>
          </p:cNvPr>
          <p:cNvCxnSpPr>
            <a:cxnSpLocks/>
          </p:cNvCxnSpPr>
          <p:nvPr/>
        </p:nvCxnSpPr>
        <p:spPr>
          <a:xfrm flipV="1">
            <a:off x="8243947" y="3112384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5689AFE-E9A6-28C2-4A96-3907A24A3FA6}"/>
              </a:ext>
            </a:extLst>
          </p:cNvPr>
          <p:cNvGrpSpPr/>
          <p:nvPr/>
        </p:nvGrpSpPr>
        <p:grpSpPr>
          <a:xfrm>
            <a:off x="8143012" y="3607070"/>
            <a:ext cx="202517" cy="202517"/>
            <a:chOff x="361477" y="1105173"/>
            <a:chExt cx="353898" cy="353898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897D4BC2-286E-A18E-CA2E-8E75D7E5DAD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Multiply 191">
              <a:extLst>
                <a:ext uri="{FF2B5EF4-FFF2-40B4-BE49-F238E27FC236}">
                  <a16:creationId xmlns:a16="http://schemas.microsoft.com/office/drawing/2014/main" id="{C5B26869-BC8B-9BDB-862A-F892B4C80138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7DDFF720-E7C7-2B47-A24A-C232498720DE}"/>
              </a:ext>
            </a:extLst>
          </p:cNvPr>
          <p:cNvCxnSpPr>
            <a:cxnSpLocks/>
          </p:cNvCxnSpPr>
          <p:nvPr/>
        </p:nvCxnSpPr>
        <p:spPr>
          <a:xfrm flipV="1">
            <a:off x="7740331" y="3708299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CD2ECA4B-0BE6-8066-6497-91365AF657F3}"/>
              </a:ext>
            </a:extLst>
          </p:cNvPr>
          <p:cNvCxnSpPr>
            <a:cxnSpLocks/>
          </p:cNvCxnSpPr>
          <p:nvPr/>
        </p:nvCxnSpPr>
        <p:spPr>
          <a:xfrm>
            <a:off x="7744877" y="3708299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7AAF5D3-A20A-DBD3-0F97-D5DD16FDCF02}"/>
              </a:ext>
            </a:extLst>
          </p:cNvPr>
          <p:cNvCxnSpPr>
            <a:cxnSpLocks/>
          </p:cNvCxnSpPr>
          <p:nvPr/>
        </p:nvCxnSpPr>
        <p:spPr>
          <a:xfrm>
            <a:off x="7740331" y="4544872"/>
            <a:ext cx="552142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9891C51E-8F52-762B-A0E5-B00010FD20A9}"/>
              </a:ext>
            </a:extLst>
          </p:cNvPr>
          <p:cNvSpPr/>
          <p:nvPr/>
        </p:nvSpPr>
        <p:spPr>
          <a:xfrm>
            <a:off x="7777276" y="3291432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046B2D13-CC7C-A9AD-50B4-B9E68D4CF2AE}"/>
              </a:ext>
            </a:extLst>
          </p:cNvPr>
          <p:cNvCxnSpPr>
            <a:cxnSpLocks/>
          </p:cNvCxnSpPr>
          <p:nvPr/>
        </p:nvCxnSpPr>
        <p:spPr>
          <a:xfrm flipV="1">
            <a:off x="7735306" y="799460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E71107E0-1470-8115-1B3E-561C562A2902}"/>
              </a:ext>
            </a:extLst>
          </p:cNvPr>
          <p:cNvCxnSpPr>
            <a:cxnSpLocks/>
          </p:cNvCxnSpPr>
          <p:nvPr/>
        </p:nvCxnSpPr>
        <p:spPr>
          <a:xfrm>
            <a:off x="7735306" y="799460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E436AC7-DD61-4378-5493-155808F05C9F}"/>
              </a:ext>
            </a:extLst>
          </p:cNvPr>
          <p:cNvCxnSpPr>
            <a:cxnSpLocks/>
          </p:cNvCxnSpPr>
          <p:nvPr/>
        </p:nvCxnSpPr>
        <p:spPr>
          <a:xfrm>
            <a:off x="7735306" y="1519904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324F3FF4-FD62-E9D1-33A2-45CF51BE2D0E}"/>
              </a:ext>
            </a:extLst>
          </p:cNvPr>
          <p:cNvCxnSpPr>
            <a:cxnSpLocks/>
          </p:cNvCxnSpPr>
          <p:nvPr/>
        </p:nvCxnSpPr>
        <p:spPr>
          <a:xfrm flipV="1">
            <a:off x="8245077" y="64384"/>
            <a:ext cx="0" cy="3174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B3A9BF27-3120-A449-2BB0-383AAD557C80}"/>
              </a:ext>
            </a:extLst>
          </p:cNvPr>
          <p:cNvSpPr/>
          <p:nvPr/>
        </p:nvSpPr>
        <p:spPr>
          <a:xfrm>
            <a:off x="7771220" y="379349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AD1F201F-ABF4-504E-92E6-819E55F5DABC}"/>
              </a:ext>
            </a:extLst>
          </p:cNvPr>
          <p:cNvSpPr/>
          <p:nvPr/>
        </p:nvSpPr>
        <p:spPr>
          <a:xfrm>
            <a:off x="7771219" y="987781"/>
            <a:ext cx="903121" cy="405478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Forward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AC8E0A9-0763-14E9-D6C8-BA44E11FE9F6}"/>
              </a:ext>
            </a:extLst>
          </p:cNvPr>
          <p:cNvGrpSpPr/>
          <p:nvPr/>
        </p:nvGrpSpPr>
        <p:grpSpPr>
          <a:xfrm>
            <a:off x="8136956" y="698231"/>
            <a:ext cx="202517" cy="202517"/>
            <a:chOff x="361477" y="1105173"/>
            <a:chExt cx="353898" cy="353898"/>
          </a:xfrm>
        </p:grpSpPr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D046E4C0-D874-F35F-61FD-FA2E3E959D6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Multiply 205">
              <a:extLst>
                <a:ext uri="{FF2B5EF4-FFF2-40B4-BE49-F238E27FC236}">
                  <a16:creationId xmlns:a16="http://schemas.microsoft.com/office/drawing/2014/main" id="{4424B8F4-082A-1E44-8BF2-CC908ADB6411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A10D9EB-7E6E-886B-33D5-13EC191B9B15}"/>
              </a:ext>
            </a:extLst>
          </p:cNvPr>
          <p:cNvCxnSpPr>
            <a:cxnSpLocks/>
          </p:cNvCxnSpPr>
          <p:nvPr/>
        </p:nvCxnSpPr>
        <p:spPr>
          <a:xfrm flipV="1">
            <a:off x="7202784" y="3119155"/>
            <a:ext cx="0" cy="77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E839DF1-13F7-BAB5-7E8A-7EA87F97CE02}"/>
              </a:ext>
            </a:extLst>
          </p:cNvPr>
          <p:cNvGrpSpPr/>
          <p:nvPr/>
        </p:nvGrpSpPr>
        <p:grpSpPr>
          <a:xfrm>
            <a:off x="7101849" y="3613841"/>
            <a:ext cx="202517" cy="202517"/>
            <a:chOff x="361477" y="1105173"/>
            <a:chExt cx="353898" cy="353898"/>
          </a:xfrm>
        </p:grpSpPr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334A0496-EBCB-A34D-ACF9-53BB1DA45A14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Multiply 210">
              <a:extLst>
                <a:ext uri="{FF2B5EF4-FFF2-40B4-BE49-F238E27FC236}">
                  <a16:creationId xmlns:a16="http://schemas.microsoft.com/office/drawing/2014/main" id="{E7E73947-B2AC-4F63-9E7D-C96AB8E9F6EE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BE966AA0-3E1A-D47A-7425-9D07D97148DC}"/>
              </a:ext>
            </a:extLst>
          </p:cNvPr>
          <p:cNvCxnSpPr>
            <a:cxnSpLocks/>
          </p:cNvCxnSpPr>
          <p:nvPr/>
        </p:nvCxnSpPr>
        <p:spPr>
          <a:xfrm flipV="1">
            <a:off x="6699168" y="3715070"/>
            <a:ext cx="0" cy="84283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0792D662-2823-7C07-656D-F6E3C80817BA}"/>
              </a:ext>
            </a:extLst>
          </p:cNvPr>
          <p:cNvCxnSpPr>
            <a:cxnSpLocks/>
          </p:cNvCxnSpPr>
          <p:nvPr/>
        </p:nvCxnSpPr>
        <p:spPr>
          <a:xfrm>
            <a:off x="6703714" y="3715070"/>
            <a:ext cx="393192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9FCEF575-E2DB-3B06-8CDB-74FF7226C9FF}"/>
              </a:ext>
            </a:extLst>
          </p:cNvPr>
          <p:cNvCxnSpPr>
            <a:cxnSpLocks/>
          </p:cNvCxnSpPr>
          <p:nvPr/>
        </p:nvCxnSpPr>
        <p:spPr>
          <a:xfrm>
            <a:off x="6699168" y="4551643"/>
            <a:ext cx="50361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19C391CA-5E3D-6899-A14A-D1B773A137FC}"/>
              </a:ext>
            </a:extLst>
          </p:cNvPr>
          <p:cNvSpPr/>
          <p:nvPr/>
        </p:nvSpPr>
        <p:spPr>
          <a:xfrm>
            <a:off x="6736113" y="3298203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EB87A42C-754D-24EE-845A-F76BA0B873FD}"/>
              </a:ext>
            </a:extLst>
          </p:cNvPr>
          <p:cNvCxnSpPr>
            <a:cxnSpLocks/>
          </p:cNvCxnSpPr>
          <p:nvPr/>
        </p:nvCxnSpPr>
        <p:spPr>
          <a:xfrm flipV="1">
            <a:off x="6694143" y="806231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7C408011-A0F6-77D0-B249-D31A9E81673C}"/>
              </a:ext>
            </a:extLst>
          </p:cNvPr>
          <p:cNvCxnSpPr>
            <a:cxnSpLocks/>
          </p:cNvCxnSpPr>
          <p:nvPr/>
        </p:nvCxnSpPr>
        <p:spPr>
          <a:xfrm>
            <a:off x="6694143" y="806231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30693E69-C5CC-8274-D649-78302C3DE6D9}"/>
              </a:ext>
            </a:extLst>
          </p:cNvPr>
          <p:cNvCxnSpPr>
            <a:cxnSpLocks/>
          </p:cNvCxnSpPr>
          <p:nvPr/>
        </p:nvCxnSpPr>
        <p:spPr>
          <a:xfrm>
            <a:off x="6694143" y="1526675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4AA75356-60F4-A673-6751-76D643491830}"/>
              </a:ext>
            </a:extLst>
          </p:cNvPr>
          <p:cNvCxnSpPr>
            <a:cxnSpLocks/>
          </p:cNvCxnSpPr>
          <p:nvPr/>
        </p:nvCxnSpPr>
        <p:spPr>
          <a:xfrm flipV="1">
            <a:off x="7203914" y="71155"/>
            <a:ext cx="0" cy="3174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948CDD82-57E3-0E27-9837-D97CDCC7AB5A}"/>
              </a:ext>
            </a:extLst>
          </p:cNvPr>
          <p:cNvSpPr/>
          <p:nvPr/>
        </p:nvSpPr>
        <p:spPr>
          <a:xfrm>
            <a:off x="6730057" y="386120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C50D3DA4-4CBF-B5C5-C4B0-B417BC69A20B}"/>
              </a:ext>
            </a:extLst>
          </p:cNvPr>
          <p:cNvSpPr/>
          <p:nvPr/>
        </p:nvSpPr>
        <p:spPr>
          <a:xfrm>
            <a:off x="6730056" y="994552"/>
            <a:ext cx="903121" cy="405478"/>
          </a:xfrm>
          <a:prstGeom prst="roundRect">
            <a:avLst/>
          </a:prstGeom>
          <a:solidFill>
            <a:srgbClr val="C3E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Forward</a:t>
            </a: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2610B50D-E9D2-EDA0-B0B6-D0B046CCBE61}"/>
              </a:ext>
            </a:extLst>
          </p:cNvPr>
          <p:cNvGrpSpPr/>
          <p:nvPr/>
        </p:nvGrpSpPr>
        <p:grpSpPr>
          <a:xfrm>
            <a:off x="7095793" y="705002"/>
            <a:ext cx="202517" cy="202517"/>
            <a:chOff x="361477" y="1105173"/>
            <a:chExt cx="353898" cy="353898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875022EA-B251-33E9-5BF1-B95D2C61B00E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Multiply 223">
              <a:extLst>
                <a:ext uri="{FF2B5EF4-FFF2-40B4-BE49-F238E27FC236}">
                  <a16:creationId xmlns:a16="http://schemas.microsoft.com/office/drawing/2014/main" id="{29B361F8-B5B5-380E-30AB-07DF1FEF4BFE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96D4E1E2-1C29-E16F-E5A3-B448F8F79947}"/>
              </a:ext>
            </a:extLst>
          </p:cNvPr>
          <p:cNvSpPr/>
          <p:nvPr/>
        </p:nvSpPr>
        <p:spPr>
          <a:xfrm>
            <a:off x="6461386" y="2520338"/>
            <a:ext cx="4897493" cy="509290"/>
          </a:xfrm>
          <a:prstGeom prst="roundRect">
            <a:avLst/>
          </a:prstGeom>
          <a:solidFill>
            <a:srgbClr val="FFE2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3B281E-2F74-ACC6-8327-1F6D507C4F75}"/>
              </a:ext>
            </a:extLst>
          </p:cNvPr>
          <p:cNvSpPr txBox="1"/>
          <p:nvPr/>
        </p:nvSpPr>
        <p:spPr>
          <a:xfrm>
            <a:off x="7389159" y="2576954"/>
            <a:ext cx="299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Encoder-decoder Attention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EFA6FDF0-76BC-0D9C-4574-EE8F25FB3C76}"/>
              </a:ext>
            </a:extLst>
          </p:cNvPr>
          <p:cNvCxnSpPr>
            <a:cxnSpLocks/>
          </p:cNvCxnSpPr>
          <p:nvPr/>
        </p:nvCxnSpPr>
        <p:spPr>
          <a:xfrm flipV="1">
            <a:off x="9918601" y="2379089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CE16FB88-993A-5B36-D95B-52AC99118037}"/>
              </a:ext>
            </a:extLst>
          </p:cNvPr>
          <p:cNvCxnSpPr>
            <a:cxnSpLocks/>
          </p:cNvCxnSpPr>
          <p:nvPr/>
        </p:nvCxnSpPr>
        <p:spPr>
          <a:xfrm>
            <a:off x="9918601" y="2379089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2BD04FE7-0620-EA93-C7D3-95D43ACA4B1A}"/>
              </a:ext>
            </a:extLst>
          </p:cNvPr>
          <p:cNvCxnSpPr>
            <a:cxnSpLocks/>
          </p:cNvCxnSpPr>
          <p:nvPr/>
        </p:nvCxnSpPr>
        <p:spPr>
          <a:xfrm>
            <a:off x="9918601" y="3099533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FBFAD0CB-649A-ADF2-05A8-523F19DD693D}"/>
              </a:ext>
            </a:extLst>
          </p:cNvPr>
          <p:cNvSpPr/>
          <p:nvPr/>
        </p:nvSpPr>
        <p:spPr>
          <a:xfrm>
            <a:off x="9954515" y="1958978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C581F54-CF76-85F7-C2EE-4DA510B98A49}"/>
              </a:ext>
            </a:extLst>
          </p:cNvPr>
          <p:cNvGrpSpPr/>
          <p:nvPr/>
        </p:nvGrpSpPr>
        <p:grpSpPr>
          <a:xfrm>
            <a:off x="10320251" y="2277860"/>
            <a:ext cx="202517" cy="202517"/>
            <a:chOff x="361477" y="1105173"/>
            <a:chExt cx="353898" cy="353898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A5BB738E-63A9-8A80-52E2-FADCB1DE453D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Multiply 267">
              <a:extLst>
                <a:ext uri="{FF2B5EF4-FFF2-40B4-BE49-F238E27FC236}">
                  <a16:creationId xmlns:a16="http://schemas.microsoft.com/office/drawing/2014/main" id="{787C3B02-3511-97FF-76EE-BCA681B69252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40E0B867-0763-84DF-F63B-68C67FFA983B}"/>
              </a:ext>
            </a:extLst>
          </p:cNvPr>
          <p:cNvCxnSpPr>
            <a:cxnSpLocks/>
          </p:cNvCxnSpPr>
          <p:nvPr/>
        </p:nvCxnSpPr>
        <p:spPr>
          <a:xfrm flipV="1">
            <a:off x="8821754" y="2376353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F77D89D0-DF4B-1AFD-93D7-07EDB21F5E2D}"/>
              </a:ext>
            </a:extLst>
          </p:cNvPr>
          <p:cNvCxnSpPr>
            <a:cxnSpLocks/>
          </p:cNvCxnSpPr>
          <p:nvPr/>
        </p:nvCxnSpPr>
        <p:spPr>
          <a:xfrm>
            <a:off x="8821754" y="2376353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89899149-A9C4-D096-C60B-B8D50041EA5A}"/>
              </a:ext>
            </a:extLst>
          </p:cNvPr>
          <p:cNvCxnSpPr>
            <a:cxnSpLocks/>
          </p:cNvCxnSpPr>
          <p:nvPr/>
        </p:nvCxnSpPr>
        <p:spPr>
          <a:xfrm>
            <a:off x="8821754" y="3096797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Rounded Rectangle 271">
            <a:extLst>
              <a:ext uri="{FF2B5EF4-FFF2-40B4-BE49-F238E27FC236}">
                <a16:creationId xmlns:a16="http://schemas.microsoft.com/office/drawing/2014/main" id="{B5901E7C-C1B2-E433-7F38-EDEB1781DB01}"/>
              </a:ext>
            </a:extLst>
          </p:cNvPr>
          <p:cNvSpPr/>
          <p:nvPr/>
        </p:nvSpPr>
        <p:spPr>
          <a:xfrm>
            <a:off x="8857668" y="1956242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0F26BDB5-BC35-DA22-CC8E-2E61F56DCDF6}"/>
              </a:ext>
            </a:extLst>
          </p:cNvPr>
          <p:cNvGrpSpPr/>
          <p:nvPr/>
        </p:nvGrpSpPr>
        <p:grpSpPr>
          <a:xfrm>
            <a:off x="9223404" y="2275124"/>
            <a:ext cx="202517" cy="202517"/>
            <a:chOff x="361477" y="1105173"/>
            <a:chExt cx="353898" cy="353898"/>
          </a:xfrm>
        </p:grpSpPr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CD4947D3-09D1-63ED-119E-4229E2427E71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Multiply 274">
              <a:extLst>
                <a:ext uri="{FF2B5EF4-FFF2-40B4-BE49-F238E27FC236}">
                  <a16:creationId xmlns:a16="http://schemas.microsoft.com/office/drawing/2014/main" id="{1F6D8360-F97D-03EE-BCDF-4ED760B1859B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CEE18F5E-5F05-5EB6-6147-734B6A2B723D}"/>
              </a:ext>
            </a:extLst>
          </p:cNvPr>
          <p:cNvCxnSpPr>
            <a:cxnSpLocks/>
          </p:cNvCxnSpPr>
          <p:nvPr/>
        </p:nvCxnSpPr>
        <p:spPr>
          <a:xfrm flipV="1">
            <a:off x="7741362" y="2369582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845570A1-11BE-E9D4-655C-7E1681CBEEE8}"/>
              </a:ext>
            </a:extLst>
          </p:cNvPr>
          <p:cNvCxnSpPr>
            <a:cxnSpLocks/>
          </p:cNvCxnSpPr>
          <p:nvPr/>
        </p:nvCxnSpPr>
        <p:spPr>
          <a:xfrm>
            <a:off x="7741362" y="2369582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5D2E9312-2FCD-2442-BEEA-C4D5D229AD5C}"/>
              </a:ext>
            </a:extLst>
          </p:cNvPr>
          <p:cNvCxnSpPr>
            <a:cxnSpLocks/>
          </p:cNvCxnSpPr>
          <p:nvPr/>
        </p:nvCxnSpPr>
        <p:spPr>
          <a:xfrm>
            <a:off x="7741362" y="3090026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Rounded Rectangle 278">
            <a:extLst>
              <a:ext uri="{FF2B5EF4-FFF2-40B4-BE49-F238E27FC236}">
                <a16:creationId xmlns:a16="http://schemas.microsoft.com/office/drawing/2014/main" id="{42FB9A7D-D611-44AD-FCCE-DB5151710208}"/>
              </a:ext>
            </a:extLst>
          </p:cNvPr>
          <p:cNvSpPr/>
          <p:nvPr/>
        </p:nvSpPr>
        <p:spPr>
          <a:xfrm>
            <a:off x="7777276" y="1949471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F9AD0F55-8900-1DE9-1B44-DE037E13FEC0}"/>
              </a:ext>
            </a:extLst>
          </p:cNvPr>
          <p:cNvGrpSpPr/>
          <p:nvPr/>
        </p:nvGrpSpPr>
        <p:grpSpPr>
          <a:xfrm>
            <a:off x="8143012" y="2268353"/>
            <a:ext cx="202517" cy="202517"/>
            <a:chOff x="361477" y="1105173"/>
            <a:chExt cx="353898" cy="353898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0C2B2355-1E24-DDDB-2D5E-0DB7E7FEDA0B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Multiply 281">
              <a:extLst>
                <a:ext uri="{FF2B5EF4-FFF2-40B4-BE49-F238E27FC236}">
                  <a16:creationId xmlns:a16="http://schemas.microsoft.com/office/drawing/2014/main" id="{C7AB046E-42FC-9B1B-F8A1-D5D0A7A14500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E2558051-3972-7B95-46A5-8742C2C46B2C}"/>
              </a:ext>
            </a:extLst>
          </p:cNvPr>
          <p:cNvCxnSpPr>
            <a:cxnSpLocks/>
          </p:cNvCxnSpPr>
          <p:nvPr/>
        </p:nvCxnSpPr>
        <p:spPr>
          <a:xfrm flipV="1">
            <a:off x="6700199" y="2376353"/>
            <a:ext cx="0" cy="72044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3526BA2D-4287-E8FA-D519-D25A65FBD693}"/>
              </a:ext>
            </a:extLst>
          </p:cNvPr>
          <p:cNvCxnSpPr>
            <a:cxnSpLocks/>
          </p:cNvCxnSpPr>
          <p:nvPr/>
        </p:nvCxnSpPr>
        <p:spPr>
          <a:xfrm>
            <a:off x="6700199" y="2376353"/>
            <a:ext cx="396707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594D60E3-12AD-7958-3A23-5E0B8C6A6402}"/>
              </a:ext>
            </a:extLst>
          </p:cNvPr>
          <p:cNvCxnSpPr>
            <a:cxnSpLocks/>
          </p:cNvCxnSpPr>
          <p:nvPr/>
        </p:nvCxnSpPr>
        <p:spPr>
          <a:xfrm>
            <a:off x="6700199" y="3096797"/>
            <a:ext cx="497966" cy="0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Rounded Rectangle 285">
            <a:extLst>
              <a:ext uri="{FF2B5EF4-FFF2-40B4-BE49-F238E27FC236}">
                <a16:creationId xmlns:a16="http://schemas.microsoft.com/office/drawing/2014/main" id="{18242EB9-5A3B-2E08-DB86-9AC2E2DB1E87}"/>
              </a:ext>
            </a:extLst>
          </p:cNvPr>
          <p:cNvSpPr/>
          <p:nvPr/>
        </p:nvSpPr>
        <p:spPr>
          <a:xfrm>
            <a:off x="6736113" y="1956242"/>
            <a:ext cx="903121" cy="228600"/>
          </a:xfrm>
          <a:prstGeom prst="roundRect">
            <a:avLst/>
          </a:prstGeom>
          <a:solidFill>
            <a:srgbClr val="F3F4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LayerNorm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FA88CDFA-C1C8-E982-86B7-835FF0984491}"/>
              </a:ext>
            </a:extLst>
          </p:cNvPr>
          <p:cNvGrpSpPr/>
          <p:nvPr/>
        </p:nvGrpSpPr>
        <p:grpSpPr>
          <a:xfrm>
            <a:off x="7101849" y="2275124"/>
            <a:ext cx="202517" cy="202517"/>
            <a:chOff x="361477" y="1105173"/>
            <a:chExt cx="353898" cy="353898"/>
          </a:xfrm>
        </p:grpSpPr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9F6317DA-CA58-672B-4D15-62F6422A1DE0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Multiply 288">
              <a:extLst>
                <a:ext uri="{FF2B5EF4-FFF2-40B4-BE49-F238E27FC236}">
                  <a16:creationId xmlns:a16="http://schemas.microsoft.com/office/drawing/2014/main" id="{C9A25084-56C3-7A19-65A9-C5378F3C343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544AB05F-30FA-2DB6-6C35-F54881FF3EF5}"/>
              </a:ext>
            </a:extLst>
          </p:cNvPr>
          <p:cNvCxnSpPr>
            <a:cxnSpLocks/>
            <a:stCxn id="40" idx="1"/>
            <a:endCxn id="227" idx="1"/>
          </p:cNvCxnSpPr>
          <p:nvPr/>
        </p:nvCxnSpPr>
        <p:spPr>
          <a:xfrm>
            <a:off x="5876657" y="2411296"/>
            <a:ext cx="584729" cy="3636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/>
              <p:nvPr/>
            </p:nvSpPr>
            <p:spPr>
              <a:xfrm>
                <a:off x="4753308" y="1574800"/>
                <a:ext cx="1253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308" y="1574800"/>
                <a:ext cx="1253387" cy="830997"/>
              </a:xfrm>
              <a:prstGeom prst="rect">
                <a:avLst/>
              </a:prstGeom>
              <a:blipFill>
                <a:blip r:embed="rId27"/>
                <a:stretch>
                  <a:fillRect l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5525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E1189CA-5261-83FE-ED0C-442E1C831B15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26CDB-CB29-A817-FDA0-6EB34C05E0FA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F4161-CA1E-109D-C5A7-080133E93DE5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E99BCB-5B52-4190-F1D4-988CB0F9A7C0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81D00-2CB0-1E70-7385-D155402C987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774C0-B3A2-8FE0-2E9A-BF0DD1927236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581F6-1296-2C7D-19F1-3C07A4F9ADB8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3CD9A4-8A56-2165-81BB-A9797315D5D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3CD9A4-8A56-2165-81BB-A9797315D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09E1F-473E-C2AF-72FC-A743A6D765E7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09E1F-473E-C2AF-72FC-A743A6D76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E3707B-FB05-4BC7-0A00-66F36ABA1C88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E3707B-FB05-4BC7-0A00-66F36ABA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C8737324-3E3F-83C0-B981-2FDEF4F6CEF0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085331-0F08-6EAB-01E1-BF0F1C12CEE3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B6F657-1FE1-B1BE-8302-609BD276736F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79D7C8-8C25-9C54-BBBB-7B3CA3D6C91B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FC8FF-17BC-7BF1-3797-C5CEE65C4469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FC8FF-17BC-7BF1-3797-C5CEE65C4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1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A568B05-73FD-C1F4-C299-73975187CEFE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4926BCC-85B2-E6B9-C6D4-13936D59248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Multiply 40">
              <a:extLst>
                <a:ext uri="{FF2B5EF4-FFF2-40B4-BE49-F238E27FC236}">
                  <a16:creationId xmlns:a16="http://schemas.microsoft.com/office/drawing/2014/main" id="{DD82D19D-4CBC-3A94-7113-6ABCF6B8576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157FC1-ED62-18EA-97C1-CF904DA0BDB4}"/>
              </a:ext>
            </a:extLst>
          </p:cNvPr>
          <p:cNvCxnSpPr>
            <a:stCxn id="5" idx="0"/>
            <a:endCxn id="35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A9A5E79-AE94-DE1E-42CC-65738263F96B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47EE1A8-9CD1-E492-1658-39C692863451}"/>
              </a:ext>
            </a:extLst>
          </p:cNvPr>
          <p:cNvCxnSpPr>
            <a:cxnSpLocks/>
            <a:endCxn id="35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6777E12-BD0F-6464-9102-CB6D7EE2B8E0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5907E62-DF35-01C9-DC19-C62B7B7A3A8B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Multiply 50">
              <a:extLst>
                <a:ext uri="{FF2B5EF4-FFF2-40B4-BE49-F238E27FC236}">
                  <a16:creationId xmlns:a16="http://schemas.microsoft.com/office/drawing/2014/main" id="{5E4CEEED-25A2-272D-5694-E7A5693093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B70CFC8-DE40-2A4E-2998-29F47F5416C8}"/>
              </a:ext>
            </a:extLst>
          </p:cNvPr>
          <p:cNvCxnSpPr>
            <a:endCxn id="50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6C77494-2C43-FBFD-6A57-BA3007B2A62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CB67D-21FE-FD8F-5E00-611563DFA7A5}"/>
              </a:ext>
            </a:extLst>
          </p:cNvPr>
          <p:cNvCxnSpPr>
            <a:cxnSpLocks/>
            <a:endCxn id="50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0AD5F3E-A574-7342-6D4C-AD13BA918452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C647344-2F2D-DD09-3543-F39F7FC1F18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Multiply 61">
              <a:extLst>
                <a:ext uri="{FF2B5EF4-FFF2-40B4-BE49-F238E27FC236}">
                  <a16:creationId xmlns:a16="http://schemas.microsoft.com/office/drawing/2014/main" id="{4A74FEB4-A09E-523A-0A16-85663D8D8AF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3C00325-94CB-C72B-A542-7133ECA4CBD2}"/>
              </a:ext>
            </a:extLst>
          </p:cNvPr>
          <p:cNvCxnSpPr>
            <a:endCxn id="61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F977E66-79A7-E214-894F-B70D8EF64A4A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B6F7A48-7A28-E741-1C98-12428046C8A0}"/>
              </a:ext>
            </a:extLst>
          </p:cNvPr>
          <p:cNvCxnSpPr>
            <a:cxnSpLocks/>
            <a:endCxn id="61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CA3C901-EF2C-1339-A904-107EB5C67EBF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DF6163B-65C7-018E-196A-78566E6D967D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6E5CAE-C2AE-895D-A831-829922393771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C3D8B43-8BF3-5663-A418-1FA0967BA48B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B92426-0D87-455E-EA3F-4B3933496524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B92426-0D87-455E-EA3F-4B3933496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E43938-EF28-4188-490D-2C3A43649219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E43938-EF28-4188-490D-2C3A43649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645EEC3-D37F-6671-E70C-1934B141A982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645EEC3-D37F-6671-E70C-1934B141A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75BEB021-D079-8A28-27DC-AAF742AE005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368139-FDFE-1794-0600-6369620A19C3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9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1113E16-C2B8-4AA3-CF1E-B1219E94DD07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57EAA2-DDFC-3F3B-780A-51EFB871A27B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A8A6B0-F051-E874-8E1E-B690FB5C12B5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99">
            <a:extLst>
              <a:ext uri="{FF2B5EF4-FFF2-40B4-BE49-F238E27FC236}">
                <a16:creationId xmlns:a16="http://schemas.microsoft.com/office/drawing/2014/main" id="{96AC22A8-2874-0506-2FC1-955520125D5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D3B234-E6CB-F0E6-B20C-E8CF0C2D72E4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D3B234-E6CB-F0E6-B20C-E8CF0C2D7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Rectangle 113">
            <a:extLst>
              <a:ext uri="{FF2B5EF4-FFF2-40B4-BE49-F238E27FC236}">
                <a16:creationId xmlns:a16="http://schemas.microsoft.com/office/drawing/2014/main" id="{40A8488A-B31F-8962-381F-DC342F7617DA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929E6E9-4E79-2525-4964-B8BEC5DF430C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D5EEC18-8468-0F06-B52D-6D4D3BE4554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Multiply 118">
              <a:extLst>
                <a:ext uri="{FF2B5EF4-FFF2-40B4-BE49-F238E27FC236}">
                  <a16:creationId xmlns:a16="http://schemas.microsoft.com/office/drawing/2014/main" id="{1DD16D6B-39DE-1AB1-D7A3-852BE838090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506782B-1632-5591-2184-BAC8DB170641}"/>
              </a:ext>
            </a:extLst>
          </p:cNvPr>
          <p:cNvCxnSpPr>
            <a:endCxn id="118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9B059A5-6B55-A27D-EC92-53044721737D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9AA8F0B-D436-A73E-DCB6-AB0ADA7FE591}"/>
              </a:ext>
            </a:extLst>
          </p:cNvPr>
          <p:cNvCxnSpPr>
            <a:cxnSpLocks/>
            <a:endCxn id="118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146E0D4-E71B-5A38-DAC0-919A44839E26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52A8B38-1511-654A-11E6-C5323E2F88F9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52A8B38-1511-654A-11E6-C5323E2F8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49E0448F-68F5-FBE0-5135-2BC8AFDFADFE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BB78D45-1908-09A2-A7A4-28DA2CD8FCD1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/>
              <p:nvPr/>
            </p:nvSpPr>
            <p:spPr>
              <a:xfrm>
                <a:off x="4753308" y="1574800"/>
                <a:ext cx="1253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308" y="1574800"/>
                <a:ext cx="1253387" cy="830997"/>
              </a:xfrm>
              <a:prstGeom prst="rect">
                <a:avLst/>
              </a:prstGeom>
              <a:blipFill>
                <a:blip r:embed="rId27"/>
                <a:stretch>
                  <a:fillRect l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47FDF97-7763-4861-8F0F-BC9C4585A673}"/>
              </a:ext>
            </a:extLst>
          </p:cNvPr>
          <p:cNvSpPr/>
          <p:nvPr/>
        </p:nvSpPr>
        <p:spPr>
          <a:xfrm>
            <a:off x="6703916" y="394267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F513A7C-7275-DB69-8BC1-6C3E7B0D2EEA}"/>
              </a:ext>
            </a:extLst>
          </p:cNvPr>
          <p:cNvSpPr txBox="1"/>
          <p:nvPr/>
        </p:nvSpPr>
        <p:spPr>
          <a:xfrm>
            <a:off x="7998772" y="4043741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02BA3BE-01FC-8053-EE1E-B487F9A73AF4}"/>
              </a:ext>
            </a:extLst>
          </p:cNvPr>
          <p:cNvCxnSpPr>
            <a:cxnSpLocks/>
            <a:stCxn id="3" idx="3"/>
            <a:endCxn id="59" idx="1"/>
          </p:cNvCxnSpPr>
          <p:nvPr/>
        </p:nvCxnSpPr>
        <p:spPr>
          <a:xfrm>
            <a:off x="4684382" y="2414657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815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00">
            <a:extLst>
              <a:ext uri="{FF2B5EF4-FFF2-40B4-BE49-F238E27FC236}">
                <a16:creationId xmlns:a16="http://schemas.microsoft.com/office/drawing/2014/main" id="{3F045993-F574-2CED-834E-96C2E3C1B9D6}"/>
              </a:ext>
            </a:extLst>
          </p:cNvPr>
          <p:cNvSpPr txBox="1"/>
          <p:nvPr/>
        </p:nvSpPr>
        <p:spPr>
          <a:xfrm>
            <a:off x="6780175" y="6177618"/>
            <a:ext cx="129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&lt;start&gt;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506770C-B5F2-16D1-F8C8-A9688AD3A635}"/>
              </a:ext>
            </a:extLst>
          </p:cNvPr>
          <p:cNvSpPr/>
          <p:nvPr/>
        </p:nvSpPr>
        <p:spPr>
          <a:xfrm>
            <a:off x="7090543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DA5879-6F5A-B08E-4FC7-6BDCF7C9D77E}"/>
              </a:ext>
            </a:extLst>
          </p:cNvPr>
          <p:cNvSpPr/>
          <p:nvPr/>
        </p:nvSpPr>
        <p:spPr>
          <a:xfrm>
            <a:off x="81654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/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08C504-F942-0C58-30C6-6353D7653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31" y="5462499"/>
                <a:ext cx="369549" cy="523220"/>
              </a:xfrm>
              <a:prstGeom prst="rect">
                <a:avLst/>
              </a:prstGeom>
              <a:blipFill>
                <a:blip r:embed="rId3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/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7FCC769-4302-481A-42E3-714EC1EA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813" y="5462499"/>
                <a:ext cx="369549" cy="523220"/>
              </a:xfrm>
              <a:prstGeom prst="rect">
                <a:avLst/>
              </a:prstGeom>
              <a:blipFill>
                <a:blip r:embed="rId4"/>
                <a:stretch>
                  <a:fillRect l="-34483" r="-689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96B0862-9F93-2115-5CDD-E216FBE7EF4E}"/>
              </a:ext>
            </a:extLst>
          </p:cNvPr>
          <p:cNvSpPr/>
          <p:nvPr/>
        </p:nvSpPr>
        <p:spPr>
          <a:xfrm>
            <a:off x="7507612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9A972E-145E-1735-6BC0-E80B489EE6CF}"/>
              </a:ext>
            </a:extLst>
          </p:cNvPr>
          <p:cNvSpPr/>
          <p:nvPr/>
        </p:nvSpPr>
        <p:spPr>
          <a:xfrm>
            <a:off x="85824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13C636B-58E6-C80F-9C98-A1D8538CF050}"/>
              </a:ext>
            </a:extLst>
          </p:cNvPr>
          <p:cNvCxnSpPr>
            <a:cxnSpLocks/>
          </p:cNvCxnSpPr>
          <p:nvPr/>
        </p:nvCxnSpPr>
        <p:spPr>
          <a:xfrm flipH="1" flipV="1">
            <a:off x="6827029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/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124AE7-179F-4DC1-FA0F-86BE44063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4" y="5596022"/>
                <a:ext cx="264672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411-AAB0-4AF3-D62F-1EE27299A2DD}"/>
              </a:ext>
            </a:extLst>
          </p:cNvPr>
          <p:cNvGrpSpPr/>
          <p:nvPr/>
        </p:nvGrpSpPr>
        <p:grpSpPr>
          <a:xfrm>
            <a:off x="7121620" y="4954527"/>
            <a:ext cx="202517" cy="202517"/>
            <a:chOff x="361477" y="1105173"/>
            <a:chExt cx="353898" cy="35389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4A0301-1832-0957-E41B-E4F45D5665C6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ultiply 116">
              <a:extLst>
                <a:ext uri="{FF2B5EF4-FFF2-40B4-BE49-F238E27FC236}">
                  <a16:creationId xmlns:a16="http://schemas.microsoft.com/office/drawing/2014/main" id="{58B4A065-3829-7C62-392F-C70BB764A8BD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AE36EC-7397-848A-6082-FC9AADB7FF9A}"/>
              </a:ext>
            </a:extLst>
          </p:cNvPr>
          <p:cNvCxnSpPr>
            <a:stCxn id="102" idx="0"/>
            <a:endCxn id="115" idx="4"/>
          </p:cNvCxnSpPr>
          <p:nvPr/>
        </p:nvCxnSpPr>
        <p:spPr>
          <a:xfrm flipV="1">
            <a:off x="7222879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E4C7A2-0638-BC10-3B01-4ADA7275F29C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7639948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99C6795-6469-EF8A-4D3E-311CE784C4B6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7324137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CF7F8D-1829-36D3-5432-46B55F8F77F2}"/>
              </a:ext>
            </a:extLst>
          </p:cNvPr>
          <p:cNvGrpSpPr/>
          <p:nvPr/>
        </p:nvGrpSpPr>
        <p:grpSpPr>
          <a:xfrm>
            <a:off x="8191214" y="4954526"/>
            <a:ext cx="202517" cy="202517"/>
            <a:chOff x="361477" y="1105173"/>
            <a:chExt cx="353898" cy="35389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AB4AE2A-DFEF-53D8-51E7-C5C5E041B895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y 130">
              <a:extLst>
                <a:ext uri="{FF2B5EF4-FFF2-40B4-BE49-F238E27FC236}">
                  <a16:creationId xmlns:a16="http://schemas.microsoft.com/office/drawing/2014/main" id="{7EB181D8-1F0B-CB7F-2BFE-839F54E643C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C7AEB-C723-9431-F70E-DB39375843C9}"/>
              </a:ext>
            </a:extLst>
          </p:cNvPr>
          <p:cNvCxnSpPr>
            <a:endCxn id="130" idx="4"/>
          </p:cNvCxnSpPr>
          <p:nvPr/>
        </p:nvCxnSpPr>
        <p:spPr>
          <a:xfrm flipV="1">
            <a:off x="8292473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6FE7DC1-2AEA-7B6B-E67D-2FF687F2233C}"/>
              </a:ext>
            </a:extLst>
          </p:cNvPr>
          <p:cNvCxnSpPr>
            <a:cxnSpLocks/>
          </p:cNvCxnSpPr>
          <p:nvPr/>
        </p:nvCxnSpPr>
        <p:spPr>
          <a:xfrm flipV="1">
            <a:off x="8709542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E62D0E-6354-B9B2-04FF-50FD3CD8610C}"/>
              </a:ext>
            </a:extLst>
          </p:cNvPr>
          <p:cNvCxnSpPr>
            <a:cxnSpLocks/>
            <a:endCxn id="130" idx="6"/>
          </p:cNvCxnSpPr>
          <p:nvPr/>
        </p:nvCxnSpPr>
        <p:spPr>
          <a:xfrm flipH="1">
            <a:off x="8393731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19FFA7-5411-1624-118B-3285A26776D1}"/>
              </a:ext>
            </a:extLst>
          </p:cNvPr>
          <p:cNvCxnSpPr>
            <a:cxnSpLocks/>
          </p:cNvCxnSpPr>
          <p:nvPr/>
        </p:nvCxnSpPr>
        <p:spPr>
          <a:xfrm flipV="1">
            <a:off x="7222879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0A0944B-A3F8-6A27-8265-A2D8DCDBEE72}"/>
              </a:ext>
            </a:extLst>
          </p:cNvPr>
          <p:cNvCxnSpPr>
            <a:cxnSpLocks/>
          </p:cNvCxnSpPr>
          <p:nvPr/>
        </p:nvCxnSpPr>
        <p:spPr>
          <a:xfrm flipV="1">
            <a:off x="8292473" y="4405886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/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99B0B4A-3B05-E417-D44D-1FA5BC75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083" y="5484235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/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778FA63-F01F-B016-602B-559D1290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85" y="5484235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4684382" y="2414657"/>
            <a:ext cx="2019534" cy="828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91C0208-8591-965B-06C6-ACFAAA25825D}"/>
              </a:ext>
            </a:extLst>
          </p:cNvPr>
          <p:cNvSpPr txBox="1"/>
          <p:nvPr/>
        </p:nvSpPr>
        <p:spPr>
          <a:xfrm>
            <a:off x="8065954" y="6177618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你</a:t>
            </a:r>
            <a:endParaRPr lang="en-US" sz="2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76099-FBC5-97CE-3840-C64380FB8240}"/>
              </a:ext>
            </a:extLst>
          </p:cNvPr>
          <p:cNvSpPr txBox="1"/>
          <p:nvPr/>
        </p:nvSpPr>
        <p:spPr>
          <a:xfrm>
            <a:off x="9177291" y="6172172"/>
            <a:ext cx="489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好</a:t>
            </a:r>
            <a:endParaRPr lang="en-US" sz="28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08994AC-65F8-A7CE-8A12-9C736466638B}"/>
              </a:ext>
            </a:extLst>
          </p:cNvPr>
          <p:cNvSpPr/>
          <p:nvPr/>
        </p:nvSpPr>
        <p:spPr>
          <a:xfrm>
            <a:off x="9205889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/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DF2D6DD-853A-7343-96C5-6A922E4D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59" y="546249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29032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B566993A-B5A7-C1C7-CD74-1C717B245B3A}"/>
              </a:ext>
            </a:extLst>
          </p:cNvPr>
          <p:cNvSpPr/>
          <p:nvPr/>
        </p:nvSpPr>
        <p:spPr>
          <a:xfrm>
            <a:off x="9622958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6080E37-4222-05A6-0528-008B147EF8A7}"/>
              </a:ext>
            </a:extLst>
          </p:cNvPr>
          <p:cNvGrpSpPr/>
          <p:nvPr/>
        </p:nvGrpSpPr>
        <p:grpSpPr>
          <a:xfrm>
            <a:off x="9229050" y="4958890"/>
            <a:ext cx="202517" cy="202517"/>
            <a:chOff x="361477" y="1105173"/>
            <a:chExt cx="353898" cy="35389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3F1E263-F601-0F4D-C93D-F938731EFEC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Multiply 83">
              <a:extLst>
                <a:ext uri="{FF2B5EF4-FFF2-40B4-BE49-F238E27FC236}">
                  <a16:creationId xmlns:a16="http://schemas.microsoft.com/office/drawing/2014/main" id="{B7A9C0B2-468C-7F24-2BD0-938E673B199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22CFD4-5E9E-BD9C-C876-06E1D2E03539}"/>
              </a:ext>
            </a:extLst>
          </p:cNvPr>
          <p:cNvCxnSpPr>
            <a:endCxn id="83" idx="4"/>
          </p:cNvCxnSpPr>
          <p:nvPr/>
        </p:nvCxnSpPr>
        <p:spPr>
          <a:xfrm flipV="1">
            <a:off x="9330309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33A12A1-05B7-5D26-01C8-5C88AB21407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9755294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E63FAD-663D-48F3-949C-C3D06A795FC3}"/>
              </a:ext>
            </a:extLst>
          </p:cNvPr>
          <p:cNvCxnSpPr>
            <a:cxnSpLocks/>
            <a:endCxn id="83" idx="6"/>
          </p:cNvCxnSpPr>
          <p:nvPr/>
        </p:nvCxnSpPr>
        <p:spPr>
          <a:xfrm flipH="1">
            <a:off x="9431567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F3EC18-6B28-9645-01CA-F28E5805123F}"/>
              </a:ext>
            </a:extLst>
          </p:cNvPr>
          <p:cNvCxnSpPr>
            <a:cxnSpLocks/>
          </p:cNvCxnSpPr>
          <p:nvPr/>
        </p:nvCxnSpPr>
        <p:spPr>
          <a:xfrm flipV="1">
            <a:off x="9330309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/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160415-21BC-E5A9-DB5E-5A8BEAD2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091" y="5484235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50000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58E4C-01DC-A11D-AFCB-4248914BB851}"/>
              </a:ext>
            </a:extLst>
          </p:cNvPr>
          <p:cNvSpPr txBox="1"/>
          <p:nvPr/>
        </p:nvSpPr>
        <p:spPr>
          <a:xfrm>
            <a:off x="10250562" y="6172172"/>
            <a:ext cx="444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吗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F3C16-8555-0DA1-6CCC-B2EB96E9C80B}"/>
              </a:ext>
            </a:extLst>
          </p:cNvPr>
          <p:cNvSpPr/>
          <p:nvPr/>
        </p:nvSpPr>
        <p:spPr>
          <a:xfrm>
            <a:off x="1028165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/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B0C04-8B45-FA20-A529-96B2CEB2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26" y="5462499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E84A70E-074F-3409-EE20-1438FD8DB1D7}"/>
              </a:ext>
            </a:extLst>
          </p:cNvPr>
          <p:cNvSpPr/>
          <p:nvPr/>
        </p:nvSpPr>
        <p:spPr>
          <a:xfrm>
            <a:off x="1069872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2D4C-2951-399A-8C79-8B94288FB18F}"/>
              </a:ext>
            </a:extLst>
          </p:cNvPr>
          <p:cNvGrpSpPr/>
          <p:nvPr/>
        </p:nvGrpSpPr>
        <p:grpSpPr>
          <a:xfrm>
            <a:off x="10304817" y="4958890"/>
            <a:ext cx="202517" cy="202517"/>
            <a:chOff x="361477" y="1105173"/>
            <a:chExt cx="353898" cy="3538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C62AE-B32F-2DF2-04F8-4EC166027CA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>
              <a:extLst>
                <a:ext uri="{FF2B5EF4-FFF2-40B4-BE49-F238E27FC236}">
                  <a16:creationId xmlns:a16="http://schemas.microsoft.com/office/drawing/2014/main" id="{87CBE64A-6422-0E8B-61D0-6B77546CB29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CE3A9-2B23-D348-363B-04A0EB15A99C}"/>
              </a:ext>
            </a:extLst>
          </p:cNvPr>
          <p:cNvCxnSpPr>
            <a:endCxn id="16" idx="4"/>
          </p:cNvCxnSpPr>
          <p:nvPr/>
        </p:nvCxnSpPr>
        <p:spPr>
          <a:xfrm flipV="1">
            <a:off x="10406076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9FDEB0-8247-81A2-52DE-A3E0F0D6AD5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31061" y="5055783"/>
            <a:ext cx="0" cy="2877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4F5437-3E94-60DD-20C6-21E15663103C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0507334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039365-0FB3-BA2A-035C-FAAFA8559A38}"/>
              </a:ext>
            </a:extLst>
          </p:cNvPr>
          <p:cNvCxnSpPr>
            <a:cxnSpLocks/>
          </p:cNvCxnSpPr>
          <p:nvPr/>
        </p:nvCxnSpPr>
        <p:spPr>
          <a:xfrm flipV="1">
            <a:off x="10406076" y="4405885"/>
            <a:ext cx="0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/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A6432-E29F-2F88-6350-44A81723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58" y="5484235"/>
                <a:ext cx="369549" cy="523220"/>
              </a:xfrm>
              <a:prstGeom prst="rect">
                <a:avLst/>
              </a:prstGeom>
              <a:blipFill>
                <a:blip r:embed="rId11"/>
                <a:stretch>
                  <a:fillRect l="-51724" r="-1724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E1189CA-5261-83FE-ED0C-442E1C831B15}"/>
              </a:ext>
            </a:extLst>
          </p:cNvPr>
          <p:cNvSpPr/>
          <p:nvPr/>
        </p:nvSpPr>
        <p:spPr>
          <a:xfrm>
            <a:off x="426717" y="1955843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26CDB-CB29-A817-FDA0-6EB34C05E0FA}"/>
              </a:ext>
            </a:extLst>
          </p:cNvPr>
          <p:cNvSpPr/>
          <p:nvPr/>
        </p:nvSpPr>
        <p:spPr>
          <a:xfrm>
            <a:off x="579114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F4161-CA1E-109D-C5A7-080133E93DE5}"/>
              </a:ext>
            </a:extLst>
          </p:cNvPr>
          <p:cNvSpPr/>
          <p:nvPr/>
        </p:nvSpPr>
        <p:spPr>
          <a:xfrm>
            <a:off x="1653985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E99BCB-5B52-4190-F1D4-988CB0F9A7C0}"/>
              </a:ext>
            </a:extLst>
          </p:cNvPr>
          <p:cNvSpPr/>
          <p:nvPr/>
        </p:nvSpPr>
        <p:spPr>
          <a:xfrm>
            <a:off x="2783288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81D00-2CB0-1E70-7385-D155402C987F}"/>
              </a:ext>
            </a:extLst>
          </p:cNvPr>
          <p:cNvSpPr txBox="1"/>
          <p:nvPr/>
        </p:nvSpPr>
        <p:spPr>
          <a:xfrm>
            <a:off x="387273" y="6177618"/>
            <a:ext cx="90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How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774C0-B3A2-8FE0-2E9A-BF0DD1927236}"/>
              </a:ext>
            </a:extLst>
          </p:cNvPr>
          <p:cNvSpPr txBox="1"/>
          <p:nvPr/>
        </p:nvSpPr>
        <p:spPr>
          <a:xfrm>
            <a:off x="1649598" y="6177618"/>
            <a:ext cx="754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are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581F6-1296-2C7D-19F1-3C07A4F9ADB8}"/>
              </a:ext>
            </a:extLst>
          </p:cNvPr>
          <p:cNvSpPr txBox="1"/>
          <p:nvPr/>
        </p:nvSpPr>
        <p:spPr>
          <a:xfrm>
            <a:off x="2568020" y="6177618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you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3CD9A4-8A56-2165-81BB-A9797315D5D0}"/>
                  </a:ext>
                </a:extLst>
              </p:cNvPr>
              <p:cNvSpPr txBox="1"/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3CD9A4-8A56-2165-81BB-A9797315D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2" y="5462499"/>
                <a:ext cx="369549" cy="523220"/>
              </a:xfrm>
              <a:prstGeom prst="rect">
                <a:avLst/>
              </a:prstGeom>
              <a:blipFill>
                <a:blip r:embed="rId1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09E1F-473E-C2AF-72FC-A743A6D765E7}"/>
                  </a:ext>
                </a:extLst>
              </p:cNvPr>
              <p:cNvSpPr txBox="1"/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09E1F-473E-C2AF-72FC-A743A6D76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384" y="5462499"/>
                <a:ext cx="369549" cy="523220"/>
              </a:xfrm>
              <a:prstGeom prst="rect">
                <a:avLst/>
              </a:prstGeom>
              <a:blipFill>
                <a:blip r:embed="rId13"/>
                <a:stretch>
                  <a:fillRect l="-36667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E3707B-FB05-4BC7-0A00-66F36ABA1C88}"/>
                  </a:ext>
                </a:extLst>
              </p:cNvPr>
              <p:cNvSpPr txBox="1"/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E3707B-FB05-4BC7-0A00-66F36ABA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8" y="5462499"/>
                <a:ext cx="369549" cy="523220"/>
              </a:xfrm>
              <a:prstGeom prst="rect">
                <a:avLst/>
              </a:prstGeom>
              <a:blipFill>
                <a:blip r:embed="rId14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C8737324-3E3F-83C0-B981-2FDEF4F6CEF0}"/>
              </a:ext>
            </a:extLst>
          </p:cNvPr>
          <p:cNvSpPr/>
          <p:nvPr/>
        </p:nvSpPr>
        <p:spPr>
          <a:xfrm>
            <a:off x="996183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085331-0F08-6EAB-01E1-BF0F1C12CEE3}"/>
              </a:ext>
            </a:extLst>
          </p:cNvPr>
          <p:cNvSpPr/>
          <p:nvPr/>
        </p:nvSpPr>
        <p:spPr>
          <a:xfrm>
            <a:off x="2071054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B6F657-1FE1-B1BE-8302-609BD276736F}"/>
              </a:ext>
            </a:extLst>
          </p:cNvPr>
          <p:cNvSpPr/>
          <p:nvPr/>
        </p:nvSpPr>
        <p:spPr>
          <a:xfrm>
            <a:off x="3200357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79D7C8-8C25-9C54-BBBB-7B3CA3D6C91B}"/>
              </a:ext>
            </a:extLst>
          </p:cNvPr>
          <p:cNvCxnSpPr>
            <a:cxnSpLocks/>
          </p:cNvCxnSpPr>
          <p:nvPr/>
        </p:nvCxnSpPr>
        <p:spPr>
          <a:xfrm flipH="1" flipV="1">
            <a:off x="315600" y="5366351"/>
            <a:ext cx="8858" cy="82867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FC8FF-17BC-7BF1-3797-C5CEE65C4469}"/>
                  </a:ext>
                </a:extLst>
              </p:cNvPr>
              <p:cNvSpPr txBox="1"/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FC8FF-17BC-7BF1-3797-C5CEE65C4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5" y="5596022"/>
                <a:ext cx="264672" cy="369332"/>
              </a:xfrm>
              <a:prstGeom prst="rect">
                <a:avLst/>
              </a:prstGeom>
              <a:blipFill>
                <a:blip r:embed="rId1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A568B05-73FD-C1F4-C299-73975187CEFE}"/>
              </a:ext>
            </a:extLst>
          </p:cNvPr>
          <p:cNvGrpSpPr/>
          <p:nvPr/>
        </p:nvGrpSpPr>
        <p:grpSpPr>
          <a:xfrm>
            <a:off x="610191" y="4954527"/>
            <a:ext cx="202517" cy="202517"/>
            <a:chOff x="361477" y="1105173"/>
            <a:chExt cx="353898" cy="353898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4926BCC-85B2-E6B9-C6D4-13936D592482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Multiply 40">
              <a:extLst>
                <a:ext uri="{FF2B5EF4-FFF2-40B4-BE49-F238E27FC236}">
                  <a16:creationId xmlns:a16="http://schemas.microsoft.com/office/drawing/2014/main" id="{DD82D19D-4CBC-3A94-7113-6ABCF6B85769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157FC1-ED62-18EA-97C1-CF904DA0BDB4}"/>
              </a:ext>
            </a:extLst>
          </p:cNvPr>
          <p:cNvCxnSpPr>
            <a:stCxn id="5" idx="0"/>
            <a:endCxn id="35" idx="4"/>
          </p:cNvCxnSpPr>
          <p:nvPr/>
        </p:nvCxnSpPr>
        <p:spPr>
          <a:xfrm flipV="1">
            <a:off x="711450" y="5157044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A9A5E79-AE94-DE1E-42CC-65738263F96B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1128519" y="5055785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47EE1A8-9CD1-E492-1658-39C692863451}"/>
              </a:ext>
            </a:extLst>
          </p:cNvPr>
          <p:cNvCxnSpPr>
            <a:cxnSpLocks/>
            <a:endCxn id="35" idx="6"/>
          </p:cNvCxnSpPr>
          <p:nvPr/>
        </p:nvCxnSpPr>
        <p:spPr>
          <a:xfrm flipH="1">
            <a:off x="812708" y="5055785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6777E12-BD0F-6464-9102-CB6D7EE2B8E0}"/>
              </a:ext>
            </a:extLst>
          </p:cNvPr>
          <p:cNvGrpSpPr/>
          <p:nvPr/>
        </p:nvGrpSpPr>
        <p:grpSpPr>
          <a:xfrm>
            <a:off x="1679785" y="4954526"/>
            <a:ext cx="202517" cy="202517"/>
            <a:chOff x="361477" y="1105173"/>
            <a:chExt cx="353898" cy="353898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5907E62-DF35-01C9-DC19-C62B7B7A3A8B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Multiply 50">
              <a:extLst>
                <a:ext uri="{FF2B5EF4-FFF2-40B4-BE49-F238E27FC236}">
                  <a16:creationId xmlns:a16="http://schemas.microsoft.com/office/drawing/2014/main" id="{5E4CEEED-25A2-272D-5694-E7A56930935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B70CFC8-DE40-2A4E-2998-29F47F5416C8}"/>
              </a:ext>
            </a:extLst>
          </p:cNvPr>
          <p:cNvCxnSpPr>
            <a:endCxn id="50" idx="4"/>
          </p:cNvCxnSpPr>
          <p:nvPr/>
        </p:nvCxnSpPr>
        <p:spPr>
          <a:xfrm flipV="1">
            <a:off x="1781044" y="5157043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6C77494-2C43-FBFD-6A57-BA3007B2A622}"/>
              </a:ext>
            </a:extLst>
          </p:cNvPr>
          <p:cNvCxnSpPr>
            <a:cxnSpLocks/>
          </p:cNvCxnSpPr>
          <p:nvPr/>
        </p:nvCxnSpPr>
        <p:spPr>
          <a:xfrm flipV="1">
            <a:off x="2198113" y="5055784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CB67D-21FE-FD8F-5E00-611563DFA7A5}"/>
              </a:ext>
            </a:extLst>
          </p:cNvPr>
          <p:cNvCxnSpPr>
            <a:cxnSpLocks/>
            <a:endCxn id="50" idx="6"/>
          </p:cNvCxnSpPr>
          <p:nvPr/>
        </p:nvCxnSpPr>
        <p:spPr>
          <a:xfrm flipH="1">
            <a:off x="1882302" y="5055784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0AD5F3E-A574-7342-6D4C-AD13BA918452}"/>
              </a:ext>
            </a:extLst>
          </p:cNvPr>
          <p:cNvGrpSpPr/>
          <p:nvPr/>
        </p:nvGrpSpPr>
        <p:grpSpPr>
          <a:xfrm>
            <a:off x="2806449" y="4958890"/>
            <a:ext cx="202517" cy="202517"/>
            <a:chOff x="361477" y="1105173"/>
            <a:chExt cx="353898" cy="35389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C647344-2F2D-DD09-3543-F39F7FC1F18F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Multiply 61">
              <a:extLst>
                <a:ext uri="{FF2B5EF4-FFF2-40B4-BE49-F238E27FC236}">
                  <a16:creationId xmlns:a16="http://schemas.microsoft.com/office/drawing/2014/main" id="{4A74FEB4-A09E-523A-0A16-85663D8D8AFF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3C00325-94CB-C72B-A542-7133ECA4CBD2}"/>
              </a:ext>
            </a:extLst>
          </p:cNvPr>
          <p:cNvCxnSpPr>
            <a:endCxn id="61" idx="4"/>
          </p:cNvCxnSpPr>
          <p:nvPr/>
        </p:nvCxnSpPr>
        <p:spPr>
          <a:xfrm flipV="1">
            <a:off x="2907708" y="5161407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F977E66-79A7-E214-894F-B70D8EF64A4A}"/>
              </a:ext>
            </a:extLst>
          </p:cNvPr>
          <p:cNvCxnSpPr>
            <a:cxnSpLocks/>
          </p:cNvCxnSpPr>
          <p:nvPr/>
        </p:nvCxnSpPr>
        <p:spPr>
          <a:xfrm flipV="1">
            <a:off x="3324777" y="5060148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B6F7A48-7A28-E741-1C98-12428046C8A0}"/>
              </a:ext>
            </a:extLst>
          </p:cNvPr>
          <p:cNvCxnSpPr>
            <a:cxnSpLocks/>
            <a:endCxn id="61" idx="6"/>
          </p:cNvCxnSpPr>
          <p:nvPr/>
        </p:nvCxnSpPr>
        <p:spPr>
          <a:xfrm flipH="1">
            <a:off x="3008966" y="5060148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CA3C901-EF2C-1339-A904-107EB5C67EBF}"/>
              </a:ext>
            </a:extLst>
          </p:cNvPr>
          <p:cNvSpPr/>
          <p:nvPr/>
        </p:nvSpPr>
        <p:spPr>
          <a:xfrm>
            <a:off x="426718" y="3942680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DF6163B-65C7-018E-196A-78566E6D967D}"/>
              </a:ext>
            </a:extLst>
          </p:cNvPr>
          <p:cNvCxnSpPr>
            <a:cxnSpLocks/>
          </p:cNvCxnSpPr>
          <p:nvPr/>
        </p:nvCxnSpPr>
        <p:spPr>
          <a:xfrm flipV="1">
            <a:off x="711450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6E5CAE-C2AE-895D-A831-829922393771}"/>
              </a:ext>
            </a:extLst>
          </p:cNvPr>
          <p:cNvCxnSpPr>
            <a:cxnSpLocks/>
          </p:cNvCxnSpPr>
          <p:nvPr/>
        </p:nvCxnSpPr>
        <p:spPr>
          <a:xfrm flipV="1">
            <a:off x="1781044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C3D8B43-8BF3-5663-A418-1FA0967BA48B}"/>
              </a:ext>
            </a:extLst>
          </p:cNvPr>
          <p:cNvCxnSpPr>
            <a:cxnSpLocks/>
          </p:cNvCxnSpPr>
          <p:nvPr/>
        </p:nvCxnSpPr>
        <p:spPr>
          <a:xfrm flipV="1">
            <a:off x="2921886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B92426-0D87-455E-EA3F-4B3933496524}"/>
                  </a:ext>
                </a:extLst>
              </p:cNvPr>
              <p:cNvSpPr txBox="1"/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B92426-0D87-455E-EA3F-4B3933496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4" y="5484235"/>
                <a:ext cx="369549" cy="523220"/>
              </a:xfrm>
              <a:prstGeom prst="rect">
                <a:avLst/>
              </a:prstGeom>
              <a:blipFill>
                <a:blip r:embed="rId16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E43938-EF28-4188-490D-2C3A43649219}"/>
                  </a:ext>
                </a:extLst>
              </p:cNvPr>
              <p:cNvSpPr txBox="1"/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E43938-EF28-4188-490D-2C3A43649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356" y="5484235"/>
                <a:ext cx="369549" cy="523220"/>
              </a:xfrm>
              <a:prstGeom prst="rect">
                <a:avLst/>
              </a:prstGeom>
              <a:blipFill>
                <a:blip r:embed="rId17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645EEC3-D37F-6671-E70C-1934B141A982}"/>
                  </a:ext>
                </a:extLst>
              </p:cNvPr>
              <p:cNvSpPr txBox="1"/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645EEC3-D37F-6671-E70C-1934B141A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90" y="5484235"/>
                <a:ext cx="369549" cy="523220"/>
              </a:xfrm>
              <a:prstGeom prst="rect">
                <a:avLst/>
              </a:prstGeom>
              <a:blipFill>
                <a:blip r:embed="rId18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75BEB021-D079-8A28-27DC-AAF742AE0055}"/>
              </a:ext>
            </a:extLst>
          </p:cNvPr>
          <p:cNvSpPr txBox="1"/>
          <p:nvPr/>
        </p:nvSpPr>
        <p:spPr>
          <a:xfrm>
            <a:off x="1797605" y="4042248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368139-FDFE-1794-0600-6369620A19C3}"/>
              </a:ext>
            </a:extLst>
          </p:cNvPr>
          <p:cNvSpPr/>
          <p:nvPr/>
        </p:nvSpPr>
        <p:spPr>
          <a:xfrm>
            <a:off x="426717" y="2917702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/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44" y="3017270"/>
                <a:ext cx="1667937" cy="461665"/>
              </a:xfrm>
              <a:prstGeom prst="rect">
                <a:avLst/>
              </a:prstGeom>
              <a:blipFill>
                <a:blip r:embed="rId19"/>
                <a:stretch>
                  <a:fillRect l="-3788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/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51" y="3573348"/>
                <a:ext cx="43456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1113E16-C2B8-4AA3-CF1E-B1219E94DD07}"/>
              </a:ext>
            </a:extLst>
          </p:cNvPr>
          <p:cNvSpPr/>
          <p:nvPr/>
        </p:nvSpPr>
        <p:spPr>
          <a:xfrm>
            <a:off x="717712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57EAA2-DDFC-3F3B-780A-51EFB871A27B}"/>
              </a:ext>
            </a:extLst>
          </p:cNvPr>
          <p:cNvSpPr/>
          <p:nvPr/>
        </p:nvSpPr>
        <p:spPr>
          <a:xfrm>
            <a:off x="1770490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A8A6B0-F051-E874-8E1E-B690FB5C12B5}"/>
              </a:ext>
            </a:extLst>
          </p:cNvPr>
          <p:cNvSpPr/>
          <p:nvPr/>
        </p:nvSpPr>
        <p:spPr>
          <a:xfrm>
            <a:off x="2823268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/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09" y="2105321"/>
                <a:ext cx="369549" cy="523220"/>
              </a:xfrm>
              <a:prstGeom prst="rect">
                <a:avLst/>
              </a:prstGeom>
              <a:blipFill>
                <a:blip r:embed="rId21"/>
                <a:stretch>
                  <a:fillRect l="-33333" r="-33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/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29" y="2105321"/>
                <a:ext cx="369549" cy="523220"/>
              </a:xfrm>
              <a:prstGeom prst="rect">
                <a:avLst/>
              </a:prstGeom>
              <a:blipFill>
                <a:blip r:embed="rId22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/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03" y="2105321"/>
                <a:ext cx="369549" cy="523220"/>
              </a:xfrm>
              <a:prstGeom prst="rect">
                <a:avLst/>
              </a:prstGeom>
              <a:blipFill>
                <a:blip r:embed="rId23"/>
                <a:stretch>
                  <a:fillRect l="-32258" r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99">
            <a:extLst>
              <a:ext uri="{FF2B5EF4-FFF2-40B4-BE49-F238E27FC236}">
                <a16:creationId xmlns:a16="http://schemas.microsoft.com/office/drawing/2014/main" id="{96AC22A8-2874-0506-2FC1-955520125D57}"/>
              </a:ext>
            </a:extLst>
          </p:cNvPr>
          <p:cNvSpPr/>
          <p:nvPr/>
        </p:nvSpPr>
        <p:spPr>
          <a:xfrm>
            <a:off x="3822806" y="5343497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D3B234-E6CB-F0E6-B20C-E8CF0C2D72E4}"/>
                  </a:ext>
                </a:extLst>
              </p:cNvPr>
              <p:cNvSpPr txBox="1"/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D3B234-E6CB-F0E6-B20C-E8CF0C2D7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38" y="5462499"/>
                <a:ext cx="369549" cy="523220"/>
              </a:xfrm>
              <a:prstGeom prst="rect">
                <a:avLst/>
              </a:prstGeom>
              <a:blipFill>
                <a:blip r:embed="rId24"/>
                <a:stretch>
                  <a:fillRect l="-36667" r="-10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Rectangle 113">
            <a:extLst>
              <a:ext uri="{FF2B5EF4-FFF2-40B4-BE49-F238E27FC236}">
                <a16:creationId xmlns:a16="http://schemas.microsoft.com/office/drawing/2014/main" id="{40A8488A-B31F-8962-381F-DC342F7617DA}"/>
              </a:ext>
            </a:extLst>
          </p:cNvPr>
          <p:cNvSpPr/>
          <p:nvPr/>
        </p:nvSpPr>
        <p:spPr>
          <a:xfrm>
            <a:off x="4239875" y="5343497"/>
            <a:ext cx="264672" cy="828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929E6E9-4E79-2525-4964-B8BEC5DF430C}"/>
              </a:ext>
            </a:extLst>
          </p:cNvPr>
          <p:cNvGrpSpPr/>
          <p:nvPr/>
        </p:nvGrpSpPr>
        <p:grpSpPr>
          <a:xfrm>
            <a:off x="3849178" y="4954525"/>
            <a:ext cx="202517" cy="202517"/>
            <a:chOff x="361477" y="1105173"/>
            <a:chExt cx="353898" cy="35389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D5EEC18-8468-0F06-B52D-6D4D3BE45549}"/>
                </a:ext>
              </a:extLst>
            </p:cNvPr>
            <p:cNvSpPr/>
            <p:nvPr/>
          </p:nvSpPr>
          <p:spPr>
            <a:xfrm>
              <a:off x="361477" y="1105173"/>
              <a:ext cx="353898" cy="353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Multiply 118">
              <a:extLst>
                <a:ext uri="{FF2B5EF4-FFF2-40B4-BE49-F238E27FC236}">
                  <a16:creationId xmlns:a16="http://schemas.microsoft.com/office/drawing/2014/main" id="{1DD16D6B-39DE-1AB1-D7A3-852BE838090C}"/>
                </a:ext>
              </a:extLst>
            </p:cNvPr>
            <p:cNvSpPr/>
            <p:nvPr/>
          </p:nvSpPr>
          <p:spPr>
            <a:xfrm rot="2700000">
              <a:off x="376457" y="1123783"/>
              <a:ext cx="327029" cy="327029"/>
            </a:xfrm>
            <a:prstGeom prst="mathMultiply">
              <a:avLst>
                <a:gd name="adj1" fmla="val 1255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506782B-1632-5591-2184-BAC8DB170641}"/>
              </a:ext>
            </a:extLst>
          </p:cNvPr>
          <p:cNvCxnSpPr>
            <a:endCxn id="118" idx="4"/>
          </p:cNvCxnSpPr>
          <p:nvPr/>
        </p:nvCxnSpPr>
        <p:spPr>
          <a:xfrm flipV="1">
            <a:off x="3950437" y="5157042"/>
            <a:ext cx="0" cy="186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9B059A5-6B55-A27D-EC92-53044721737D}"/>
              </a:ext>
            </a:extLst>
          </p:cNvPr>
          <p:cNvCxnSpPr>
            <a:cxnSpLocks/>
          </p:cNvCxnSpPr>
          <p:nvPr/>
        </p:nvCxnSpPr>
        <p:spPr>
          <a:xfrm flipV="1">
            <a:off x="4367506" y="5055783"/>
            <a:ext cx="0" cy="2877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9AA8F0B-D436-A73E-DCB6-AB0ADA7FE591}"/>
              </a:ext>
            </a:extLst>
          </p:cNvPr>
          <p:cNvCxnSpPr>
            <a:cxnSpLocks/>
            <a:endCxn id="118" idx="6"/>
          </p:cNvCxnSpPr>
          <p:nvPr/>
        </p:nvCxnSpPr>
        <p:spPr>
          <a:xfrm flipH="1">
            <a:off x="4051695" y="5055783"/>
            <a:ext cx="3243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146E0D4-E71B-5A38-DAC0-919A44839E26}"/>
              </a:ext>
            </a:extLst>
          </p:cNvPr>
          <p:cNvCxnSpPr>
            <a:cxnSpLocks/>
          </p:cNvCxnSpPr>
          <p:nvPr/>
        </p:nvCxnSpPr>
        <p:spPr>
          <a:xfrm flipV="1">
            <a:off x="3951779" y="4603481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52A8B38-1511-654A-11E6-C5323E2F88F9}"/>
                  </a:ext>
                </a:extLst>
              </p:cNvPr>
              <p:cNvSpPr txBox="1"/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52A8B38-1511-654A-11E6-C5323E2F8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39" y="5484235"/>
                <a:ext cx="369549" cy="523220"/>
              </a:xfrm>
              <a:prstGeom prst="rect">
                <a:avLst/>
              </a:prstGeom>
              <a:blipFill>
                <a:blip r:embed="rId25"/>
                <a:stretch>
                  <a:fillRect l="-46667" r="-1333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49E0448F-68F5-FBE0-5135-2BC8AFDFADFE}"/>
              </a:ext>
            </a:extLst>
          </p:cNvPr>
          <p:cNvSpPr txBox="1"/>
          <p:nvPr/>
        </p:nvSpPr>
        <p:spPr>
          <a:xfrm>
            <a:off x="3643485" y="6177664"/>
            <a:ext cx="104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?</a:t>
            </a:r>
            <a:endParaRPr lang="en-US" sz="28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BB78D45-1908-09A2-A7A4-28DA2CD8FCD1}"/>
              </a:ext>
            </a:extLst>
          </p:cNvPr>
          <p:cNvSpPr/>
          <p:nvPr/>
        </p:nvSpPr>
        <p:spPr>
          <a:xfrm>
            <a:off x="3876046" y="200415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/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8" y="2105321"/>
                <a:ext cx="369549" cy="523220"/>
              </a:xfrm>
              <a:prstGeom prst="rect">
                <a:avLst/>
              </a:prstGeom>
              <a:blipFill>
                <a:blip r:embed="rId26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/>
              <p:nvPr/>
            </p:nvSpPr>
            <p:spPr>
              <a:xfrm>
                <a:off x="4753308" y="1574800"/>
                <a:ext cx="1253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308" y="1574800"/>
                <a:ext cx="1253387" cy="830997"/>
              </a:xfrm>
              <a:prstGeom prst="rect">
                <a:avLst/>
              </a:prstGeom>
              <a:blipFill>
                <a:blip r:embed="rId27"/>
                <a:stretch>
                  <a:fillRect l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47FDF97-7763-4861-8F0F-BC9C4585A673}"/>
              </a:ext>
            </a:extLst>
          </p:cNvPr>
          <p:cNvSpPr/>
          <p:nvPr/>
        </p:nvSpPr>
        <p:spPr>
          <a:xfrm>
            <a:off x="6703916" y="394267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0C7E7BB-3D95-D3D8-26C9-B29C26F20CB1}"/>
                  </a:ext>
                </a:extLst>
              </p:cNvPr>
              <p:cNvSpPr txBox="1"/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0C7E7BB-3D95-D3D8-26C9-B29C26F20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461" y="3573348"/>
                <a:ext cx="434561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7BA198BB-1C91-D24F-86A1-867D1959EAA9}"/>
              </a:ext>
            </a:extLst>
          </p:cNvPr>
          <p:cNvSpPr/>
          <p:nvPr/>
        </p:nvSpPr>
        <p:spPr>
          <a:xfrm>
            <a:off x="6703916" y="2912548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F513A7C-7275-DB69-8BC1-6C3E7B0D2EEA}"/>
              </a:ext>
            </a:extLst>
          </p:cNvPr>
          <p:cNvSpPr txBox="1"/>
          <p:nvPr/>
        </p:nvSpPr>
        <p:spPr>
          <a:xfrm>
            <a:off x="7998772" y="4043741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AC76755-1865-C8BE-A793-B80B64FB0776}"/>
                  </a:ext>
                </a:extLst>
              </p:cNvPr>
              <p:cNvSpPr txBox="1"/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AC76755-1865-C8BE-A793-B80B64FB0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251" y="3017270"/>
                <a:ext cx="1746977" cy="461665"/>
              </a:xfrm>
              <a:prstGeom prst="rect">
                <a:avLst/>
              </a:prstGeom>
              <a:blipFill>
                <a:blip r:embed="rId29"/>
                <a:stretch>
                  <a:fillRect l="-1439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275C0D9C-CB5F-4B3E-EDA2-151A014EE6E1}"/>
              </a:ext>
            </a:extLst>
          </p:cNvPr>
          <p:cNvSpPr/>
          <p:nvPr/>
        </p:nvSpPr>
        <p:spPr>
          <a:xfrm>
            <a:off x="6703917" y="1692109"/>
            <a:ext cx="4257652" cy="329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35799F8-4FC5-5D0F-C140-47108394B7BA}"/>
              </a:ext>
            </a:extLst>
          </p:cNvPr>
          <p:cNvSpPr txBox="1"/>
          <p:nvPr/>
        </p:nvSpPr>
        <p:spPr>
          <a:xfrm>
            <a:off x="8301359" y="1668561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DA0739F6-4C61-2FDE-FEB0-60AC70903420}"/>
              </a:ext>
            </a:extLst>
          </p:cNvPr>
          <p:cNvSpPr/>
          <p:nvPr/>
        </p:nvSpPr>
        <p:spPr>
          <a:xfrm>
            <a:off x="6718329" y="2301943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BF47996-D6DA-42AB-65B1-377FB2AFC09D}"/>
              </a:ext>
            </a:extLst>
          </p:cNvPr>
          <p:cNvSpPr txBox="1"/>
          <p:nvPr/>
        </p:nvSpPr>
        <p:spPr>
          <a:xfrm>
            <a:off x="8338359" y="2274920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866A140D-AFA2-79C3-A1E5-3007707DA95D}"/>
              </a:ext>
            </a:extLst>
          </p:cNvPr>
          <p:cNvCxnSpPr>
            <a:cxnSpLocks/>
            <a:stCxn id="94" idx="0"/>
            <a:endCxn id="135" idx="2"/>
          </p:cNvCxnSpPr>
          <p:nvPr/>
        </p:nvCxnSpPr>
        <p:spPr>
          <a:xfrm flipH="1" flipV="1">
            <a:off x="8832739" y="2644252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91BC41E-CAAE-6400-343D-702923EBA505}"/>
              </a:ext>
            </a:extLst>
          </p:cNvPr>
          <p:cNvCxnSpPr>
            <a:cxnSpLocks/>
          </p:cNvCxnSpPr>
          <p:nvPr/>
        </p:nvCxnSpPr>
        <p:spPr>
          <a:xfrm flipH="1" flipV="1">
            <a:off x="8832739" y="2053838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80F6A99-062D-4056-07D7-8A22C4C5E13D}"/>
                  </a:ext>
                </a:extLst>
              </p:cNvPr>
              <p:cNvSpPr txBox="1"/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80F6A99-062D-4056-07D7-8A22C4C5E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913" y="3388682"/>
                <a:ext cx="43456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02BA3BE-01FC-8053-EE1E-B487F9A73AF4}"/>
              </a:ext>
            </a:extLst>
          </p:cNvPr>
          <p:cNvCxnSpPr>
            <a:cxnSpLocks/>
            <a:stCxn id="3" idx="3"/>
            <a:endCxn id="59" idx="1"/>
          </p:cNvCxnSpPr>
          <p:nvPr/>
        </p:nvCxnSpPr>
        <p:spPr>
          <a:xfrm>
            <a:off x="4684382" y="2414657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759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406F6A7-254C-D4E2-84FD-6D1315B58988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5070145" y="3929132"/>
            <a:ext cx="2019534" cy="828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E1189CA-5261-83FE-ED0C-442E1C831B15}"/>
              </a:ext>
            </a:extLst>
          </p:cNvPr>
          <p:cNvSpPr/>
          <p:nvPr/>
        </p:nvSpPr>
        <p:spPr>
          <a:xfrm>
            <a:off x="812480" y="3470318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CA3C901-EF2C-1339-A904-107EB5C67EBF}"/>
              </a:ext>
            </a:extLst>
          </p:cNvPr>
          <p:cNvSpPr/>
          <p:nvPr/>
        </p:nvSpPr>
        <p:spPr>
          <a:xfrm>
            <a:off x="812481" y="5457155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BEB021-D079-8A28-27DC-AAF742AE0055}"/>
              </a:ext>
            </a:extLst>
          </p:cNvPr>
          <p:cNvSpPr txBox="1"/>
          <p:nvPr/>
        </p:nvSpPr>
        <p:spPr>
          <a:xfrm>
            <a:off x="2183368" y="5556723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368139-FDFE-1794-0600-6369620A19C3}"/>
              </a:ext>
            </a:extLst>
          </p:cNvPr>
          <p:cNvSpPr/>
          <p:nvPr/>
        </p:nvSpPr>
        <p:spPr>
          <a:xfrm>
            <a:off x="812480" y="4432177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/>
              <p:nvPr/>
            </p:nvSpPr>
            <p:spPr>
              <a:xfrm>
                <a:off x="2166807" y="4531745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807" y="4531745"/>
                <a:ext cx="1667937" cy="461665"/>
              </a:xfrm>
              <a:prstGeom prst="rect">
                <a:avLst/>
              </a:prstGeom>
              <a:blipFill>
                <a:blip r:embed="rId3"/>
                <a:stretch>
                  <a:fillRect l="-3030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/>
              <p:nvPr/>
            </p:nvSpPr>
            <p:spPr>
              <a:xfrm>
                <a:off x="2832014" y="5087823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014" y="5087823"/>
                <a:ext cx="4345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1113E16-C2B8-4AA3-CF1E-B1219E94DD07}"/>
              </a:ext>
            </a:extLst>
          </p:cNvPr>
          <p:cNvSpPr/>
          <p:nvPr/>
        </p:nvSpPr>
        <p:spPr>
          <a:xfrm>
            <a:off x="1103475" y="351863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57EAA2-DDFC-3F3B-780A-51EFB871A27B}"/>
              </a:ext>
            </a:extLst>
          </p:cNvPr>
          <p:cNvSpPr/>
          <p:nvPr/>
        </p:nvSpPr>
        <p:spPr>
          <a:xfrm>
            <a:off x="2156253" y="351863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A8A6B0-F051-E874-8E1E-B690FB5C12B5}"/>
              </a:ext>
            </a:extLst>
          </p:cNvPr>
          <p:cNvSpPr/>
          <p:nvPr/>
        </p:nvSpPr>
        <p:spPr>
          <a:xfrm>
            <a:off x="3209031" y="351863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/>
              <p:nvPr/>
            </p:nvSpPr>
            <p:spPr>
              <a:xfrm>
                <a:off x="1111672" y="3619796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72" y="3619796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/>
              <p:nvPr/>
            </p:nvSpPr>
            <p:spPr>
              <a:xfrm>
                <a:off x="2170492" y="3619796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492" y="3619796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2258" r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/>
              <p:nvPr/>
            </p:nvSpPr>
            <p:spPr>
              <a:xfrm>
                <a:off x="3203566" y="3619796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566" y="3619796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>
            <a:extLst>
              <a:ext uri="{FF2B5EF4-FFF2-40B4-BE49-F238E27FC236}">
                <a16:creationId xmlns:a16="http://schemas.microsoft.com/office/drawing/2014/main" id="{CBB78D45-1908-09A2-A7A4-28DA2CD8FCD1}"/>
              </a:ext>
            </a:extLst>
          </p:cNvPr>
          <p:cNvSpPr/>
          <p:nvPr/>
        </p:nvSpPr>
        <p:spPr>
          <a:xfrm>
            <a:off x="4261809" y="351863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/>
              <p:nvPr/>
            </p:nvSpPr>
            <p:spPr>
              <a:xfrm>
                <a:off x="4283831" y="3619796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831" y="3619796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/>
              <p:nvPr/>
            </p:nvSpPr>
            <p:spPr>
              <a:xfrm>
                <a:off x="5139071" y="3089275"/>
                <a:ext cx="1253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encoder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323A3C6-A39C-EAEE-06DA-F944120D5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071" y="3089275"/>
                <a:ext cx="1253387" cy="830997"/>
              </a:xfrm>
              <a:prstGeom prst="rect">
                <a:avLst/>
              </a:prstGeom>
              <a:blipFill>
                <a:blip r:embed="rId9"/>
                <a:stretch>
                  <a:fillRect l="-4000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47FDF97-7763-4861-8F0F-BC9C4585A673}"/>
              </a:ext>
            </a:extLst>
          </p:cNvPr>
          <p:cNvSpPr/>
          <p:nvPr/>
        </p:nvSpPr>
        <p:spPr>
          <a:xfrm>
            <a:off x="7089679" y="5457153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0C7E7BB-3D95-D3D8-26C9-B29C26F20CB1}"/>
                  </a:ext>
                </a:extLst>
              </p:cNvPr>
              <p:cNvSpPr txBox="1"/>
              <p:nvPr/>
            </p:nvSpPr>
            <p:spPr>
              <a:xfrm>
                <a:off x="9001224" y="5087823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0C7E7BB-3D95-D3D8-26C9-B29C26F20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224" y="5087823"/>
                <a:ext cx="4345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7BA198BB-1C91-D24F-86A1-867D1959EAA9}"/>
              </a:ext>
            </a:extLst>
          </p:cNvPr>
          <p:cNvSpPr/>
          <p:nvPr/>
        </p:nvSpPr>
        <p:spPr>
          <a:xfrm>
            <a:off x="7089679" y="4427023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F513A7C-7275-DB69-8BC1-6C3E7B0D2EEA}"/>
              </a:ext>
            </a:extLst>
          </p:cNvPr>
          <p:cNvSpPr txBox="1"/>
          <p:nvPr/>
        </p:nvSpPr>
        <p:spPr>
          <a:xfrm>
            <a:off x="8384535" y="5558216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AC76755-1865-C8BE-A793-B80B64FB0776}"/>
                  </a:ext>
                </a:extLst>
              </p:cNvPr>
              <p:cNvSpPr txBox="1"/>
              <p:nvPr/>
            </p:nvSpPr>
            <p:spPr>
              <a:xfrm>
                <a:off x="8345014" y="4531745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AC76755-1865-C8BE-A793-B80B64FB0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014" y="4531745"/>
                <a:ext cx="1746977" cy="461665"/>
              </a:xfrm>
              <a:prstGeom prst="rect">
                <a:avLst/>
              </a:prstGeom>
              <a:blipFill>
                <a:blip r:embed="rId11"/>
                <a:stretch>
                  <a:fillRect l="-2174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275C0D9C-CB5F-4B3E-EDA2-151A014EE6E1}"/>
              </a:ext>
            </a:extLst>
          </p:cNvPr>
          <p:cNvSpPr/>
          <p:nvPr/>
        </p:nvSpPr>
        <p:spPr>
          <a:xfrm>
            <a:off x="7089680" y="3206584"/>
            <a:ext cx="4257652" cy="329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35799F8-4FC5-5D0F-C140-47108394B7BA}"/>
              </a:ext>
            </a:extLst>
          </p:cNvPr>
          <p:cNvSpPr txBox="1"/>
          <p:nvPr/>
        </p:nvSpPr>
        <p:spPr>
          <a:xfrm>
            <a:off x="8687122" y="3183036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DA0739F6-4C61-2FDE-FEB0-60AC70903420}"/>
              </a:ext>
            </a:extLst>
          </p:cNvPr>
          <p:cNvSpPr/>
          <p:nvPr/>
        </p:nvSpPr>
        <p:spPr>
          <a:xfrm>
            <a:off x="7104092" y="3816418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BF47996-D6DA-42AB-65B1-377FB2AFC09D}"/>
              </a:ext>
            </a:extLst>
          </p:cNvPr>
          <p:cNvSpPr txBox="1"/>
          <p:nvPr/>
        </p:nvSpPr>
        <p:spPr>
          <a:xfrm>
            <a:off x="8724122" y="3789395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866A140D-AFA2-79C3-A1E5-3007707DA95D}"/>
              </a:ext>
            </a:extLst>
          </p:cNvPr>
          <p:cNvCxnSpPr>
            <a:cxnSpLocks/>
            <a:stCxn id="94" idx="0"/>
            <a:endCxn id="135" idx="2"/>
          </p:cNvCxnSpPr>
          <p:nvPr/>
        </p:nvCxnSpPr>
        <p:spPr>
          <a:xfrm flipH="1" flipV="1">
            <a:off x="9218502" y="4158727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91BC41E-CAAE-6400-343D-702923EBA505}"/>
              </a:ext>
            </a:extLst>
          </p:cNvPr>
          <p:cNvCxnSpPr>
            <a:cxnSpLocks/>
          </p:cNvCxnSpPr>
          <p:nvPr/>
        </p:nvCxnSpPr>
        <p:spPr>
          <a:xfrm flipH="1" flipV="1">
            <a:off x="9218502" y="3568313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80F6A99-062D-4056-07D7-8A22C4C5E13D}"/>
                  </a:ext>
                </a:extLst>
              </p:cNvPr>
              <p:cNvSpPr txBox="1"/>
              <p:nvPr/>
            </p:nvSpPr>
            <p:spPr>
              <a:xfrm>
                <a:off x="6624676" y="4903157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80F6A99-062D-4056-07D7-8A22C4C5E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676" y="4903157"/>
                <a:ext cx="43456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02BA3BE-01FC-8053-EE1E-B487F9A73AF4}"/>
              </a:ext>
            </a:extLst>
          </p:cNvPr>
          <p:cNvCxnSpPr>
            <a:cxnSpLocks/>
            <a:stCxn id="3" idx="3"/>
            <a:endCxn id="59" idx="1"/>
          </p:cNvCxnSpPr>
          <p:nvPr/>
        </p:nvCxnSpPr>
        <p:spPr>
          <a:xfrm>
            <a:off x="5070145" y="3929132"/>
            <a:ext cx="2019534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820434E-403D-5569-2CD3-83FA2E5359A5}"/>
              </a:ext>
            </a:extLst>
          </p:cNvPr>
          <p:cNvSpPr txBox="1"/>
          <p:nvPr/>
        </p:nvSpPr>
        <p:spPr>
          <a:xfrm>
            <a:off x="360477" y="387329"/>
            <a:ext cx="5812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Encoder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-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Decoder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 Transformer</a:t>
            </a:r>
            <a:endParaRPr lang="en-US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B9AE8-5E94-2FD1-185D-F11AE17838CC}"/>
              </a:ext>
            </a:extLst>
          </p:cNvPr>
          <p:cNvSpPr txBox="1"/>
          <p:nvPr/>
        </p:nvSpPr>
        <p:spPr>
          <a:xfrm>
            <a:off x="6076353" y="173575"/>
            <a:ext cx="611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Examples</a:t>
            </a:r>
            <a:r>
              <a:rPr lang="en-US" sz="2800" dirty="0"/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58578-6ACD-63C5-03C5-A536DEB44466}"/>
              </a:ext>
            </a:extLst>
          </p:cNvPr>
          <p:cNvSpPr txBox="1"/>
          <p:nvPr/>
        </p:nvSpPr>
        <p:spPr>
          <a:xfrm>
            <a:off x="6096000" y="1309046"/>
            <a:ext cx="609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Good for</a:t>
            </a:r>
            <a:r>
              <a:rPr lang="en-US" sz="2800" dirty="0"/>
              <a:t>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D2D54-5E58-A9B0-42DB-97AA1114618F}"/>
              </a:ext>
            </a:extLst>
          </p:cNvPr>
          <p:cNvSpPr txBox="1"/>
          <p:nvPr/>
        </p:nvSpPr>
        <p:spPr>
          <a:xfrm>
            <a:off x="6096000" y="686850"/>
            <a:ext cx="46175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Attention is all you need, T5, BART.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13B28-981D-B206-78F4-6DEAD9C7DD61}"/>
              </a:ext>
            </a:extLst>
          </p:cNvPr>
          <p:cNvSpPr txBox="1"/>
          <p:nvPr/>
        </p:nvSpPr>
        <p:spPr>
          <a:xfrm>
            <a:off x="6076353" y="181283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Machine translation, summarization. QA</a:t>
            </a:r>
            <a:br>
              <a:rPr lang="en-US" sz="2400" dirty="0"/>
            </a:br>
            <a:r>
              <a:rPr lang="en-US" sz="2400" dirty="0"/>
              <a:t>(when input/target are sufficiently different)</a:t>
            </a:r>
          </a:p>
        </p:txBody>
      </p:sp>
    </p:spTree>
    <p:extLst>
      <p:ext uri="{BB962C8B-B14F-4D97-AF65-F5344CB8AC3E}">
        <p14:creationId xmlns:p14="http://schemas.microsoft.com/office/powerpoint/2010/main" val="283993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1189CA-5261-83FE-ED0C-442E1C831B15}"/>
              </a:ext>
            </a:extLst>
          </p:cNvPr>
          <p:cNvSpPr/>
          <p:nvPr/>
        </p:nvSpPr>
        <p:spPr>
          <a:xfrm>
            <a:off x="812480" y="3470318"/>
            <a:ext cx="4257665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CA3C901-EF2C-1339-A904-107EB5C67EBF}"/>
              </a:ext>
            </a:extLst>
          </p:cNvPr>
          <p:cNvSpPr/>
          <p:nvPr/>
        </p:nvSpPr>
        <p:spPr>
          <a:xfrm>
            <a:off x="812481" y="5457155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BEB021-D079-8A28-27DC-AAF742AE0055}"/>
              </a:ext>
            </a:extLst>
          </p:cNvPr>
          <p:cNvSpPr txBox="1"/>
          <p:nvPr/>
        </p:nvSpPr>
        <p:spPr>
          <a:xfrm>
            <a:off x="2183368" y="5556723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368139-FDFE-1794-0600-6369620A19C3}"/>
              </a:ext>
            </a:extLst>
          </p:cNvPr>
          <p:cNvSpPr/>
          <p:nvPr/>
        </p:nvSpPr>
        <p:spPr>
          <a:xfrm>
            <a:off x="812480" y="4432177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/>
              <p:nvPr/>
            </p:nvSpPr>
            <p:spPr>
              <a:xfrm>
                <a:off x="2166807" y="4531745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807" y="4531745"/>
                <a:ext cx="1667937" cy="461665"/>
              </a:xfrm>
              <a:prstGeom prst="rect">
                <a:avLst/>
              </a:prstGeom>
              <a:blipFill>
                <a:blip r:embed="rId3"/>
                <a:stretch>
                  <a:fillRect l="-3030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/>
              <p:nvPr/>
            </p:nvSpPr>
            <p:spPr>
              <a:xfrm>
                <a:off x="2832014" y="5087823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014" y="5087823"/>
                <a:ext cx="4345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1113E16-C2B8-4AA3-CF1E-B1219E94DD07}"/>
              </a:ext>
            </a:extLst>
          </p:cNvPr>
          <p:cNvSpPr/>
          <p:nvPr/>
        </p:nvSpPr>
        <p:spPr>
          <a:xfrm>
            <a:off x="1103475" y="351863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57EAA2-DDFC-3F3B-780A-51EFB871A27B}"/>
              </a:ext>
            </a:extLst>
          </p:cNvPr>
          <p:cNvSpPr/>
          <p:nvPr/>
        </p:nvSpPr>
        <p:spPr>
          <a:xfrm>
            <a:off x="2156253" y="351863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A8A6B0-F051-E874-8E1E-B690FB5C12B5}"/>
              </a:ext>
            </a:extLst>
          </p:cNvPr>
          <p:cNvSpPr/>
          <p:nvPr/>
        </p:nvSpPr>
        <p:spPr>
          <a:xfrm>
            <a:off x="3209031" y="351863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/>
              <p:nvPr/>
            </p:nvSpPr>
            <p:spPr>
              <a:xfrm>
                <a:off x="1111672" y="3619796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72" y="3619796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/>
              <p:nvPr/>
            </p:nvSpPr>
            <p:spPr>
              <a:xfrm>
                <a:off x="2170492" y="3619796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52F0CD-B036-A048-EE8F-9ECE35F9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492" y="3619796"/>
                <a:ext cx="369549" cy="523220"/>
              </a:xfrm>
              <a:prstGeom prst="rect">
                <a:avLst/>
              </a:prstGeom>
              <a:blipFill>
                <a:blip r:embed="rId6"/>
                <a:stretch>
                  <a:fillRect l="-32258" r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/>
              <p:nvPr/>
            </p:nvSpPr>
            <p:spPr>
              <a:xfrm>
                <a:off x="3203566" y="3619796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E41E24-5627-6BCF-95DD-04AEBDFCB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566" y="3619796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>
            <a:extLst>
              <a:ext uri="{FF2B5EF4-FFF2-40B4-BE49-F238E27FC236}">
                <a16:creationId xmlns:a16="http://schemas.microsoft.com/office/drawing/2014/main" id="{CBB78D45-1908-09A2-A7A4-28DA2CD8FCD1}"/>
              </a:ext>
            </a:extLst>
          </p:cNvPr>
          <p:cNvSpPr/>
          <p:nvPr/>
        </p:nvSpPr>
        <p:spPr>
          <a:xfrm>
            <a:off x="4261809" y="3518631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/>
              <p:nvPr/>
            </p:nvSpPr>
            <p:spPr>
              <a:xfrm>
                <a:off x="4283831" y="3619796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FE44744-C83F-9581-A228-702A7ADC4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831" y="3619796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0820434E-403D-5569-2CD3-83FA2E5359A5}"/>
              </a:ext>
            </a:extLst>
          </p:cNvPr>
          <p:cNvSpPr txBox="1"/>
          <p:nvPr/>
        </p:nvSpPr>
        <p:spPr>
          <a:xfrm>
            <a:off x="360477" y="387329"/>
            <a:ext cx="5812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Encoder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-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Decoder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 Transformer</a:t>
            </a:r>
            <a:endParaRPr lang="en-US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B9AE8-5E94-2FD1-185D-F11AE17838CC}"/>
              </a:ext>
            </a:extLst>
          </p:cNvPr>
          <p:cNvSpPr txBox="1"/>
          <p:nvPr/>
        </p:nvSpPr>
        <p:spPr>
          <a:xfrm>
            <a:off x="6076353" y="173575"/>
            <a:ext cx="611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Examples</a:t>
            </a:r>
            <a:r>
              <a:rPr lang="en-US" sz="2800" dirty="0"/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58578-6ACD-63C5-03C5-A536DEB44466}"/>
              </a:ext>
            </a:extLst>
          </p:cNvPr>
          <p:cNvSpPr txBox="1"/>
          <p:nvPr/>
        </p:nvSpPr>
        <p:spPr>
          <a:xfrm>
            <a:off x="6096000" y="1309046"/>
            <a:ext cx="609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Good for</a:t>
            </a:r>
            <a:r>
              <a:rPr lang="en-US" sz="2800" dirty="0"/>
              <a:t>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D2D54-5E58-A9B0-42DB-97AA1114618F}"/>
              </a:ext>
            </a:extLst>
          </p:cNvPr>
          <p:cNvSpPr txBox="1"/>
          <p:nvPr/>
        </p:nvSpPr>
        <p:spPr>
          <a:xfrm>
            <a:off x="6096000" y="686850"/>
            <a:ext cx="46175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Attention is all you need, T5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13B28-981D-B206-78F4-6DEAD9C7DD61}"/>
              </a:ext>
            </a:extLst>
          </p:cNvPr>
          <p:cNvSpPr txBox="1"/>
          <p:nvPr/>
        </p:nvSpPr>
        <p:spPr>
          <a:xfrm>
            <a:off x="6076353" y="181283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Machine translation, summarization. QA</a:t>
            </a:r>
            <a:br>
              <a:rPr lang="en-US" sz="2400" dirty="0"/>
            </a:br>
            <a:r>
              <a:rPr lang="en-US" sz="2400" dirty="0"/>
              <a:t>(when input/target are sufficiently different)</a:t>
            </a:r>
          </a:p>
        </p:txBody>
      </p:sp>
    </p:spTree>
    <p:extLst>
      <p:ext uri="{BB962C8B-B14F-4D97-AF65-F5344CB8AC3E}">
        <p14:creationId xmlns:p14="http://schemas.microsoft.com/office/powerpoint/2010/main" val="5525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CA3C901-EF2C-1339-A904-107EB5C67EBF}"/>
              </a:ext>
            </a:extLst>
          </p:cNvPr>
          <p:cNvSpPr/>
          <p:nvPr/>
        </p:nvSpPr>
        <p:spPr>
          <a:xfrm>
            <a:off x="4280907" y="5415837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BEB021-D079-8A28-27DC-AAF742AE0055}"/>
              </a:ext>
            </a:extLst>
          </p:cNvPr>
          <p:cNvSpPr txBox="1"/>
          <p:nvPr/>
        </p:nvSpPr>
        <p:spPr>
          <a:xfrm>
            <a:off x="5651794" y="5515405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368139-FDFE-1794-0600-6369620A19C3}"/>
              </a:ext>
            </a:extLst>
          </p:cNvPr>
          <p:cNvSpPr/>
          <p:nvPr/>
        </p:nvSpPr>
        <p:spPr>
          <a:xfrm>
            <a:off x="4280906" y="4390859"/>
            <a:ext cx="4257665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/>
              <p:nvPr/>
            </p:nvSpPr>
            <p:spPr>
              <a:xfrm>
                <a:off x="5635233" y="4490427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41AB796-137F-B854-2060-2A4845EEC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233" y="4490427"/>
                <a:ext cx="1667937" cy="461665"/>
              </a:xfrm>
              <a:prstGeom prst="rect">
                <a:avLst/>
              </a:prstGeom>
              <a:blipFill>
                <a:blip r:embed="rId3"/>
                <a:stretch>
                  <a:fillRect l="-3008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/>
              <p:nvPr/>
            </p:nvSpPr>
            <p:spPr>
              <a:xfrm>
                <a:off x="6300440" y="5046505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1A713-A166-3DBE-8E25-56C53BC1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440" y="5046505"/>
                <a:ext cx="4345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1113E16-C2B8-4AA3-CF1E-B1219E94DD07}"/>
              </a:ext>
            </a:extLst>
          </p:cNvPr>
          <p:cNvSpPr/>
          <p:nvPr/>
        </p:nvSpPr>
        <p:spPr>
          <a:xfrm>
            <a:off x="4571901" y="3477313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/>
              <p:nvPr/>
            </p:nvSpPr>
            <p:spPr>
              <a:xfrm>
                <a:off x="4580098" y="3578478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5943251-FFAE-ED1B-634E-EA3AE04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098" y="3578478"/>
                <a:ext cx="369549" cy="523220"/>
              </a:xfrm>
              <a:prstGeom prst="rect">
                <a:avLst/>
              </a:prstGeom>
              <a:blipFill>
                <a:blip r:embed="rId5"/>
                <a:stretch>
                  <a:fillRect l="-3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0820434E-403D-5569-2CD3-83FA2E5359A5}"/>
              </a:ext>
            </a:extLst>
          </p:cNvPr>
          <p:cNvSpPr txBox="1"/>
          <p:nvPr/>
        </p:nvSpPr>
        <p:spPr>
          <a:xfrm>
            <a:off x="360477" y="387329"/>
            <a:ext cx="5812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Encoder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-only Transformer</a:t>
            </a:r>
            <a:endParaRPr lang="en-US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B9AE8-5E94-2FD1-185D-F11AE17838CC}"/>
              </a:ext>
            </a:extLst>
          </p:cNvPr>
          <p:cNvSpPr txBox="1"/>
          <p:nvPr/>
        </p:nvSpPr>
        <p:spPr>
          <a:xfrm>
            <a:off x="6076353" y="173575"/>
            <a:ext cx="611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Examples</a:t>
            </a:r>
            <a:r>
              <a:rPr lang="en-US" sz="2800" dirty="0"/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58578-6ACD-63C5-03C5-A536DEB44466}"/>
              </a:ext>
            </a:extLst>
          </p:cNvPr>
          <p:cNvSpPr txBox="1"/>
          <p:nvPr/>
        </p:nvSpPr>
        <p:spPr>
          <a:xfrm>
            <a:off x="6096000" y="1309046"/>
            <a:ext cx="609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Good for</a:t>
            </a:r>
            <a:r>
              <a:rPr lang="en-US" sz="2800" dirty="0"/>
              <a:t>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FA537-0652-99ED-12AE-7628A5982F15}"/>
              </a:ext>
            </a:extLst>
          </p:cNvPr>
          <p:cNvSpPr txBox="1"/>
          <p:nvPr/>
        </p:nvSpPr>
        <p:spPr>
          <a:xfrm>
            <a:off x="6092003" y="696795"/>
            <a:ext cx="5507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6766B-5C89-1AD5-5BAB-E8FCDF165A98}"/>
              </a:ext>
            </a:extLst>
          </p:cNvPr>
          <p:cNvSpPr txBox="1"/>
          <p:nvPr/>
        </p:nvSpPr>
        <p:spPr>
          <a:xfrm>
            <a:off x="6075243" y="1826759"/>
            <a:ext cx="58121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Classification, sequence tagging, sentiment analysis</a:t>
            </a:r>
            <a:br>
              <a:rPr lang="en-US" sz="2400" dirty="0"/>
            </a:br>
            <a:r>
              <a:rPr lang="en-US" sz="2400" dirty="0"/>
              <a:t>(Understand text, but not generate them)</a:t>
            </a:r>
          </a:p>
        </p:txBody>
      </p:sp>
    </p:spTree>
    <p:extLst>
      <p:ext uri="{BB962C8B-B14F-4D97-AF65-F5344CB8AC3E}">
        <p14:creationId xmlns:p14="http://schemas.microsoft.com/office/powerpoint/2010/main" val="307342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8B9AE8-5E94-2FD1-185D-F11AE17838CC}"/>
              </a:ext>
            </a:extLst>
          </p:cNvPr>
          <p:cNvSpPr txBox="1"/>
          <p:nvPr/>
        </p:nvSpPr>
        <p:spPr>
          <a:xfrm>
            <a:off x="6076353" y="173575"/>
            <a:ext cx="6115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Examples</a:t>
            </a:r>
            <a:r>
              <a:rPr lang="en-US" sz="2800" dirty="0"/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58578-6ACD-63C5-03C5-A536DEB44466}"/>
              </a:ext>
            </a:extLst>
          </p:cNvPr>
          <p:cNvSpPr txBox="1"/>
          <p:nvPr/>
        </p:nvSpPr>
        <p:spPr>
          <a:xfrm>
            <a:off x="6096000" y="1613985"/>
            <a:ext cx="609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Good for</a:t>
            </a:r>
            <a:r>
              <a:rPr lang="en-US" sz="2800" dirty="0"/>
              <a:t>: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5CE99A-B407-7C45-AA89-FE955FDAA7C6}"/>
              </a:ext>
            </a:extLst>
          </p:cNvPr>
          <p:cNvSpPr/>
          <p:nvPr/>
        </p:nvSpPr>
        <p:spPr>
          <a:xfrm>
            <a:off x="3947526" y="5457153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283CC5-18E0-9E1B-1AAE-8FE42D962458}"/>
                  </a:ext>
                </a:extLst>
              </p:cNvPr>
              <p:cNvSpPr txBox="1"/>
              <p:nvPr/>
            </p:nvSpPr>
            <p:spPr>
              <a:xfrm>
                <a:off x="5859071" y="5087823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283CC5-18E0-9E1B-1AAE-8FE42D962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071" y="5087823"/>
                <a:ext cx="4345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E1919DC-F528-5731-F86E-3434732A5E95}"/>
              </a:ext>
            </a:extLst>
          </p:cNvPr>
          <p:cNvSpPr/>
          <p:nvPr/>
        </p:nvSpPr>
        <p:spPr>
          <a:xfrm>
            <a:off x="3947526" y="4427023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4D3601-9765-94F5-D096-F3BC4ADFF3A1}"/>
              </a:ext>
            </a:extLst>
          </p:cNvPr>
          <p:cNvSpPr txBox="1"/>
          <p:nvPr/>
        </p:nvSpPr>
        <p:spPr>
          <a:xfrm>
            <a:off x="5242382" y="5558216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576A35-B868-368F-81C3-0888115D96B8}"/>
                  </a:ext>
                </a:extLst>
              </p:cNvPr>
              <p:cNvSpPr txBox="1"/>
              <p:nvPr/>
            </p:nvSpPr>
            <p:spPr>
              <a:xfrm>
                <a:off x="5202861" y="4531745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576A35-B868-368F-81C3-0888115D9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861" y="4531745"/>
                <a:ext cx="1746977" cy="461665"/>
              </a:xfrm>
              <a:prstGeom prst="rect">
                <a:avLst/>
              </a:prstGeom>
              <a:blipFill>
                <a:blip r:embed="rId4"/>
                <a:stretch>
                  <a:fillRect l="-1439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3FDA0B7-4CD5-5B0D-039C-BC2DDD0995D4}"/>
              </a:ext>
            </a:extLst>
          </p:cNvPr>
          <p:cNvSpPr/>
          <p:nvPr/>
        </p:nvSpPr>
        <p:spPr>
          <a:xfrm>
            <a:off x="3947527" y="3206584"/>
            <a:ext cx="4257652" cy="329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106ED-B4A1-4C08-8873-1E7552E78359}"/>
              </a:ext>
            </a:extLst>
          </p:cNvPr>
          <p:cNvSpPr txBox="1"/>
          <p:nvPr/>
        </p:nvSpPr>
        <p:spPr>
          <a:xfrm>
            <a:off x="5544969" y="3183036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B58D9B2-737A-973E-409F-BAD2B77BFE45}"/>
              </a:ext>
            </a:extLst>
          </p:cNvPr>
          <p:cNvSpPr/>
          <p:nvPr/>
        </p:nvSpPr>
        <p:spPr>
          <a:xfrm>
            <a:off x="3961939" y="3816418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BA458-1F1F-3A4B-4BB5-5DCBE8806CFD}"/>
              </a:ext>
            </a:extLst>
          </p:cNvPr>
          <p:cNvSpPr txBox="1"/>
          <p:nvPr/>
        </p:nvSpPr>
        <p:spPr>
          <a:xfrm>
            <a:off x="5581969" y="3789395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2F4EB9-2083-9699-D8FC-3E1C46B2306E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6076349" y="4158727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4546A9-15D1-47E5-C024-6AA4DFE5B201}"/>
              </a:ext>
            </a:extLst>
          </p:cNvPr>
          <p:cNvCxnSpPr>
            <a:cxnSpLocks/>
          </p:cNvCxnSpPr>
          <p:nvPr/>
        </p:nvCxnSpPr>
        <p:spPr>
          <a:xfrm flipH="1" flipV="1">
            <a:off x="6076349" y="3568313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922DE7C-AE4D-3E32-170F-849A7F8A446F}"/>
              </a:ext>
            </a:extLst>
          </p:cNvPr>
          <p:cNvSpPr txBox="1"/>
          <p:nvPr/>
        </p:nvSpPr>
        <p:spPr>
          <a:xfrm>
            <a:off x="360477" y="387329"/>
            <a:ext cx="5812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Decoder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-only Transformer</a:t>
            </a:r>
            <a:endParaRPr lang="en-US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9CD4E-AC90-0A13-DC27-245A1BC30FB7}"/>
              </a:ext>
            </a:extLst>
          </p:cNvPr>
          <p:cNvSpPr txBox="1"/>
          <p:nvPr/>
        </p:nvSpPr>
        <p:spPr>
          <a:xfrm>
            <a:off x="6096000" y="686850"/>
            <a:ext cx="6095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03726-4175-E56E-29C8-9973FA8B3349}"/>
              </a:ext>
            </a:extLst>
          </p:cNvPr>
          <p:cNvSpPr txBox="1"/>
          <p:nvPr/>
        </p:nvSpPr>
        <p:spPr>
          <a:xfrm>
            <a:off x="6096000" y="2170422"/>
            <a:ext cx="6095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Text generation, multi-round conversation</a:t>
            </a:r>
          </a:p>
        </p:txBody>
      </p:sp>
    </p:spTree>
    <p:extLst>
      <p:ext uri="{BB962C8B-B14F-4D97-AF65-F5344CB8AC3E}">
        <p14:creationId xmlns:p14="http://schemas.microsoft.com/office/powerpoint/2010/main" val="32870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5CE99A-B407-7C45-AA89-FE955FDAA7C6}"/>
              </a:ext>
            </a:extLst>
          </p:cNvPr>
          <p:cNvSpPr/>
          <p:nvPr/>
        </p:nvSpPr>
        <p:spPr>
          <a:xfrm>
            <a:off x="7319376" y="3745780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283CC5-18E0-9E1B-1AAE-8FE42D962458}"/>
                  </a:ext>
                </a:extLst>
              </p:cNvPr>
              <p:cNvSpPr txBox="1"/>
              <p:nvPr/>
            </p:nvSpPr>
            <p:spPr>
              <a:xfrm>
                <a:off x="9230921" y="3376450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283CC5-18E0-9E1B-1AAE-8FE42D962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921" y="3376450"/>
                <a:ext cx="4345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E1919DC-F528-5731-F86E-3434732A5E95}"/>
              </a:ext>
            </a:extLst>
          </p:cNvPr>
          <p:cNvSpPr/>
          <p:nvPr/>
        </p:nvSpPr>
        <p:spPr>
          <a:xfrm>
            <a:off x="7319376" y="2715650"/>
            <a:ext cx="4257653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4D3601-9765-94F5-D096-F3BC4ADFF3A1}"/>
              </a:ext>
            </a:extLst>
          </p:cNvPr>
          <p:cNvSpPr txBox="1"/>
          <p:nvPr/>
        </p:nvSpPr>
        <p:spPr>
          <a:xfrm>
            <a:off x="8614232" y="3846843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576A35-B868-368F-81C3-0888115D96B8}"/>
                  </a:ext>
                </a:extLst>
              </p:cNvPr>
              <p:cNvSpPr txBox="1"/>
              <p:nvPr/>
            </p:nvSpPr>
            <p:spPr>
              <a:xfrm>
                <a:off x="8574711" y="2820372"/>
                <a:ext cx="17469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576A35-B868-368F-81C3-0888115D9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711" y="2820372"/>
                <a:ext cx="1746977" cy="461665"/>
              </a:xfrm>
              <a:prstGeom prst="rect">
                <a:avLst/>
              </a:prstGeom>
              <a:blipFill>
                <a:blip r:embed="rId4"/>
                <a:stretch>
                  <a:fillRect l="-217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3FDA0B7-4CD5-5B0D-039C-BC2DDD0995D4}"/>
              </a:ext>
            </a:extLst>
          </p:cNvPr>
          <p:cNvSpPr/>
          <p:nvPr/>
        </p:nvSpPr>
        <p:spPr>
          <a:xfrm>
            <a:off x="7319377" y="1495211"/>
            <a:ext cx="4257652" cy="329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106ED-B4A1-4C08-8873-1E7552E78359}"/>
              </a:ext>
            </a:extLst>
          </p:cNvPr>
          <p:cNvSpPr txBox="1"/>
          <p:nvPr/>
        </p:nvSpPr>
        <p:spPr>
          <a:xfrm>
            <a:off x="8916819" y="1471663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B58D9B2-737A-973E-409F-BAD2B77BFE45}"/>
              </a:ext>
            </a:extLst>
          </p:cNvPr>
          <p:cNvSpPr/>
          <p:nvPr/>
        </p:nvSpPr>
        <p:spPr>
          <a:xfrm>
            <a:off x="7333789" y="2105045"/>
            <a:ext cx="4257652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BA458-1F1F-3A4B-4BB5-5DCBE8806CFD}"/>
              </a:ext>
            </a:extLst>
          </p:cNvPr>
          <p:cNvSpPr txBox="1"/>
          <p:nvPr/>
        </p:nvSpPr>
        <p:spPr>
          <a:xfrm>
            <a:off x="8953819" y="2078022"/>
            <a:ext cx="98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2F4EB9-2083-9699-D8FC-3E1C46B2306E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H="1" flipV="1">
            <a:off x="9448199" y="2447354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4546A9-15D1-47E5-C024-6AA4DFE5B201}"/>
              </a:ext>
            </a:extLst>
          </p:cNvPr>
          <p:cNvCxnSpPr>
            <a:cxnSpLocks/>
          </p:cNvCxnSpPr>
          <p:nvPr/>
        </p:nvCxnSpPr>
        <p:spPr>
          <a:xfrm flipH="1" flipV="1">
            <a:off x="9448199" y="1856940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922DE7C-AE4D-3E32-170F-849A7F8A446F}"/>
              </a:ext>
            </a:extLst>
          </p:cNvPr>
          <p:cNvSpPr txBox="1"/>
          <p:nvPr/>
        </p:nvSpPr>
        <p:spPr>
          <a:xfrm>
            <a:off x="7252156" y="223373"/>
            <a:ext cx="58515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Decoder</a:t>
            </a: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-only Transformer</a:t>
            </a:r>
            <a:endParaRPr lang="en-US" sz="24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AB64A-AE37-476C-2C34-9D01BD5C0474}"/>
              </a:ext>
            </a:extLst>
          </p:cNvPr>
          <p:cNvSpPr txBox="1"/>
          <p:nvPr/>
        </p:nvSpPr>
        <p:spPr>
          <a:xfrm>
            <a:off x="120987" y="223372"/>
            <a:ext cx="58121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Encoder</a:t>
            </a: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-</a:t>
            </a: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Decoder</a:t>
            </a: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belixPro" panose="02000000000000000000" pitchFamily="2" charset="0"/>
              </a:rPr>
              <a:t> Transformer</a:t>
            </a:r>
            <a:endParaRPr lang="en-US" sz="24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belixPro" panose="02000000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9259DE-3138-FA70-250F-963D17FFBFAB}"/>
              </a:ext>
            </a:extLst>
          </p:cNvPr>
          <p:cNvCxnSpPr>
            <a:cxnSpLocks/>
            <a:stCxn id="8" idx="3"/>
            <a:endCxn id="37" idx="1"/>
          </p:cNvCxnSpPr>
          <p:nvPr/>
        </p:nvCxnSpPr>
        <p:spPr>
          <a:xfrm>
            <a:off x="3111360" y="2219695"/>
            <a:ext cx="675033" cy="828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FD482F5-9C62-86F1-5E43-D93C4BEAB670}"/>
              </a:ext>
            </a:extLst>
          </p:cNvPr>
          <p:cNvSpPr/>
          <p:nvPr/>
        </p:nvSpPr>
        <p:spPr>
          <a:xfrm>
            <a:off x="120987" y="1760881"/>
            <a:ext cx="2990373" cy="91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0AEA17E-E7D4-3271-D7C4-AE8DAB81D2B6}"/>
              </a:ext>
            </a:extLst>
          </p:cNvPr>
          <p:cNvSpPr/>
          <p:nvPr/>
        </p:nvSpPr>
        <p:spPr>
          <a:xfrm>
            <a:off x="120988" y="3747718"/>
            <a:ext cx="3008376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5BC999-0A66-69FB-27FB-BA9CAD1DD023}"/>
              </a:ext>
            </a:extLst>
          </p:cNvPr>
          <p:cNvSpPr txBox="1"/>
          <p:nvPr/>
        </p:nvSpPr>
        <p:spPr>
          <a:xfrm>
            <a:off x="894879" y="3847286"/>
            <a:ext cx="1667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Encoder #1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8983A9A-D3EF-0B8C-E881-F63A75FAB16C}"/>
              </a:ext>
            </a:extLst>
          </p:cNvPr>
          <p:cNvSpPr/>
          <p:nvPr/>
        </p:nvSpPr>
        <p:spPr>
          <a:xfrm>
            <a:off x="120987" y="2722740"/>
            <a:ext cx="3008376" cy="660802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A81A28F-4348-3E29-625D-E2521108AB9B}"/>
                  </a:ext>
                </a:extLst>
              </p:cNvPr>
              <p:cNvSpPr txBox="1"/>
              <p:nvPr/>
            </p:nvSpPr>
            <p:spPr>
              <a:xfrm>
                <a:off x="878318" y="2822308"/>
                <a:ext cx="16679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Encoder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A81A28F-4348-3E29-625D-E2521108A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18" y="2822308"/>
                <a:ext cx="1667937" cy="461665"/>
              </a:xfrm>
              <a:prstGeom prst="rect">
                <a:avLst/>
              </a:prstGeom>
              <a:blipFill>
                <a:blip r:embed="rId5"/>
                <a:stretch>
                  <a:fillRect l="-3788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CB513A4-4747-B377-A694-3052D857A4F1}"/>
                  </a:ext>
                </a:extLst>
              </p:cNvPr>
              <p:cNvSpPr txBox="1"/>
              <p:nvPr/>
            </p:nvSpPr>
            <p:spPr>
              <a:xfrm>
                <a:off x="873229" y="3378386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CB513A4-4747-B377-A694-3052D857A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29" y="3378386"/>
                <a:ext cx="43456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10A8CE88-D22B-6786-3682-CD315676AF04}"/>
              </a:ext>
            </a:extLst>
          </p:cNvPr>
          <p:cNvSpPr/>
          <p:nvPr/>
        </p:nvSpPr>
        <p:spPr>
          <a:xfrm>
            <a:off x="1013150" y="180919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E2D817-C3AF-8315-863B-648939CBD5E0}"/>
              </a:ext>
            </a:extLst>
          </p:cNvPr>
          <p:cNvSpPr/>
          <p:nvPr/>
        </p:nvSpPr>
        <p:spPr>
          <a:xfrm>
            <a:off x="197468" y="180919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24B147-5FA2-EC97-35D7-A339EC196B04}"/>
              </a:ext>
            </a:extLst>
          </p:cNvPr>
          <p:cNvSpPr/>
          <p:nvPr/>
        </p:nvSpPr>
        <p:spPr>
          <a:xfrm>
            <a:off x="1828832" y="1809194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0710AB-C71E-A330-0828-8C255EA43A02}"/>
                  </a:ext>
                </a:extLst>
              </p:cNvPr>
              <p:cNvSpPr txBox="1"/>
              <p:nvPr/>
            </p:nvSpPr>
            <p:spPr>
              <a:xfrm>
                <a:off x="221509" y="191035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0710AB-C71E-A330-0828-8C255EA43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09" y="1910359"/>
                <a:ext cx="369549" cy="523220"/>
              </a:xfrm>
              <a:prstGeom prst="rect">
                <a:avLst/>
              </a:prstGeom>
              <a:blipFill>
                <a:blip r:embed="rId7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0BC8E2-BE89-AAC0-0968-CC0F6AFA145F}"/>
                  </a:ext>
                </a:extLst>
              </p:cNvPr>
              <p:cNvSpPr txBox="1"/>
              <p:nvPr/>
            </p:nvSpPr>
            <p:spPr>
              <a:xfrm>
                <a:off x="1037191" y="191035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0BC8E2-BE89-AAC0-0968-CC0F6AFA1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191" y="1910359"/>
                <a:ext cx="369549" cy="523220"/>
              </a:xfrm>
              <a:prstGeom prst="rect">
                <a:avLst/>
              </a:prstGeom>
              <a:blipFill>
                <a:blip r:embed="rId8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BF574F-7FB9-69E8-B951-47BE93997727}"/>
                  </a:ext>
                </a:extLst>
              </p:cNvPr>
              <p:cNvSpPr txBox="1"/>
              <p:nvPr/>
            </p:nvSpPr>
            <p:spPr>
              <a:xfrm>
                <a:off x="1888161" y="1910359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BF574F-7FB9-69E8-B951-47BE93997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161" y="1910359"/>
                <a:ext cx="369549" cy="523220"/>
              </a:xfrm>
              <a:prstGeom prst="rect">
                <a:avLst/>
              </a:prstGeom>
              <a:blipFill>
                <a:blip r:embed="rId9"/>
                <a:stretch>
                  <a:fillRect l="-33333" r="-6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DA5D1456-C7B1-C423-22B4-4126AA5B9F86}"/>
              </a:ext>
            </a:extLst>
          </p:cNvPr>
          <p:cNvSpPr/>
          <p:nvPr/>
        </p:nvSpPr>
        <p:spPr>
          <a:xfrm>
            <a:off x="2644514" y="1805166"/>
            <a:ext cx="264672" cy="828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AD19312-C423-4E0F-9867-6A3C831E23E7}"/>
                  </a:ext>
                </a:extLst>
              </p:cNvPr>
              <p:cNvSpPr txBox="1"/>
              <p:nvPr/>
            </p:nvSpPr>
            <p:spPr>
              <a:xfrm>
                <a:off x="2653302" y="1933287"/>
                <a:ext cx="369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AD19312-C423-4E0F-9867-6A3C831E2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302" y="1933287"/>
                <a:ext cx="369549" cy="523220"/>
              </a:xfrm>
              <a:prstGeom prst="rect">
                <a:avLst/>
              </a:prstGeom>
              <a:blipFill>
                <a:blip r:embed="rId10"/>
                <a:stretch>
                  <a:fillRect l="-32258" r="-645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05831C8-29BD-74C2-C3CB-A6595571964E}"/>
              </a:ext>
            </a:extLst>
          </p:cNvPr>
          <p:cNvSpPr/>
          <p:nvPr/>
        </p:nvSpPr>
        <p:spPr>
          <a:xfrm>
            <a:off x="3786393" y="3747716"/>
            <a:ext cx="3008576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8C5942-CC77-E101-0295-952AD3D0BB4D}"/>
                  </a:ext>
                </a:extLst>
              </p:cNvPr>
              <p:cNvSpPr txBox="1"/>
              <p:nvPr/>
            </p:nvSpPr>
            <p:spPr>
              <a:xfrm>
                <a:off x="5697937" y="3378386"/>
                <a:ext cx="3070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8C5942-CC77-E101-0295-952AD3D0B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937" y="3378386"/>
                <a:ext cx="30707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59B6BA8-0FA6-4F1A-A60F-169B528B06DB}"/>
              </a:ext>
            </a:extLst>
          </p:cNvPr>
          <p:cNvSpPr/>
          <p:nvPr/>
        </p:nvSpPr>
        <p:spPr>
          <a:xfrm>
            <a:off x="3786393" y="2717586"/>
            <a:ext cx="3008376" cy="660802"/>
          </a:xfrm>
          <a:prstGeom prst="roundRect">
            <a:avLst>
              <a:gd name="adj" fmla="val 39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D323D2-8962-CB6F-29BF-01D9158245E9}"/>
              </a:ext>
            </a:extLst>
          </p:cNvPr>
          <p:cNvSpPr txBox="1"/>
          <p:nvPr/>
        </p:nvSpPr>
        <p:spPr>
          <a:xfrm>
            <a:off x="4330058" y="3848779"/>
            <a:ext cx="1929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Decoder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2A3B99F-DE45-7767-7C72-262187C7DD60}"/>
                  </a:ext>
                </a:extLst>
              </p:cNvPr>
              <p:cNvSpPr txBox="1"/>
              <p:nvPr/>
            </p:nvSpPr>
            <p:spPr>
              <a:xfrm>
                <a:off x="4254939" y="2822308"/>
                <a:ext cx="20212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Decoder #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2A3B99F-DE45-7767-7C72-262187C7D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939" y="2822308"/>
                <a:ext cx="2021251" cy="461665"/>
              </a:xfrm>
              <a:prstGeom prst="rect">
                <a:avLst/>
              </a:prstGeom>
              <a:blipFill>
                <a:blip r:embed="rId12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EBF588F-DC93-0C24-82A5-0FC7DD31C787}"/>
              </a:ext>
            </a:extLst>
          </p:cNvPr>
          <p:cNvSpPr/>
          <p:nvPr/>
        </p:nvSpPr>
        <p:spPr>
          <a:xfrm>
            <a:off x="3786393" y="1497147"/>
            <a:ext cx="3008575" cy="329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B11036-F914-6B6B-0E7F-B95D8B336C78}"/>
              </a:ext>
            </a:extLst>
          </p:cNvPr>
          <p:cNvSpPr txBox="1"/>
          <p:nvPr/>
        </p:nvSpPr>
        <p:spPr>
          <a:xfrm>
            <a:off x="4725658" y="1487851"/>
            <a:ext cx="114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Softmax</a:t>
            </a:r>
            <a:endParaRPr lang="en-US" dirty="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2B46F2D-720E-04D1-D7B5-D3DA2943D563}"/>
              </a:ext>
            </a:extLst>
          </p:cNvPr>
          <p:cNvSpPr/>
          <p:nvPr/>
        </p:nvSpPr>
        <p:spPr>
          <a:xfrm>
            <a:off x="3800805" y="2106981"/>
            <a:ext cx="3008575" cy="326598"/>
          </a:xfrm>
          <a:prstGeom prst="roundRect">
            <a:avLst/>
          </a:prstGeom>
          <a:solidFill>
            <a:srgbClr val="DCDF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C6EF28-2309-13E6-656B-FF9E54D97CCD}"/>
              </a:ext>
            </a:extLst>
          </p:cNvPr>
          <p:cNvSpPr txBox="1"/>
          <p:nvPr/>
        </p:nvSpPr>
        <p:spPr>
          <a:xfrm>
            <a:off x="4718683" y="2099309"/>
            <a:ext cx="114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Linear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066651-AC78-3187-649F-C1CE70C3E2D0}"/>
              </a:ext>
            </a:extLst>
          </p:cNvPr>
          <p:cNvCxnSpPr>
            <a:cxnSpLocks/>
            <a:stCxn id="37" idx="0"/>
            <a:endCxn id="43" idx="2"/>
          </p:cNvCxnSpPr>
          <p:nvPr/>
        </p:nvCxnSpPr>
        <p:spPr>
          <a:xfrm flipV="1">
            <a:off x="5290581" y="2468641"/>
            <a:ext cx="99" cy="2489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C85710F-11D6-188A-6AB6-03417C314424}"/>
              </a:ext>
            </a:extLst>
          </p:cNvPr>
          <p:cNvCxnSpPr>
            <a:cxnSpLocks/>
          </p:cNvCxnSpPr>
          <p:nvPr/>
        </p:nvCxnSpPr>
        <p:spPr>
          <a:xfrm flipH="1" flipV="1">
            <a:off x="5311164" y="1858223"/>
            <a:ext cx="4" cy="268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6731099-DB2F-C6DA-8F51-8C294F202607}"/>
                  </a:ext>
                </a:extLst>
              </p:cNvPr>
              <p:cNvSpPr txBox="1"/>
              <p:nvPr/>
            </p:nvSpPr>
            <p:spPr>
              <a:xfrm>
                <a:off x="4665891" y="3193720"/>
                <a:ext cx="434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6731099-DB2F-C6DA-8F51-8C294F202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891" y="3193720"/>
                <a:ext cx="43456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1411848-7897-5BB3-7EE1-6B93FDF34A3F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>
            <a:off x="3111360" y="2219695"/>
            <a:ext cx="675033" cy="1858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4D868F3-EF50-2C7F-E92A-EB7E2CA6AF0A}"/>
              </a:ext>
            </a:extLst>
          </p:cNvPr>
          <p:cNvSpPr txBox="1"/>
          <p:nvPr/>
        </p:nvSpPr>
        <p:spPr>
          <a:xfrm>
            <a:off x="1002895" y="4442770"/>
            <a:ext cx="124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&lt;Input&gt;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633B1B-423D-0FC6-1078-6DE2A306249A}"/>
              </a:ext>
            </a:extLst>
          </p:cNvPr>
          <p:cNvSpPr txBox="1"/>
          <p:nvPr/>
        </p:nvSpPr>
        <p:spPr>
          <a:xfrm>
            <a:off x="4564347" y="4442770"/>
            <a:ext cx="1402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&lt;Target&gt;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B7A81E-1C84-DE34-C0F4-8CFA383701DD}"/>
              </a:ext>
            </a:extLst>
          </p:cNvPr>
          <p:cNvSpPr txBox="1"/>
          <p:nvPr/>
        </p:nvSpPr>
        <p:spPr>
          <a:xfrm>
            <a:off x="7278863" y="4442749"/>
            <a:ext cx="124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&lt;Input&gt;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CA0B0E-D4D2-5178-5A15-6A4B6949995D}"/>
              </a:ext>
            </a:extLst>
          </p:cNvPr>
          <p:cNvSpPr txBox="1"/>
          <p:nvPr/>
        </p:nvSpPr>
        <p:spPr>
          <a:xfrm>
            <a:off x="8322271" y="4442749"/>
            <a:ext cx="1402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&lt;Target&gt;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4001808-9CB7-B49C-59A4-46708CC7D691}"/>
                  </a:ext>
                </a:extLst>
              </p:cNvPr>
              <p:cNvSpPr txBox="1"/>
              <p:nvPr/>
            </p:nvSpPr>
            <p:spPr>
              <a:xfrm>
                <a:off x="10891365" y="4442749"/>
                <a:ext cx="8449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4001808-9CB7-B49C-59A4-46708CC7D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1365" y="4442749"/>
                <a:ext cx="84497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B23D5375-14CA-B9C1-E69A-E2422BE63B1A}"/>
              </a:ext>
            </a:extLst>
          </p:cNvPr>
          <p:cNvSpPr txBox="1"/>
          <p:nvPr/>
        </p:nvSpPr>
        <p:spPr>
          <a:xfrm>
            <a:off x="120987" y="5616287"/>
            <a:ext cx="6673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Different</a:t>
            </a:r>
            <a:r>
              <a:rPr lang="en-US" sz="2800" dirty="0"/>
              <a:t> parameters for </a:t>
            </a:r>
            <a:r>
              <a:rPr lang="en-US" sz="2800" dirty="0">
                <a:solidFill>
                  <a:schemeClr val="accent6"/>
                </a:solidFill>
              </a:rPr>
              <a:t>encoder</a:t>
            </a:r>
            <a:r>
              <a:rPr lang="en-US" sz="2800" dirty="0"/>
              <a:t>/</a:t>
            </a:r>
            <a:r>
              <a:rPr lang="en-US" sz="2800" dirty="0">
                <a:solidFill>
                  <a:schemeClr val="accent2"/>
                </a:solidFill>
              </a:rPr>
              <a:t>decoder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4B8E49-6F90-334A-91CC-FA104DA1CFD8}"/>
              </a:ext>
            </a:extLst>
          </p:cNvPr>
          <p:cNvSpPr txBox="1"/>
          <p:nvPr/>
        </p:nvSpPr>
        <p:spPr>
          <a:xfrm>
            <a:off x="7339901" y="5616287"/>
            <a:ext cx="4257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Shared</a:t>
            </a:r>
            <a:r>
              <a:rPr lang="en-US" sz="2800" dirty="0"/>
              <a:t> parameters</a:t>
            </a:r>
            <a:endParaRPr lang="en-US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553245-4981-239D-B75D-10025CC46868}"/>
              </a:ext>
            </a:extLst>
          </p:cNvPr>
          <p:cNvSpPr txBox="1"/>
          <p:nvPr/>
        </p:nvSpPr>
        <p:spPr>
          <a:xfrm>
            <a:off x="7191318" y="5154622"/>
            <a:ext cx="4426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Prompting, in-context examples</a:t>
            </a:r>
            <a:endParaRPr lang="en-US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9DF1AD9-7EFE-7341-64ED-F92A1A7965EA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7901143" y="4904414"/>
            <a:ext cx="0" cy="2502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CE4A773-9C3A-D2FE-6F95-F353704329AF}"/>
              </a:ext>
            </a:extLst>
          </p:cNvPr>
          <p:cNvSpPr txBox="1"/>
          <p:nvPr/>
        </p:nvSpPr>
        <p:spPr>
          <a:xfrm>
            <a:off x="9521251" y="4437359"/>
            <a:ext cx="124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&lt;Input&gt;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649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21" grpId="0" animBg="1"/>
      <p:bldP spid="22" grpId="0"/>
      <p:bldP spid="23" grpId="0" animBg="1"/>
      <p:bldP spid="24" grpId="0"/>
      <p:bldP spid="25" grpId="0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/>
      <p:bldP spid="35" grpId="0" animBg="1"/>
      <p:bldP spid="36" grpId="0"/>
      <p:bldP spid="37" grpId="0" animBg="1"/>
      <p:bldP spid="38" grpId="0"/>
      <p:bldP spid="39" grpId="0"/>
      <p:bldP spid="40" grpId="0" animBg="1"/>
      <p:bldP spid="41" grpId="0"/>
      <p:bldP spid="42" grpId="0" animBg="1"/>
      <p:bldP spid="43" grpId="0"/>
      <p:bldP spid="46" grpId="0"/>
      <p:bldP spid="57" grpId="0"/>
      <p:bldP spid="58" grpId="0"/>
      <p:bldP spid="61" grpId="0"/>
      <p:bldP spid="62" grpId="0"/>
      <p:bldP spid="67" grpId="0"/>
      <p:bldP spid="68" grpId="0"/>
      <p:bldP spid="69" grpId="0"/>
      <p:bldP spid="70" grpId="0"/>
      <p:bldP spid="74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26461</TotalTime>
  <Words>5268</Words>
  <Application>Microsoft Macintosh PowerPoint</Application>
  <PresentationFormat>Widescreen</PresentationFormat>
  <Paragraphs>3867</Paragraphs>
  <Slides>97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7" baseType="lpstr">
      <vt:lpstr>Aptos</vt:lpstr>
      <vt:lpstr>等线</vt:lpstr>
      <vt:lpstr>Google Sans</vt:lpstr>
      <vt:lpstr>ObelixPro</vt:lpstr>
      <vt:lpstr>var(--monospace)</vt:lpstr>
      <vt:lpstr>Arial</vt:lpstr>
      <vt:lpstr>Calibri</vt:lpstr>
      <vt:lpstr>Calibri Light</vt:lpstr>
      <vt:lpstr>Cambria Math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848K</dc:title>
  <dc:creator>Huang Jia-Bin</dc:creator>
  <cp:lastModifiedBy>Microsoft Office User</cp:lastModifiedBy>
  <cp:revision>42</cp:revision>
  <dcterms:created xsi:type="dcterms:W3CDTF">2024-07-10T03:15:08Z</dcterms:created>
  <dcterms:modified xsi:type="dcterms:W3CDTF">2026-04-24T13:30:52Z</dcterms:modified>
</cp:coreProperties>
</file>